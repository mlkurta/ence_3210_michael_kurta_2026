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8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Golos Text"/>
      <p:regular r:id="rId21"/>
      <p:bold r:id="rId22"/>
    </p:embeddedFont>
    <p:embeddedFont>
      <p:font typeface="Anaheim"/>
      <p:regular r:id="rId23"/>
      <p:bold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losText-bold.fntdata"/><Relationship Id="rId21" Type="http://schemas.openxmlformats.org/officeDocument/2006/relationships/font" Target="fonts/GolosText-regular.fntdata"/><Relationship Id="rId24" Type="http://schemas.openxmlformats.org/officeDocument/2006/relationships/font" Target="fonts/Anaheim-bold.fntdata"/><Relationship Id="rId23" Type="http://schemas.openxmlformats.org/officeDocument/2006/relationships/font" Target="fonts/Anahei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1" name="Google Shape;192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3cfbafdb750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2" name="Google Shape;2002;g3cfbafdb750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1" name="Google Shape;2051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g3cfbafdb75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3" name="Google Shape;2063;g3cfbafdb75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3cfbafdb750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4" name="Google Shape;2074;g3cfbafdb750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g1e5b002f6bd_0_1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6" name="Google Shape;2086;g1e5b002f6bd_0_1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g3cfbafdb750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5" name="Google Shape;2135;g3cfbafdb750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g3cfbafdb750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6" name="Google Shape;2146;g3cfbafdb750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g3cfbafdb750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7" name="Google Shape;2157;g3cfbafdb750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g3cfbafdb750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8" name="Google Shape;2168;g3cfbafdb750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g3cfbafdb750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9" name="Google Shape;2179;g3cfbafdb750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g3cfbafdb750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1" name="Google Shape;2191;g3cfbafdb750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g3cfbafdb750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2" name="Google Shape;2202;g3cfbafdb750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4" name="Google Shape;2214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713225" y="1606650"/>
            <a:ext cx="5102700" cy="19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3225" y="3907400"/>
            <a:ext cx="2614800" cy="6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100325" y="87310"/>
            <a:ext cx="8943350" cy="4933531"/>
            <a:chOff x="100325" y="87310"/>
            <a:chExt cx="8943350" cy="4933531"/>
          </a:xfrm>
        </p:grpSpPr>
        <p:grpSp>
          <p:nvGrpSpPr>
            <p:cNvPr id="14" name="Google Shape;14;p2"/>
            <p:cNvGrpSpPr/>
            <p:nvPr/>
          </p:nvGrpSpPr>
          <p:grpSpPr>
            <a:xfrm>
              <a:off x="100325" y="87310"/>
              <a:ext cx="3878450" cy="1094740"/>
              <a:chOff x="100325" y="87310"/>
              <a:chExt cx="3878450" cy="1094740"/>
            </a:xfrm>
          </p:grpSpPr>
          <p:grpSp>
            <p:nvGrpSpPr>
              <p:cNvPr id="15" name="Google Shape;15;p2"/>
              <p:cNvGrpSpPr/>
              <p:nvPr/>
            </p:nvGrpSpPr>
            <p:grpSpPr>
              <a:xfrm>
                <a:off x="2539675" y="122850"/>
                <a:ext cx="1439100" cy="504550"/>
                <a:chOff x="2539675" y="122850"/>
                <a:chExt cx="1439100" cy="504550"/>
              </a:xfrm>
            </p:grpSpPr>
            <p:sp>
              <p:nvSpPr>
                <p:cNvPr id="16" name="Google Shape;16;p2"/>
                <p:cNvSpPr/>
                <p:nvPr/>
              </p:nvSpPr>
              <p:spPr>
                <a:xfrm>
                  <a:off x="2539675" y="451600"/>
                  <a:ext cx="14391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2539675" y="122850"/>
                  <a:ext cx="6807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" name="Google Shape;18;p2"/>
              <p:cNvGrpSpPr/>
              <p:nvPr/>
            </p:nvGrpSpPr>
            <p:grpSpPr>
              <a:xfrm>
                <a:off x="100325" y="87310"/>
                <a:ext cx="2142900" cy="1094740"/>
                <a:chOff x="100325" y="87310"/>
                <a:chExt cx="2142900" cy="1094740"/>
              </a:xfrm>
            </p:grpSpPr>
            <p:sp>
              <p:nvSpPr>
                <p:cNvPr id="19" name="Google Shape;19;p2"/>
                <p:cNvSpPr/>
                <p:nvPr/>
              </p:nvSpPr>
              <p:spPr>
                <a:xfrm>
                  <a:off x="243516" y="712638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100325" y="569450"/>
                  <a:ext cx="612900" cy="6126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1826225" y="87310"/>
                  <a:ext cx="417000" cy="4167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 rot="-5400000">
                  <a:off x="1015400" y="-189515"/>
                  <a:ext cx="326396" cy="1296862"/>
                </a:xfrm>
                <a:custGeom>
                  <a:rect b="b" l="l" r="r" t="t"/>
                  <a:pathLst>
                    <a:path extrusionOk="0" h="14717" w="3704">
                      <a:moveTo>
                        <a:pt x="218" y="1"/>
                      </a:moveTo>
                      <a:cubicBezTo>
                        <a:pt x="168" y="1"/>
                        <a:pt x="117" y="20"/>
                        <a:pt x="79" y="59"/>
                      </a:cubicBezTo>
                      <a:cubicBezTo>
                        <a:pt x="1" y="136"/>
                        <a:pt x="1" y="261"/>
                        <a:pt x="79" y="338"/>
                      </a:cubicBezTo>
                      <a:lnTo>
                        <a:pt x="3308" y="3569"/>
                      </a:lnTo>
                      <a:lnTo>
                        <a:pt x="3308" y="14518"/>
                      </a:lnTo>
                      <a:cubicBezTo>
                        <a:pt x="3308" y="14628"/>
                        <a:pt x="3397" y="14717"/>
                        <a:pt x="3506" y="14717"/>
                      </a:cubicBezTo>
                      <a:cubicBezTo>
                        <a:pt x="3616" y="14717"/>
                        <a:pt x="3703" y="14628"/>
                        <a:pt x="3703" y="14518"/>
                      </a:cubicBezTo>
                      <a:lnTo>
                        <a:pt x="3703" y="3486"/>
                      </a:lnTo>
                      <a:cubicBezTo>
                        <a:pt x="3703" y="3434"/>
                        <a:pt x="3683" y="3383"/>
                        <a:pt x="3645" y="3347"/>
                      </a:cubicBezTo>
                      <a:lnTo>
                        <a:pt x="358" y="59"/>
                      </a:lnTo>
                      <a:cubicBezTo>
                        <a:pt x="319" y="20"/>
                        <a:pt x="269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3" name="Google Shape;23;p2"/>
            <p:cNvGrpSpPr/>
            <p:nvPr/>
          </p:nvGrpSpPr>
          <p:grpSpPr>
            <a:xfrm>
              <a:off x="4471525" y="2224708"/>
              <a:ext cx="4572150" cy="2796132"/>
              <a:chOff x="4471525" y="2224708"/>
              <a:chExt cx="4572150" cy="2796132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6335737" y="46040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4471525" y="4603950"/>
                <a:ext cx="1344400" cy="271200"/>
                <a:chOff x="3686625" y="4603950"/>
                <a:chExt cx="1344400" cy="271200"/>
              </a:xfrm>
            </p:grpSpPr>
            <p:sp>
              <p:nvSpPr>
                <p:cNvPr id="26" name="Google Shape;26;p2"/>
                <p:cNvSpPr/>
                <p:nvPr/>
              </p:nvSpPr>
              <p:spPr>
                <a:xfrm rot="-5400000">
                  <a:off x="363892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 rot="-5400000">
                  <a:off x="393107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 rot="-5400000">
                  <a:off x="422322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 rot="-5400000">
                  <a:off x="451537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 rot="-5400000">
                  <a:off x="480752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1" name="Google Shape;31;p2"/>
              <p:cNvGrpSpPr/>
              <p:nvPr/>
            </p:nvGrpSpPr>
            <p:grpSpPr>
              <a:xfrm>
                <a:off x="8293379" y="2224708"/>
                <a:ext cx="750296" cy="2796132"/>
                <a:chOff x="8293379" y="2224708"/>
                <a:chExt cx="750296" cy="2796132"/>
              </a:xfrm>
            </p:grpSpPr>
            <p:sp>
              <p:nvSpPr>
                <p:cNvPr id="32" name="Google Shape;32;p2"/>
                <p:cNvSpPr/>
                <p:nvPr/>
              </p:nvSpPr>
              <p:spPr>
                <a:xfrm>
                  <a:off x="8430775" y="4408241"/>
                  <a:ext cx="612900" cy="6126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8293379" y="2224708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 flipH="1" rot="5400000">
                  <a:off x="7659889" y="3325979"/>
                  <a:ext cx="1868166" cy="312450"/>
                </a:xfrm>
                <a:custGeom>
                  <a:rect b="b" l="l" r="r" t="t"/>
                  <a:pathLst>
                    <a:path extrusionOk="0" h="2786" w="16657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9"/>
                        <a:pt x="69" y="308"/>
                        <a:pt x="154" y="308"/>
                      </a:cubicBezTo>
                      <a:lnTo>
                        <a:pt x="5453" y="308"/>
                      </a:lnTo>
                      <a:lnTo>
                        <a:pt x="7886" y="2740"/>
                      </a:lnTo>
                      <a:cubicBezTo>
                        <a:pt x="7916" y="2769"/>
                        <a:pt x="7955" y="2785"/>
                        <a:pt x="7995" y="2785"/>
                      </a:cubicBezTo>
                      <a:lnTo>
                        <a:pt x="16503" y="2785"/>
                      </a:lnTo>
                      <a:cubicBezTo>
                        <a:pt x="16588" y="2785"/>
                        <a:pt x="16657" y="2717"/>
                        <a:pt x="16657" y="2632"/>
                      </a:cubicBezTo>
                      <a:cubicBezTo>
                        <a:pt x="16657" y="2547"/>
                        <a:pt x="16588" y="2478"/>
                        <a:pt x="16503" y="2478"/>
                      </a:cubicBezTo>
                      <a:lnTo>
                        <a:pt x="8059" y="2478"/>
                      </a:lnTo>
                      <a:lnTo>
                        <a:pt x="5626" y="45"/>
                      </a:lnTo>
                      <a:cubicBezTo>
                        <a:pt x="5598" y="16"/>
                        <a:pt x="5557" y="0"/>
                        <a:pt x="5517" y="0"/>
                      </a:cubicBezTo>
                      <a:close/>
                    </a:path>
                  </a:pathLst>
                </a:cu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5" name="Google Shape;35;p2"/>
          <p:cNvGrpSpPr/>
          <p:nvPr/>
        </p:nvGrpSpPr>
        <p:grpSpPr>
          <a:xfrm>
            <a:off x="354895" y="174153"/>
            <a:ext cx="8618190" cy="4776951"/>
            <a:chOff x="354895" y="174153"/>
            <a:chExt cx="8618190" cy="4776951"/>
          </a:xfrm>
        </p:grpSpPr>
        <p:grpSp>
          <p:nvGrpSpPr>
            <p:cNvPr id="36" name="Google Shape;36;p2"/>
            <p:cNvGrpSpPr/>
            <p:nvPr/>
          </p:nvGrpSpPr>
          <p:grpSpPr>
            <a:xfrm>
              <a:off x="8650719" y="2843742"/>
              <a:ext cx="322367" cy="2107361"/>
              <a:chOff x="8650719" y="2843742"/>
              <a:chExt cx="322367" cy="2107361"/>
            </a:xfrm>
          </p:grpSpPr>
          <p:sp>
            <p:nvSpPr>
              <p:cNvPr id="37" name="Google Shape;37;p2"/>
              <p:cNvSpPr/>
              <p:nvPr/>
            </p:nvSpPr>
            <p:spPr>
              <a:xfrm>
                <a:off x="8829491" y="2933717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916983" y="3021261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8739516" y="2843742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8828237" y="4895001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1"/>
                      <a:pt x="243" y="1084"/>
                      <a:pt x="542" y="1084"/>
                    </a:cubicBezTo>
                    <a:cubicBezTo>
                      <a:pt x="841" y="1084"/>
                      <a:pt x="1085" y="841"/>
                      <a:pt x="1085" y="542"/>
                    </a:cubicBezTo>
                    <a:cubicBezTo>
                      <a:pt x="1085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8740693" y="4807457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3" y="1085"/>
                      <a:pt x="1085" y="842"/>
                      <a:pt x="1085" y="542"/>
                    </a:cubicBezTo>
                    <a:cubicBezTo>
                      <a:pt x="1085" y="243"/>
                      <a:pt x="843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8650719" y="4717483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2" y="1084"/>
                      <a:pt x="1085" y="842"/>
                      <a:pt x="1085" y="542"/>
                    </a:cubicBezTo>
                    <a:cubicBezTo>
                      <a:pt x="1085" y="243"/>
                      <a:pt x="842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" name="Google Shape;43;p2"/>
            <p:cNvGrpSpPr/>
            <p:nvPr/>
          </p:nvGrpSpPr>
          <p:grpSpPr>
            <a:xfrm>
              <a:off x="354895" y="174153"/>
              <a:ext cx="3590656" cy="467100"/>
              <a:chOff x="354895" y="174153"/>
              <a:chExt cx="3590656" cy="467100"/>
            </a:xfrm>
          </p:grpSpPr>
          <p:sp>
            <p:nvSpPr>
              <p:cNvPr id="44" name="Google Shape;44;p2"/>
              <p:cNvSpPr/>
              <p:nvPr/>
            </p:nvSpPr>
            <p:spPr>
              <a:xfrm rot="-5400000">
                <a:off x="3890650" y="347762"/>
                <a:ext cx="54901" cy="54901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2" y="0"/>
                      <a:pt x="0" y="244"/>
                      <a:pt x="0" y="543"/>
                    </a:cubicBezTo>
                    <a:cubicBezTo>
                      <a:pt x="0" y="842"/>
                      <a:pt x="242" y="1085"/>
                      <a:pt x="542" y="1085"/>
                    </a:cubicBezTo>
                    <a:cubicBezTo>
                      <a:pt x="841" y="1085"/>
                      <a:pt x="1084" y="842"/>
                      <a:pt x="1084" y="543"/>
                    </a:cubicBezTo>
                    <a:cubicBezTo>
                      <a:pt x="1084" y="244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 rot="-5400000">
                <a:off x="3805034" y="262197"/>
                <a:ext cx="54901" cy="5490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1"/>
                      <a:pt x="244" y="1085"/>
                      <a:pt x="543" y="1085"/>
                    </a:cubicBezTo>
                    <a:cubicBezTo>
                      <a:pt x="842" y="1085"/>
                      <a:pt x="1085" y="841"/>
                      <a:pt x="1085" y="542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 rot="-5400000">
                <a:off x="3716989" y="174153"/>
                <a:ext cx="54901" cy="54901"/>
              </a:xfrm>
              <a:custGeom>
                <a:rect b="b" l="l" r="r" t="t"/>
                <a:pathLst>
                  <a:path extrusionOk="0" h="1085" w="1085">
                    <a:moveTo>
                      <a:pt x="544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4" y="1085"/>
                    </a:cubicBezTo>
                    <a:cubicBezTo>
                      <a:pt x="843" y="1085"/>
                      <a:pt x="1085" y="842"/>
                      <a:pt x="1085" y="542"/>
                    </a:cubicBezTo>
                    <a:cubicBezTo>
                      <a:pt x="1085" y="243"/>
                      <a:pt x="843" y="1"/>
                      <a:pt x="5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-5400000">
                <a:off x="528607" y="586352"/>
                <a:ext cx="54901" cy="54901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0" y="243"/>
                      <a:pt x="0" y="542"/>
                    </a:cubicBezTo>
                    <a:cubicBezTo>
                      <a:pt x="0" y="841"/>
                      <a:pt x="243" y="1084"/>
                      <a:pt x="542" y="1084"/>
                    </a:cubicBezTo>
                    <a:cubicBezTo>
                      <a:pt x="842" y="1084"/>
                      <a:pt x="1084" y="841"/>
                      <a:pt x="1084" y="542"/>
                    </a:cubicBezTo>
                    <a:cubicBezTo>
                      <a:pt x="1084" y="243"/>
                      <a:pt x="842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-5400000">
                <a:off x="442940" y="500686"/>
                <a:ext cx="54901" cy="54901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2" y="0"/>
                      <a:pt x="0" y="243"/>
                      <a:pt x="0" y="542"/>
                    </a:cubicBezTo>
                    <a:cubicBezTo>
                      <a:pt x="0" y="842"/>
                      <a:pt x="242" y="1084"/>
                      <a:pt x="542" y="1084"/>
                    </a:cubicBezTo>
                    <a:cubicBezTo>
                      <a:pt x="841" y="1084"/>
                      <a:pt x="1084" y="842"/>
                      <a:pt x="1084" y="542"/>
                    </a:cubicBezTo>
                    <a:cubicBezTo>
                      <a:pt x="1084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-5400000">
                <a:off x="354895" y="412642"/>
                <a:ext cx="54901" cy="54901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0" y="243"/>
                      <a:pt x="0" y="542"/>
                    </a:cubicBezTo>
                    <a:cubicBezTo>
                      <a:pt x="0" y="842"/>
                      <a:pt x="243" y="1084"/>
                      <a:pt x="542" y="1084"/>
                    </a:cubicBezTo>
                    <a:cubicBezTo>
                      <a:pt x="841" y="1084"/>
                      <a:pt x="1084" y="842"/>
                      <a:pt x="1084" y="542"/>
                    </a:cubicBezTo>
                    <a:cubicBezTo>
                      <a:pt x="1084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0" name="Google Shape;50;p2"/>
          <p:cNvGrpSpPr/>
          <p:nvPr/>
        </p:nvGrpSpPr>
        <p:grpSpPr>
          <a:xfrm>
            <a:off x="100324" y="-76205"/>
            <a:ext cx="8709341" cy="5285373"/>
            <a:chOff x="100324" y="-76205"/>
            <a:chExt cx="8709341" cy="5285373"/>
          </a:xfrm>
        </p:grpSpPr>
        <p:grpSp>
          <p:nvGrpSpPr>
            <p:cNvPr id="51" name="Google Shape;51;p2"/>
            <p:cNvGrpSpPr/>
            <p:nvPr/>
          </p:nvGrpSpPr>
          <p:grpSpPr>
            <a:xfrm>
              <a:off x="100324" y="-76205"/>
              <a:ext cx="8709341" cy="5285373"/>
              <a:chOff x="100324" y="-76205"/>
              <a:chExt cx="8709341" cy="5285373"/>
            </a:xfrm>
          </p:grpSpPr>
          <p:grpSp>
            <p:nvGrpSpPr>
              <p:cNvPr id="52" name="Google Shape;52;p2"/>
              <p:cNvGrpSpPr/>
              <p:nvPr/>
            </p:nvGrpSpPr>
            <p:grpSpPr>
              <a:xfrm>
                <a:off x="5067578" y="3008023"/>
                <a:ext cx="3742087" cy="2201144"/>
                <a:chOff x="5067578" y="3008023"/>
                <a:chExt cx="3742087" cy="2201144"/>
              </a:xfrm>
            </p:grpSpPr>
            <p:sp>
              <p:nvSpPr>
                <p:cNvPr id="53" name="Google Shape;53;p2"/>
                <p:cNvSpPr/>
                <p:nvPr/>
              </p:nvSpPr>
              <p:spPr>
                <a:xfrm rot="-5400000">
                  <a:off x="5157949" y="4727478"/>
                  <a:ext cx="93940" cy="94000"/>
                </a:xfrm>
                <a:custGeom>
                  <a:rect b="b" l="l" r="r" t="t"/>
                  <a:pathLst>
                    <a:path extrusionOk="0" h="1567" w="1566">
                      <a:moveTo>
                        <a:pt x="783" y="1"/>
                      </a:moveTo>
                      <a:cubicBezTo>
                        <a:pt x="350" y="1"/>
                        <a:pt x="0" y="352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6" y="1567"/>
                        <a:pt x="1565" y="1216"/>
                        <a:pt x="1565" y="784"/>
                      </a:cubicBezTo>
                      <a:cubicBezTo>
                        <a:pt x="1565" y="352"/>
                        <a:pt x="1216" y="1"/>
                        <a:pt x="7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 rot="-5400000">
                  <a:off x="5067608" y="4637075"/>
                  <a:ext cx="274683" cy="274743"/>
                </a:xfrm>
                <a:custGeom>
                  <a:rect b="b" l="l" r="r" t="t"/>
                  <a:pathLst>
                    <a:path extrusionOk="0" h="4580" w="4579">
                      <a:moveTo>
                        <a:pt x="2289" y="154"/>
                      </a:moveTo>
                      <a:cubicBezTo>
                        <a:pt x="3466" y="154"/>
                        <a:pt x="4425" y="1112"/>
                        <a:pt x="4425" y="2290"/>
                      </a:cubicBezTo>
                      <a:cubicBezTo>
                        <a:pt x="4425" y="3468"/>
                        <a:pt x="3466" y="4425"/>
                        <a:pt x="2289" y="4425"/>
                      </a:cubicBezTo>
                      <a:cubicBezTo>
                        <a:pt x="1111" y="4425"/>
                        <a:pt x="154" y="3468"/>
                        <a:pt x="154" y="2290"/>
                      </a:cubicBezTo>
                      <a:cubicBezTo>
                        <a:pt x="154" y="1113"/>
                        <a:pt x="1111" y="154"/>
                        <a:pt x="2289" y="154"/>
                      </a:cubicBezTo>
                      <a:close/>
                      <a:moveTo>
                        <a:pt x="2289" y="0"/>
                      </a:moveTo>
                      <a:cubicBezTo>
                        <a:pt x="1026" y="0"/>
                        <a:pt x="0" y="1028"/>
                        <a:pt x="0" y="2290"/>
                      </a:cubicBezTo>
                      <a:cubicBezTo>
                        <a:pt x="0" y="3552"/>
                        <a:pt x="1026" y="4579"/>
                        <a:pt x="2289" y="4579"/>
                      </a:cubicBezTo>
                      <a:cubicBezTo>
                        <a:pt x="3551" y="4579"/>
                        <a:pt x="4579" y="3552"/>
                        <a:pt x="4579" y="2290"/>
                      </a:cubicBezTo>
                      <a:cubicBezTo>
                        <a:pt x="4579" y="1028"/>
                        <a:pt x="3551" y="0"/>
                        <a:pt x="22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5" name="Google Shape;55;p2"/>
                <p:cNvGrpSpPr/>
                <p:nvPr/>
              </p:nvGrpSpPr>
              <p:grpSpPr>
                <a:xfrm>
                  <a:off x="6447540" y="3008023"/>
                  <a:ext cx="2362125" cy="2201144"/>
                  <a:chOff x="6447540" y="3008023"/>
                  <a:chExt cx="2362125" cy="2201144"/>
                </a:xfrm>
              </p:grpSpPr>
              <p:sp>
                <p:nvSpPr>
                  <p:cNvPr id="56" name="Google Shape;56;p2"/>
                  <p:cNvSpPr/>
                  <p:nvPr/>
                </p:nvSpPr>
                <p:spPr>
                  <a:xfrm>
                    <a:off x="6514917" y="4671306"/>
                    <a:ext cx="92712" cy="537861"/>
                  </a:xfrm>
                  <a:custGeom>
                    <a:rect b="b" l="l" r="r" t="t"/>
                    <a:pathLst>
                      <a:path extrusionOk="0" h="10402" w="1793">
                        <a:moveTo>
                          <a:pt x="1639" y="10402"/>
                        </a:moveTo>
                        <a:cubicBezTo>
                          <a:pt x="1554" y="10402"/>
                          <a:pt x="1485" y="10333"/>
                          <a:pt x="1485" y="10248"/>
                        </a:cubicBezTo>
                        <a:lnTo>
                          <a:pt x="1485" y="1703"/>
                        </a:lnTo>
                        <a:lnTo>
                          <a:pt x="61" y="279"/>
                        </a:lnTo>
                        <a:cubicBezTo>
                          <a:pt x="1" y="218"/>
                          <a:pt x="1" y="121"/>
                          <a:pt x="61" y="61"/>
                        </a:cubicBezTo>
                        <a:cubicBezTo>
                          <a:pt x="121" y="1"/>
                          <a:pt x="218" y="1"/>
                          <a:pt x="278" y="61"/>
                        </a:cubicBezTo>
                        <a:lnTo>
                          <a:pt x="1748" y="1531"/>
                        </a:lnTo>
                        <a:cubicBezTo>
                          <a:pt x="1776" y="1559"/>
                          <a:pt x="1793" y="1598"/>
                          <a:pt x="1793" y="1639"/>
                        </a:cubicBezTo>
                        <a:lnTo>
                          <a:pt x="1793" y="10248"/>
                        </a:lnTo>
                        <a:cubicBezTo>
                          <a:pt x="1793" y="10333"/>
                          <a:pt x="1724" y="10402"/>
                          <a:pt x="1639" y="10402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rotWithShape="0" algn="bl" dir="5400000" dist="1905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" name="Google Shape;57;p2"/>
                  <p:cNvSpPr/>
                  <p:nvPr/>
                </p:nvSpPr>
                <p:spPr>
                  <a:xfrm>
                    <a:off x="7235176" y="4521142"/>
                    <a:ext cx="185061" cy="688020"/>
                  </a:xfrm>
                  <a:custGeom>
                    <a:rect b="b" l="l" r="r" t="t"/>
                    <a:pathLst>
                      <a:path extrusionOk="0" h="13306" w="3579">
                        <a:moveTo>
                          <a:pt x="2341" y="0"/>
                        </a:moveTo>
                        <a:cubicBezTo>
                          <a:pt x="1657" y="0"/>
                          <a:pt x="1104" y="555"/>
                          <a:pt x="1104" y="1237"/>
                        </a:cubicBezTo>
                        <a:cubicBezTo>
                          <a:pt x="1104" y="1875"/>
                          <a:pt x="1588" y="2393"/>
                          <a:pt x="2206" y="2462"/>
                        </a:cubicBezTo>
                        <a:lnTo>
                          <a:pt x="2206" y="5094"/>
                        </a:lnTo>
                        <a:lnTo>
                          <a:pt x="45" y="7256"/>
                        </a:lnTo>
                        <a:cubicBezTo>
                          <a:pt x="17" y="7285"/>
                          <a:pt x="0" y="7324"/>
                          <a:pt x="0" y="7365"/>
                        </a:cubicBezTo>
                        <a:lnTo>
                          <a:pt x="0" y="13152"/>
                        </a:lnTo>
                        <a:cubicBezTo>
                          <a:pt x="0" y="13237"/>
                          <a:pt x="69" y="13306"/>
                          <a:pt x="154" y="13306"/>
                        </a:cubicBezTo>
                        <a:cubicBezTo>
                          <a:pt x="239" y="13306"/>
                          <a:pt x="307" y="13237"/>
                          <a:pt x="307" y="13152"/>
                        </a:cubicBezTo>
                        <a:lnTo>
                          <a:pt x="307" y="7429"/>
                        </a:lnTo>
                        <a:lnTo>
                          <a:pt x="2468" y="5267"/>
                        </a:lnTo>
                        <a:cubicBezTo>
                          <a:pt x="2498" y="5238"/>
                          <a:pt x="2513" y="5199"/>
                          <a:pt x="2513" y="5158"/>
                        </a:cubicBezTo>
                        <a:lnTo>
                          <a:pt x="2513" y="2457"/>
                        </a:lnTo>
                        <a:cubicBezTo>
                          <a:pt x="3115" y="2373"/>
                          <a:pt x="3578" y="1862"/>
                          <a:pt x="3578" y="1238"/>
                        </a:cubicBezTo>
                        <a:lnTo>
                          <a:pt x="3578" y="1237"/>
                        </a:lnTo>
                        <a:cubicBezTo>
                          <a:pt x="3578" y="555"/>
                          <a:pt x="3024" y="0"/>
                          <a:pt x="2341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rotWithShape="0" algn="bl" dir="5400000" dist="1905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" name="Google Shape;58;p2"/>
                  <p:cNvSpPr/>
                  <p:nvPr/>
                </p:nvSpPr>
                <p:spPr>
                  <a:xfrm>
                    <a:off x="7329236" y="4558166"/>
                    <a:ext cx="53983" cy="53931"/>
                  </a:xfrm>
                  <a:custGeom>
                    <a:rect b="b" l="l" r="r" t="t"/>
                    <a:pathLst>
                      <a:path extrusionOk="0" h="1043" w="1044">
                        <a:moveTo>
                          <a:pt x="522" y="1"/>
                        </a:moveTo>
                        <a:cubicBezTo>
                          <a:pt x="234" y="1"/>
                          <a:pt x="0" y="233"/>
                          <a:pt x="0" y="521"/>
                        </a:cubicBezTo>
                        <a:cubicBezTo>
                          <a:pt x="0" y="809"/>
                          <a:pt x="234" y="1042"/>
                          <a:pt x="522" y="1042"/>
                        </a:cubicBezTo>
                        <a:cubicBezTo>
                          <a:pt x="810" y="1042"/>
                          <a:pt x="1043" y="809"/>
                          <a:pt x="1043" y="521"/>
                        </a:cubicBezTo>
                        <a:cubicBezTo>
                          <a:pt x="1043" y="233"/>
                          <a:pt x="810" y="1"/>
                          <a:pt x="52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" name="Google Shape;59;p2"/>
                  <p:cNvSpPr/>
                  <p:nvPr/>
                </p:nvSpPr>
                <p:spPr>
                  <a:xfrm>
                    <a:off x="8356648" y="3008023"/>
                    <a:ext cx="448769" cy="2163752"/>
                  </a:xfrm>
                  <a:custGeom>
                    <a:rect b="b" l="l" r="r" t="t"/>
                    <a:pathLst>
                      <a:path extrusionOk="0" h="41846" w="8679">
                        <a:moveTo>
                          <a:pt x="4204" y="1"/>
                        </a:moveTo>
                        <a:cubicBezTo>
                          <a:pt x="3521" y="1"/>
                          <a:pt x="2966" y="554"/>
                          <a:pt x="2966" y="1237"/>
                        </a:cubicBezTo>
                        <a:cubicBezTo>
                          <a:pt x="2966" y="1921"/>
                          <a:pt x="3521" y="2475"/>
                          <a:pt x="4204" y="2475"/>
                        </a:cubicBezTo>
                        <a:cubicBezTo>
                          <a:pt x="4482" y="2475"/>
                          <a:pt x="4736" y="2381"/>
                          <a:pt x="4943" y="2226"/>
                        </a:cubicBezTo>
                        <a:lnTo>
                          <a:pt x="8371" y="5654"/>
                        </a:lnTo>
                        <a:lnTo>
                          <a:pt x="8371" y="15908"/>
                        </a:lnTo>
                        <a:lnTo>
                          <a:pt x="6318" y="17962"/>
                        </a:lnTo>
                        <a:cubicBezTo>
                          <a:pt x="6289" y="17990"/>
                          <a:pt x="6273" y="18029"/>
                          <a:pt x="6273" y="18070"/>
                        </a:cubicBezTo>
                        <a:lnTo>
                          <a:pt x="6273" y="28208"/>
                        </a:lnTo>
                        <a:lnTo>
                          <a:pt x="3244" y="31238"/>
                        </a:lnTo>
                        <a:cubicBezTo>
                          <a:pt x="3215" y="31266"/>
                          <a:pt x="3198" y="31305"/>
                          <a:pt x="3198" y="31346"/>
                        </a:cubicBezTo>
                        <a:lnTo>
                          <a:pt x="3198" y="38444"/>
                        </a:lnTo>
                        <a:lnTo>
                          <a:pt x="61" y="41583"/>
                        </a:lnTo>
                        <a:cubicBezTo>
                          <a:pt x="0" y="41642"/>
                          <a:pt x="0" y="41740"/>
                          <a:pt x="61" y="41799"/>
                        </a:cubicBezTo>
                        <a:cubicBezTo>
                          <a:pt x="90" y="41830"/>
                          <a:pt x="129" y="41845"/>
                          <a:pt x="169" y="41845"/>
                        </a:cubicBezTo>
                        <a:cubicBezTo>
                          <a:pt x="208" y="41845"/>
                          <a:pt x="247" y="41830"/>
                          <a:pt x="278" y="41799"/>
                        </a:cubicBezTo>
                        <a:lnTo>
                          <a:pt x="3462" y="38617"/>
                        </a:lnTo>
                        <a:cubicBezTo>
                          <a:pt x="3490" y="38587"/>
                          <a:pt x="3507" y="38548"/>
                          <a:pt x="3507" y="38508"/>
                        </a:cubicBezTo>
                        <a:lnTo>
                          <a:pt x="3507" y="31409"/>
                        </a:lnTo>
                        <a:lnTo>
                          <a:pt x="6535" y="28379"/>
                        </a:lnTo>
                        <a:cubicBezTo>
                          <a:pt x="6565" y="28351"/>
                          <a:pt x="6580" y="28312"/>
                          <a:pt x="6580" y="28270"/>
                        </a:cubicBezTo>
                        <a:lnTo>
                          <a:pt x="6580" y="18134"/>
                        </a:lnTo>
                        <a:lnTo>
                          <a:pt x="8634" y="16081"/>
                        </a:lnTo>
                        <a:cubicBezTo>
                          <a:pt x="8662" y="16051"/>
                          <a:pt x="8679" y="16013"/>
                          <a:pt x="8679" y="15972"/>
                        </a:cubicBezTo>
                        <a:lnTo>
                          <a:pt x="8679" y="5590"/>
                        </a:lnTo>
                        <a:cubicBezTo>
                          <a:pt x="8679" y="5550"/>
                          <a:pt x="8662" y="5511"/>
                          <a:pt x="8634" y="5481"/>
                        </a:cubicBezTo>
                        <a:lnTo>
                          <a:pt x="8634" y="5483"/>
                        </a:lnTo>
                        <a:lnTo>
                          <a:pt x="5163" y="2012"/>
                        </a:lnTo>
                        <a:cubicBezTo>
                          <a:pt x="5334" y="1799"/>
                          <a:pt x="5442" y="1532"/>
                          <a:pt x="5442" y="1237"/>
                        </a:cubicBezTo>
                        <a:cubicBezTo>
                          <a:pt x="5442" y="554"/>
                          <a:pt x="4887" y="1"/>
                          <a:pt x="420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rotWithShape="0" algn="bl" dir="5400000" dist="1905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" name="Google Shape;60;p2"/>
                  <p:cNvSpPr/>
                  <p:nvPr/>
                </p:nvSpPr>
                <p:spPr>
                  <a:xfrm>
                    <a:off x="7124674" y="4785325"/>
                    <a:ext cx="236820" cy="236820"/>
                  </a:xfrm>
                  <a:custGeom>
                    <a:rect b="b" l="l" r="r" t="t"/>
                    <a:pathLst>
                      <a:path extrusionOk="0" h="4580" w="4580">
                        <a:moveTo>
                          <a:pt x="2291" y="154"/>
                        </a:moveTo>
                        <a:cubicBezTo>
                          <a:pt x="3468" y="154"/>
                          <a:pt x="4426" y="1113"/>
                          <a:pt x="4426" y="2290"/>
                        </a:cubicBezTo>
                        <a:cubicBezTo>
                          <a:pt x="4426" y="3468"/>
                          <a:pt x="3468" y="4427"/>
                          <a:pt x="2291" y="4427"/>
                        </a:cubicBezTo>
                        <a:cubicBezTo>
                          <a:pt x="1113" y="4427"/>
                          <a:pt x="155" y="3468"/>
                          <a:pt x="155" y="2290"/>
                        </a:cubicBezTo>
                        <a:cubicBezTo>
                          <a:pt x="155" y="1113"/>
                          <a:pt x="1113" y="154"/>
                          <a:pt x="2291" y="154"/>
                        </a:cubicBezTo>
                        <a:close/>
                        <a:moveTo>
                          <a:pt x="2291" y="1"/>
                        </a:moveTo>
                        <a:cubicBezTo>
                          <a:pt x="1028" y="1"/>
                          <a:pt x="1" y="1028"/>
                          <a:pt x="1" y="2290"/>
                        </a:cubicBezTo>
                        <a:cubicBezTo>
                          <a:pt x="1" y="3553"/>
                          <a:pt x="1028" y="4579"/>
                          <a:pt x="2291" y="4579"/>
                        </a:cubicBezTo>
                        <a:cubicBezTo>
                          <a:pt x="3553" y="4579"/>
                          <a:pt x="4579" y="3553"/>
                          <a:pt x="4579" y="2290"/>
                        </a:cubicBezTo>
                        <a:cubicBezTo>
                          <a:pt x="4579" y="1028"/>
                          <a:pt x="3553" y="1"/>
                          <a:pt x="229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rotWithShape="0" algn="bl" dir="5400000" dist="1905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>
                    <a:off x="8650719" y="3901923"/>
                    <a:ext cx="80974" cy="81026"/>
                  </a:xfrm>
                  <a:custGeom>
                    <a:rect b="b" l="l" r="r" t="t"/>
                    <a:pathLst>
                      <a:path extrusionOk="0" h="1567" w="1566">
                        <a:moveTo>
                          <a:pt x="783" y="1"/>
                        </a:moveTo>
                        <a:cubicBezTo>
                          <a:pt x="351" y="1"/>
                          <a:pt x="1" y="351"/>
                          <a:pt x="1" y="783"/>
                        </a:cubicBezTo>
                        <a:cubicBezTo>
                          <a:pt x="1" y="1216"/>
                          <a:pt x="351" y="1566"/>
                          <a:pt x="783" y="1566"/>
                        </a:cubicBezTo>
                        <a:cubicBezTo>
                          <a:pt x="1216" y="1566"/>
                          <a:pt x="1566" y="1216"/>
                          <a:pt x="1566" y="783"/>
                        </a:cubicBezTo>
                        <a:cubicBezTo>
                          <a:pt x="1566" y="351"/>
                          <a:pt x="1216" y="1"/>
                          <a:pt x="78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>
                    <a:off x="8572845" y="3823997"/>
                    <a:ext cx="236820" cy="236820"/>
                  </a:xfrm>
                  <a:custGeom>
                    <a:rect b="b" l="l" r="r" t="t"/>
                    <a:pathLst>
                      <a:path extrusionOk="0" h="4580" w="4580">
                        <a:moveTo>
                          <a:pt x="2289" y="154"/>
                        </a:moveTo>
                        <a:cubicBezTo>
                          <a:pt x="3467" y="154"/>
                          <a:pt x="4426" y="1113"/>
                          <a:pt x="4426" y="2290"/>
                        </a:cubicBezTo>
                        <a:cubicBezTo>
                          <a:pt x="4426" y="3468"/>
                          <a:pt x="3467" y="4426"/>
                          <a:pt x="2289" y="4426"/>
                        </a:cubicBezTo>
                        <a:cubicBezTo>
                          <a:pt x="1112" y="4426"/>
                          <a:pt x="154" y="3468"/>
                          <a:pt x="154" y="2290"/>
                        </a:cubicBezTo>
                        <a:cubicBezTo>
                          <a:pt x="154" y="1113"/>
                          <a:pt x="1112" y="154"/>
                          <a:pt x="2289" y="154"/>
                        </a:cubicBezTo>
                        <a:close/>
                        <a:moveTo>
                          <a:pt x="2289" y="1"/>
                        </a:moveTo>
                        <a:cubicBezTo>
                          <a:pt x="1028" y="1"/>
                          <a:pt x="1" y="1028"/>
                          <a:pt x="1" y="2290"/>
                        </a:cubicBezTo>
                        <a:cubicBezTo>
                          <a:pt x="1" y="3552"/>
                          <a:pt x="1028" y="4579"/>
                          <a:pt x="2289" y="4579"/>
                        </a:cubicBezTo>
                        <a:cubicBezTo>
                          <a:pt x="3552" y="4579"/>
                          <a:pt x="4579" y="3553"/>
                          <a:pt x="4579" y="2290"/>
                        </a:cubicBezTo>
                        <a:cubicBezTo>
                          <a:pt x="4579" y="1028"/>
                          <a:pt x="3552" y="1"/>
                          <a:pt x="228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rotWithShape="0" algn="bl" dir="5400000" dist="1905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>
                    <a:off x="6447540" y="4616081"/>
                    <a:ext cx="128028" cy="127976"/>
                  </a:xfrm>
                  <a:custGeom>
                    <a:rect b="b" l="l" r="r" t="t"/>
                    <a:pathLst>
                      <a:path extrusionOk="0" h="2475" w="2476">
                        <a:moveTo>
                          <a:pt x="1237" y="0"/>
                        </a:moveTo>
                        <a:cubicBezTo>
                          <a:pt x="555" y="0"/>
                          <a:pt x="1" y="555"/>
                          <a:pt x="1" y="1238"/>
                        </a:cubicBezTo>
                        <a:cubicBezTo>
                          <a:pt x="1" y="1921"/>
                          <a:pt x="555" y="2474"/>
                          <a:pt x="1237" y="2474"/>
                        </a:cubicBezTo>
                        <a:cubicBezTo>
                          <a:pt x="1921" y="2474"/>
                          <a:pt x="2475" y="1921"/>
                          <a:pt x="2475" y="1238"/>
                        </a:cubicBezTo>
                        <a:cubicBezTo>
                          <a:pt x="2475" y="555"/>
                          <a:pt x="1921" y="0"/>
                          <a:pt x="1237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6484616" y="4653104"/>
                    <a:ext cx="53879" cy="53983"/>
                  </a:xfrm>
                  <a:custGeom>
                    <a:rect b="b" l="l" r="r" t="t"/>
                    <a:pathLst>
                      <a:path extrusionOk="0" h="1044" w="1042">
                        <a:moveTo>
                          <a:pt x="522" y="1"/>
                        </a:moveTo>
                        <a:cubicBezTo>
                          <a:pt x="233" y="1"/>
                          <a:pt x="0" y="235"/>
                          <a:pt x="0" y="522"/>
                        </a:cubicBezTo>
                        <a:cubicBezTo>
                          <a:pt x="0" y="809"/>
                          <a:pt x="233" y="1043"/>
                          <a:pt x="522" y="1043"/>
                        </a:cubicBezTo>
                        <a:cubicBezTo>
                          <a:pt x="809" y="1043"/>
                          <a:pt x="1042" y="809"/>
                          <a:pt x="1042" y="522"/>
                        </a:cubicBezTo>
                        <a:cubicBezTo>
                          <a:pt x="1042" y="233"/>
                          <a:pt x="809" y="1"/>
                          <a:pt x="52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65" name="Google Shape;65;p2"/>
              <p:cNvGrpSpPr/>
              <p:nvPr/>
            </p:nvGrpSpPr>
            <p:grpSpPr>
              <a:xfrm>
                <a:off x="100324" y="-76205"/>
                <a:ext cx="4075198" cy="588124"/>
                <a:chOff x="100324" y="-76205"/>
                <a:chExt cx="4075198" cy="588124"/>
              </a:xfrm>
            </p:grpSpPr>
            <p:sp>
              <p:nvSpPr>
                <p:cNvPr id="66" name="Google Shape;66;p2"/>
                <p:cNvSpPr/>
                <p:nvPr/>
              </p:nvSpPr>
              <p:spPr>
                <a:xfrm rot="-5400000">
                  <a:off x="87119" y="45083"/>
                  <a:ext cx="396046" cy="155089"/>
                </a:xfrm>
                <a:custGeom>
                  <a:rect b="b" l="l" r="r" t="t"/>
                  <a:pathLst>
                    <a:path extrusionOk="0" h="3065" w="7827">
                      <a:moveTo>
                        <a:pt x="7673" y="3065"/>
                      </a:moveTo>
                      <a:lnTo>
                        <a:pt x="2911" y="3065"/>
                      </a:lnTo>
                      <a:cubicBezTo>
                        <a:pt x="2871" y="3065"/>
                        <a:pt x="2832" y="3048"/>
                        <a:pt x="2802" y="3020"/>
                      </a:cubicBezTo>
                      <a:lnTo>
                        <a:pt x="61" y="278"/>
                      </a:lnTo>
                      <a:cubicBezTo>
                        <a:pt x="1" y="218"/>
                        <a:pt x="1" y="121"/>
                        <a:pt x="61" y="61"/>
                      </a:cubicBezTo>
                      <a:cubicBezTo>
                        <a:pt x="121" y="1"/>
                        <a:pt x="218" y="1"/>
                        <a:pt x="279" y="61"/>
                      </a:cubicBezTo>
                      <a:lnTo>
                        <a:pt x="2975" y="2757"/>
                      </a:lnTo>
                      <a:lnTo>
                        <a:pt x="7673" y="2757"/>
                      </a:lnTo>
                      <a:cubicBezTo>
                        <a:pt x="7758" y="2757"/>
                        <a:pt x="7827" y="2826"/>
                        <a:pt x="7827" y="2911"/>
                      </a:cubicBezTo>
                      <a:cubicBezTo>
                        <a:pt x="7827" y="2996"/>
                        <a:pt x="7758" y="3065"/>
                        <a:pt x="7673" y="30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" name="Google Shape;67;p2"/>
                <p:cNvSpPr/>
                <p:nvPr/>
              </p:nvSpPr>
              <p:spPr>
                <a:xfrm rot="-5400000">
                  <a:off x="3191587" y="83159"/>
                  <a:ext cx="498157" cy="179428"/>
                </a:xfrm>
                <a:custGeom>
                  <a:rect b="b" l="l" r="r" t="t"/>
                  <a:pathLst>
                    <a:path extrusionOk="0" h="3546" w="9845">
                      <a:moveTo>
                        <a:pt x="3348" y="1"/>
                      </a:moveTo>
                      <a:cubicBezTo>
                        <a:pt x="3307" y="1"/>
                        <a:pt x="3268" y="16"/>
                        <a:pt x="3239" y="46"/>
                      </a:cubicBezTo>
                      <a:lnTo>
                        <a:pt x="1970" y="1314"/>
                      </a:lnTo>
                      <a:cubicBezTo>
                        <a:pt x="1765" y="1163"/>
                        <a:pt x="1513" y="1070"/>
                        <a:pt x="1238" y="1070"/>
                      </a:cubicBezTo>
                      <a:cubicBezTo>
                        <a:pt x="555" y="1070"/>
                        <a:pt x="0" y="1624"/>
                        <a:pt x="0" y="2307"/>
                      </a:cubicBezTo>
                      <a:cubicBezTo>
                        <a:pt x="0" y="2991"/>
                        <a:pt x="555" y="3545"/>
                        <a:pt x="1238" y="3545"/>
                      </a:cubicBezTo>
                      <a:cubicBezTo>
                        <a:pt x="1921" y="3545"/>
                        <a:pt x="2476" y="2991"/>
                        <a:pt x="2476" y="2307"/>
                      </a:cubicBezTo>
                      <a:cubicBezTo>
                        <a:pt x="2476" y="2011"/>
                        <a:pt x="2366" y="1741"/>
                        <a:pt x="2192" y="1528"/>
                      </a:cubicBezTo>
                      <a:lnTo>
                        <a:pt x="3412" y="308"/>
                      </a:lnTo>
                      <a:lnTo>
                        <a:pt x="6929" y="308"/>
                      </a:lnTo>
                      <a:lnTo>
                        <a:pt x="9566" y="2945"/>
                      </a:lnTo>
                      <a:cubicBezTo>
                        <a:pt x="9597" y="2975"/>
                        <a:pt x="9636" y="2991"/>
                        <a:pt x="9675" y="2991"/>
                      </a:cubicBezTo>
                      <a:cubicBezTo>
                        <a:pt x="9715" y="2991"/>
                        <a:pt x="9754" y="2975"/>
                        <a:pt x="9784" y="2945"/>
                      </a:cubicBezTo>
                      <a:cubicBezTo>
                        <a:pt x="9844" y="2885"/>
                        <a:pt x="9844" y="2787"/>
                        <a:pt x="9784" y="2728"/>
                      </a:cubicBezTo>
                      <a:lnTo>
                        <a:pt x="7101" y="46"/>
                      </a:lnTo>
                      <a:cubicBezTo>
                        <a:pt x="7073" y="16"/>
                        <a:pt x="7034" y="1"/>
                        <a:pt x="69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" name="Google Shape;68;p2"/>
                <p:cNvSpPr/>
                <p:nvPr/>
              </p:nvSpPr>
              <p:spPr>
                <a:xfrm rot="-5400000">
                  <a:off x="3441299" y="332921"/>
                  <a:ext cx="52826" cy="52776"/>
                </a:xfrm>
                <a:custGeom>
                  <a:rect b="b" l="l" r="r" t="t"/>
                  <a:pathLst>
                    <a:path extrusionOk="0" h="1043" w="1044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10"/>
                        <a:pt x="235" y="1043"/>
                        <a:pt x="522" y="1043"/>
                      </a:cubicBezTo>
                      <a:cubicBezTo>
                        <a:pt x="809" y="1043"/>
                        <a:pt x="1043" y="810"/>
                        <a:pt x="1043" y="521"/>
                      </a:cubicBezTo>
                      <a:cubicBezTo>
                        <a:pt x="1043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" name="Google Shape;69;p2"/>
                <p:cNvSpPr/>
                <p:nvPr/>
              </p:nvSpPr>
              <p:spPr>
                <a:xfrm rot="-5400000">
                  <a:off x="2957105" y="96821"/>
                  <a:ext cx="497347" cy="152913"/>
                </a:xfrm>
                <a:custGeom>
                  <a:rect b="b" l="l" r="r" t="t"/>
                  <a:pathLst>
                    <a:path extrusionOk="0" h="3022" w="9829">
                      <a:moveTo>
                        <a:pt x="1238" y="1"/>
                      </a:moveTo>
                      <a:cubicBezTo>
                        <a:pt x="555" y="1"/>
                        <a:pt x="0" y="555"/>
                        <a:pt x="0" y="1239"/>
                      </a:cubicBezTo>
                      <a:cubicBezTo>
                        <a:pt x="0" y="1922"/>
                        <a:pt x="555" y="2475"/>
                        <a:pt x="1238" y="2475"/>
                      </a:cubicBezTo>
                      <a:cubicBezTo>
                        <a:pt x="1512" y="2475"/>
                        <a:pt x="1764" y="2383"/>
                        <a:pt x="1968" y="2232"/>
                      </a:cubicBezTo>
                      <a:lnTo>
                        <a:pt x="2713" y="2976"/>
                      </a:lnTo>
                      <a:cubicBezTo>
                        <a:pt x="2742" y="3005"/>
                        <a:pt x="2781" y="3021"/>
                        <a:pt x="2822" y="3021"/>
                      </a:cubicBezTo>
                      <a:lnTo>
                        <a:pt x="4763" y="3021"/>
                      </a:lnTo>
                      <a:cubicBezTo>
                        <a:pt x="4804" y="3021"/>
                        <a:pt x="4843" y="3005"/>
                        <a:pt x="4872" y="2976"/>
                      </a:cubicBezTo>
                      <a:lnTo>
                        <a:pt x="6539" y="1310"/>
                      </a:lnTo>
                      <a:lnTo>
                        <a:pt x="9675" y="1310"/>
                      </a:lnTo>
                      <a:cubicBezTo>
                        <a:pt x="9760" y="1310"/>
                        <a:pt x="9829" y="1241"/>
                        <a:pt x="9829" y="1156"/>
                      </a:cubicBezTo>
                      <a:cubicBezTo>
                        <a:pt x="9829" y="1071"/>
                        <a:pt x="9760" y="1002"/>
                        <a:pt x="9675" y="1002"/>
                      </a:cubicBezTo>
                      <a:lnTo>
                        <a:pt x="6475" y="1002"/>
                      </a:lnTo>
                      <a:cubicBezTo>
                        <a:pt x="6435" y="1002"/>
                        <a:pt x="6394" y="1019"/>
                        <a:pt x="6366" y="1047"/>
                      </a:cubicBezTo>
                      <a:lnTo>
                        <a:pt x="4700" y="2714"/>
                      </a:lnTo>
                      <a:lnTo>
                        <a:pt x="2885" y="2714"/>
                      </a:lnTo>
                      <a:lnTo>
                        <a:pt x="2191" y="2019"/>
                      </a:lnTo>
                      <a:cubicBezTo>
                        <a:pt x="2366" y="1805"/>
                        <a:pt x="2476" y="1535"/>
                        <a:pt x="2476" y="1239"/>
                      </a:cubicBezTo>
                      <a:cubicBezTo>
                        <a:pt x="2476" y="555"/>
                        <a:pt x="1921" y="1"/>
                        <a:pt x="123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" name="Google Shape;70;p2"/>
                <p:cNvSpPr/>
                <p:nvPr/>
              </p:nvSpPr>
              <p:spPr>
                <a:xfrm rot="-5400000">
                  <a:off x="3165602" y="332896"/>
                  <a:ext cx="52826" cy="52826"/>
                </a:xfrm>
                <a:custGeom>
                  <a:rect b="b" l="l" r="r" t="t"/>
                  <a:pathLst>
                    <a:path extrusionOk="0" h="1044" w="1044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2"/>
                      </a:cubicBezTo>
                      <a:cubicBezTo>
                        <a:pt x="0" y="809"/>
                        <a:pt x="235" y="1043"/>
                        <a:pt x="522" y="1043"/>
                      </a:cubicBezTo>
                      <a:cubicBezTo>
                        <a:pt x="809" y="1043"/>
                        <a:pt x="1043" y="809"/>
                        <a:pt x="1043" y="522"/>
                      </a:cubicBezTo>
                      <a:cubicBezTo>
                        <a:pt x="1043" y="233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" name="Google Shape;71;p2"/>
                <p:cNvSpPr/>
                <p:nvPr/>
              </p:nvSpPr>
              <p:spPr>
                <a:xfrm rot="-5400000">
                  <a:off x="1412929" y="85437"/>
                  <a:ext cx="587314" cy="265650"/>
                </a:xfrm>
                <a:custGeom>
                  <a:rect b="b" l="l" r="r" t="t"/>
                  <a:pathLst>
                    <a:path extrusionOk="0" h="5250" w="11607">
                      <a:moveTo>
                        <a:pt x="7737" y="0"/>
                      </a:moveTo>
                      <a:cubicBezTo>
                        <a:pt x="7697" y="0"/>
                        <a:pt x="7658" y="16"/>
                        <a:pt x="7629" y="45"/>
                      </a:cubicBezTo>
                      <a:lnTo>
                        <a:pt x="6105" y="1569"/>
                      </a:lnTo>
                      <a:lnTo>
                        <a:pt x="3503" y="1569"/>
                      </a:lnTo>
                      <a:cubicBezTo>
                        <a:pt x="3462" y="1569"/>
                        <a:pt x="3422" y="1584"/>
                        <a:pt x="3394" y="1614"/>
                      </a:cubicBezTo>
                      <a:lnTo>
                        <a:pt x="1980" y="3028"/>
                      </a:lnTo>
                      <a:cubicBezTo>
                        <a:pt x="1772" y="2871"/>
                        <a:pt x="1517" y="2775"/>
                        <a:pt x="1237" y="2775"/>
                      </a:cubicBezTo>
                      <a:cubicBezTo>
                        <a:pt x="553" y="2775"/>
                        <a:pt x="0" y="3328"/>
                        <a:pt x="0" y="4011"/>
                      </a:cubicBezTo>
                      <a:cubicBezTo>
                        <a:pt x="0" y="4695"/>
                        <a:pt x="553" y="5249"/>
                        <a:pt x="1237" y="5249"/>
                      </a:cubicBezTo>
                      <a:cubicBezTo>
                        <a:pt x="1920" y="5249"/>
                        <a:pt x="2474" y="4695"/>
                        <a:pt x="2474" y="4011"/>
                      </a:cubicBezTo>
                      <a:cubicBezTo>
                        <a:pt x="2474" y="3719"/>
                        <a:pt x="2369" y="3455"/>
                        <a:pt x="2199" y="3243"/>
                      </a:cubicBezTo>
                      <a:lnTo>
                        <a:pt x="3567" y="1876"/>
                      </a:lnTo>
                      <a:lnTo>
                        <a:pt x="6169" y="1876"/>
                      </a:lnTo>
                      <a:cubicBezTo>
                        <a:pt x="6209" y="1876"/>
                        <a:pt x="6248" y="1860"/>
                        <a:pt x="6277" y="1831"/>
                      </a:cubicBezTo>
                      <a:lnTo>
                        <a:pt x="7801" y="308"/>
                      </a:lnTo>
                      <a:lnTo>
                        <a:pt x="11453" y="308"/>
                      </a:lnTo>
                      <a:cubicBezTo>
                        <a:pt x="11538" y="308"/>
                        <a:pt x="11607" y="239"/>
                        <a:pt x="11607" y="154"/>
                      </a:cubicBezTo>
                      <a:cubicBezTo>
                        <a:pt x="11607" y="69"/>
                        <a:pt x="11538" y="0"/>
                        <a:pt x="1145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" name="Google Shape;72;p2"/>
                <p:cNvSpPr/>
                <p:nvPr/>
              </p:nvSpPr>
              <p:spPr>
                <a:xfrm rot="-5400000">
                  <a:off x="1750407" y="422964"/>
                  <a:ext cx="52725" cy="52725"/>
                </a:xfrm>
                <a:custGeom>
                  <a:rect b="b" l="l" r="r" t="t"/>
                  <a:pathLst>
                    <a:path extrusionOk="0" h="1042" w="1042">
                      <a:moveTo>
                        <a:pt x="522" y="0"/>
                      </a:moveTo>
                      <a:cubicBezTo>
                        <a:pt x="233" y="0"/>
                        <a:pt x="0" y="233"/>
                        <a:pt x="0" y="520"/>
                      </a:cubicBezTo>
                      <a:cubicBezTo>
                        <a:pt x="0" y="809"/>
                        <a:pt x="233" y="1042"/>
                        <a:pt x="522" y="1042"/>
                      </a:cubicBezTo>
                      <a:cubicBezTo>
                        <a:pt x="809" y="1042"/>
                        <a:pt x="1042" y="809"/>
                        <a:pt x="1042" y="520"/>
                      </a:cubicBezTo>
                      <a:cubicBezTo>
                        <a:pt x="1042" y="233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" name="Google Shape;73;p2"/>
                <p:cNvSpPr/>
                <p:nvPr/>
              </p:nvSpPr>
              <p:spPr>
                <a:xfrm rot="-5400000">
                  <a:off x="391379" y="26361"/>
                  <a:ext cx="400701" cy="197188"/>
                </a:xfrm>
                <a:custGeom>
                  <a:rect b="b" l="l" r="r" t="t"/>
                  <a:pathLst>
                    <a:path extrusionOk="0" h="3897" w="7919">
                      <a:moveTo>
                        <a:pt x="3870" y="0"/>
                      </a:moveTo>
                      <a:cubicBezTo>
                        <a:pt x="3828" y="0"/>
                        <a:pt x="3789" y="17"/>
                        <a:pt x="3761" y="45"/>
                      </a:cubicBezTo>
                      <a:lnTo>
                        <a:pt x="2062" y="1744"/>
                      </a:lnTo>
                      <a:cubicBezTo>
                        <a:pt x="1844" y="1545"/>
                        <a:pt x="1556" y="1421"/>
                        <a:pt x="1237" y="1421"/>
                      </a:cubicBezTo>
                      <a:cubicBezTo>
                        <a:pt x="554" y="1421"/>
                        <a:pt x="0" y="1976"/>
                        <a:pt x="0" y="2659"/>
                      </a:cubicBezTo>
                      <a:cubicBezTo>
                        <a:pt x="0" y="3342"/>
                        <a:pt x="554" y="3897"/>
                        <a:pt x="1237" y="3897"/>
                      </a:cubicBezTo>
                      <a:cubicBezTo>
                        <a:pt x="1920" y="3897"/>
                        <a:pt x="2475" y="3342"/>
                        <a:pt x="2475" y="2659"/>
                      </a:cubicBezTo>
                      <a:cubicBezTo>
                        <a:pt x="2475" y="2406"/>
                        <a:pt x="2398" y="2171"/>
                        <a:pt x="2267" y="1974"/>
                      </a:cubicBezTo>
                      <a:lnTo>
                        <a:pt x="3932" y="308"/>
                      </a:lnTo>
                      <a:lnTo>
                        <a:pt x="7765" y="308"/>
                      </a:lnTo>
                      <a:cubicBezTo>
                        <a:pt x="7850" y="308"/>
                        <a:pt x="7919" y="239"/>
                        <a:pt x="7919" y="154"/>
                      </a:cubicBezTo>
                      <a:cubicBezTo>
                        <a:pt x="7919" y="69"/>
                        <a:pt x="7850" y="0"/>
                        <a:pt x="776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" name="Google Shape;74;p2"/>
                <p:cNvSpPr/>
                <p:nvPr/>
              </p:nvSpPr>
              <p:spPr>
                <a:xfrm rot="-5400000">
                  <a:off x="601269" y="236300"/>
                  <a:ext cx="52826" cy="52826"/>
                </a:xfrm>
                <a:custGeom>
                  <a:rect b="b" l="l" r="r" t="t"/>
                  <a:pathLst>
                    <a:path extrusionOk="0" h="1044" w="1044">
                      <a:moveTo>
                        <a:pt x="522" y="1"/>
                      </a:moveTo>
                      <a:cubicBezTo>
                        <a:pt x="235" y="1"/>
                        <a:pt x="1" y="233"/>
                        <a:pt x="1" y="522"/>
                      </a:cubicBezTo>
                      <a:cubicBezTo>
                        <a:pt x="1" y="809"/>
                        <a:pt x="235" y="1043"/>
                        <a:pt x="522" y="1043"/>
                      </a:cubicBezTo>
                      <a:cubicBezTo>
                        <a:pt x="810" y="1043"/>
                        <a:pt x="1043" y="809"/>
                        <a:pt x="1043" y="522"/>
                      </a:cubicBezTo>
                      <a:cubicBezTo>
                        <a:pt x="1043" y="233"/>
                        <a:pt x="810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" name="Google Shape;75;p2"/>
                <p:cNvSpPr/>
                <p:nvPr/>
              </p:nvSpPr>
              <p:spPr>
                <a:xfrm rot="-5400000">
                  <a:off x="176579" y="272429"/>
                  <a:ext cx="79240" cy="79240"/>
                </a:xfrm>
                <a:custGeom>
                  <a:rect b="b" l="l" r="r" t="t"/>
                  <a:pathLst>
                    <a:path extrusionOk="0" h="1566" w="1566">
                      <a:moveTo>
                        <a:pt x="783" y="0"/>
                      </a:moveTo>
                      <a:cubicBezTo>
                        <a:pt x="350" y="0"/>
                        <a:pt x="0" y="350"/>
                        <a:pt x="0" y="783"/>
                      </a:cubicBezTo>
                      <a:cubicBezTo>
                        <a:pt x="0" y="1215"/>
                        <a:pt x="350" y="1565"/>
                        <a:pt x="783" y="1565"/>
                      </a:cubicBezTo>
                      <a:cubicBezTo>
                        <a:pt x="1215" y="1565"/>
                        <a:pt x="1565" y="1215"/>
                        <a:pt x="1565" y="783"/>
                      </a:cubicBezTo>
                      <a:cubicBezTo>
                        <a:pt x="1565" y="350"/>
                        <a:pt x="1215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 rot="-5400000">
                  <a:off x="100350" y="196149"/>
                  <a:ext cx="231697" cy="231748"/>
                </a:xfrm>
                <a:custGeom>
                  <a:rect b="b" l="l" r="r" t="t"/>
                  <a:pathLst>
                    <a:path extrusionOk="0" h="4580" w="4579">
                      <a:moveTo>
                        <a:pt x="2289" y="155"/>
                      </a:moveTo>
                      <a:cubicBezTo>
                        <a:pt x="3466" y="155"/>
                        <a:pt x="4425" y="1112"/>
                        <a:pt x="4425" y="2290"/>
                      </a:cubicBezTo>
                      <a:cubicBezTo>
                        <a:pt x="4425" y="3467"/>
                        <a:pt x="3466" y="4426"/>
                        <a:pt x="2289" y="4426"/>
                      </a:cubicBezTo>
                      <a:cubicBezTo>
                        <a:pt x="1111" y="4426"/>
                        <a:pt x="154" y="3467"/>
                        <a:pt x="154" y="2290"/>
                      </a:cubicBezTo>
                      <a:cubicBezTo>
                        <a:pt x="154" y="1112"/>
                        <a:pt x="1111" y="155"/>
                        <a:pt x="2289" y="155"/>
                      </a:cubicBezTo>
                      <a:close/>
                      <a:moveTo>
                        <a:pt x="2289" y="1"/>
                      </a:moveTo>
                      <a:cubicBezTo>
                        <a:pt x="1026" y="1"/>
                        <a:pt x="0" y="1027"/>
                        <a:pt x="0" y="2290"/>
                      </a:cubicBezTo>
                      <a:cubicBezTo>
                        <a:pt x="0" y="3552"/>
                        <a:pt x="1026" y="4580"/>
                        <a:pt x="2289" y="4580"/>
                      </a:cubicBezTo>
                      <a:cubicBezTo>
                        <a:pt x="3551" y="4580"/>
                        <a:pt x="4579" y="3552"/>
                        <a:pt x="4579" y="2290"/>
                      </a:cubicBezTo>
                      <a:cubicBezTo>
                        <a:pt x="4579" y="1027"/>
                        <a:pt x="3551" y="1"/>
                        <a:pt x="22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 rot="-5400000">
                  <a:off x="908311" y="141695"/>
                  <a:ext cx="119821" cy="119821"/>
                </a:xfrm>
                <a:custGeom>
                  <a:rect b="b" l="l" r="r" t="t"/>
                  <a:pathLst>
                    <a:path extrusionOk="0" h="2368" w="2368">
                      <a:moveTo>
                        <a:pt x="1184" y="154"/>
                      </a:moveTo>
                      <a:cubicBezTo>
                        <a:pt x="1751" y="154"/>
                        <a:pt x="2214" y="616"/>
                        <a:pt x="2214" y="1184"/>
                      </a:cubicBezTo>
                      <a:cubicBezTo>
                        <a:pt x="2214" y="1751"/>
                        <a:pt x="1751" y="2213"/>
                        <a:pt x="1184" y="2213"/>
                      </a:cubicBezTo>
                      <a:cubicBezTo>
                        <a:pt x="617" y="2213"/>
                        <a:pt x="156" y="1751"/>
                        <a:pt x="156" y="1184"/>
                      </a:cubicBezTo>
                      <a:cubicBezTo>
                        <a:pt x="156" y="616"/>
                        <a:pt x="617" y="154"/>
                        <a:pt x="1184" y="154"/>
                      </a:cubicBezTo>
                      <a:close/>
                      <a:moveTo>
                        <a:pt x="1184" y="0"/>
                      </a:moveTo>
                      <a:cubicBezTo>
                        <a:pt x="531" y="0"/>
                        <a:pt x="1" y="531"/>
                        <a:pt x="1" y="1184"/>
                      </a:cubicBezTo>
                      <a:cubicBezTo>
                        <a:pt x="1" y="1836"/>
                        <a:pt x="531" y="2367"/>
                        <a:pt x="1184" y="2367"/>
                      </a:cubicBezTo>
                      <a:cubicBezTo>
                        <a:pt x="1837" y="2367"/>
                        <a:pt x="2367" y="1836"/>
                        <a:pt x="2367" y="1184"/>
                      </a:cubicBezTo>
                      <a:cubicBezTo>
                        <a:pt x="2367" y="531"/>
                        <a:pt x="1837" y="0"/>
                        <a:pt x="118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" name="Google Shape;78;p2"/>
                <p:cNvSpPr/>
                <p:nvPr/>
              </p:nvSpPr>
              <p:spPr>
                <a:xfrm rot="-5400000">
                  <a:off x="4055701" y="189669"/>
                  <a:ext cx="119821" cy="119821"/>
                </a:xfrm>
                <a:custGeom>
                  <a:rect b="b" l="l" r="r" t="t"/>
                  <a:pathLst>
                    <a:path extrusionOk="0" h="2368" w="2368">
                      <a:moveTo>
                        <a:pt x="1184" y="154"/>
                      </a:moveTo>
                      <a:cubicBezTo>
                        <a:pt x="1751" y="154"/>
                        <a:pt x="2214" y="617"/>
                        <a:pt x="2214" y="1184"/>
                      </a:cubicBezTo>
                      <a:cubicBezTo>
                        <a:pt x="2214" y="1751"/>
                        <a:pt x="1751" y="2212"/>
                        <a:pt x="1184" y="2212"/>
                      </a:cubicBezTo>
                      <a:cubicBezTo>
                        <a:pt x="616" y="2212"/>
                        <a:pt x="155" y="1751"/>
                        <a:pt x="155" y="1184"/>
                      </a:cubicBezTo>
                      <a:cubicBezTo>
                        <a:pt x="155" y="617"/>
                        <a:pt x="616" y="154"/>
                        <a:pt x="1184" y="154"/>
                      </a:cubicBezTo>
                      <a:close/>
                      <a:moveTo>
                        <a:pt x="1184" y="1"/>
                      </a:moveTo>
                      <a:cubicBezTo>
                        <a:pt x="531" y="1"/>
                        <a:pt x="0" y="531"/>
                        <a:pt x="0" y="1184"/>
                      </a:cubicBezTo>
                      <a:cubicBezTo>
                        <a:pt x="0" y="1837"/>
                        <a:pt x="531" y="2367"/>
                        <a:pt x="1184" y="2367"/>
                      </a:cubicBezTo>
                      <a:cubicBezTo>
                        <a:pt x="1836" y="2367"/>
                        <a:pt x="2367" y="1837"/>
                        <a:pt x="2367" y="1184"/>
                      </a:cubicBezTo>
                      <a:cubicBezTo>
                        <a:pt x="2367" y="531"/>
                        <a:pt x="1836" y="1"/>
                        <a:pt x="11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79" name="Google Shape;79;p2"/>
            <p:cNvSpPr/>
            <p:nvPr/>
          </p:nvSpPr>
          <p:spPr>
            <a:xfrm>
              <a:off x="8547511" y="3041416"/>
              <a:ext cx="53983" cy="53931"/>
            </a:xfrm>
            <a:custGeom>
              <a:rect b="b" l="l" r="r" t="t"/>
              <a:pathLst>
                <a:path extrusionOk="0" h="1043" w="1044">
                  <a:moveTo>
                    <a:pt x="522" y="1"/>
                  </a:moveTo>
                  <a:cubicBezTo>
                    <a:pt x="234" y="1"/>
                    <a:pt x="0" y="233"/>
                    <a:pt x="0" y="521"/>
                  </a:cubicBezTo>
                  <a:cubicBezTo>
                    <a:pt x="0" y="809"/>
                    <a:pt x="234" y="1042"/>
                    <a:pt x="522" y="1042"/>
                  </a:cubicBezTo>
                  <a:cubicBezTo>
                    <a:pt x="810" y="1042"/>
                    <a:pt x="1043" y="809"/>
                    <a:pt x="1043" y="521"/>
                  </a:cubicBezTo>
                  <a:cubicBezTo>
                    <a:pt x="1043" y="233"/>
                    <a:pt x="810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3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>
            <p:ph type="title"/>
          </p:nvPr>
        </p:nvSpPr>
        <p:spPr>
          <a:xfrm>
            <a:off x="2362075" y="2079368"/>
            <a:ext cx="6068700" cy="69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3" name="Google Shape;83;p3"/>
          <p:cNvSpPr txBox="1"/>
          <p:nvPr>
            <p:ph hasCustomPrompt="1" idx="2" type="title"/>
          </p:nvPr>
        </p:nvSpPr>
        <p:spPr>
          <a:xfrm>
            <a:off x="713225" y="2079375"/>
            <a:ext cx="1249500" cy="984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3"/>
          <p:cNvSpPr txBox="1"/>
          <p:nvPr>
            <p:ph idx="1" type="subTitle"/>
          </p:nvPr>
        </p:nvSpPr>
        <p:spPr>
          <a:xfrm>
            <a:off x="2362075" y="2689132"/>
            <a:ext cx="60687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5" name="Google Shape;85;p3"/>
          <p:cNvGrpSpPr/>
          <p:nvPr/>
        </p:nvGrpSpPr>
        <p:grpSpPr>
          <a:xfrm>
            <a:off x="158650" y="126523"/>
            <a:ext cx="8822200" cy="4894317"/>
            <a:chOff x="158650" y="126523"/>
            <a:chExt cx="8822200" cy="4894317"/>
          </a:xfrm>
        </p:grpSpPr>
        <p:grpSp>
          <p:nvGrpSpPr>
            <p:cNvPr id="86" name="Google Shape;86;p3"/>
            <p:cNvGrpSpPr/>
            <p:nvPr/>
          </p:nvGrpSpPr>
          <p:grpSpPr>
            <a:xfrm>
              <a:off x="713225" y="268300"/>
              <a:ext cx="1344400" cy="271200"/>
              <a:chOff x="3686625" y="4603950"/>
              <a:chExt cx="1344400" cy="271200"/>
            </a:xfrm>
          </p:grpSpPr>
          <p:sp>
            <p:nvSpPr>
              <p:cNvPr id="87" name="Google Shape;87;p3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" name="Google Shape;92;p3"/>
            <p:cNvGrpSpPr/>
            <p:nvPr/>
          </p:nvGrpSpPr>
          <p:grpSpPr>
            <a:xfrm flipH="1" rot="10800000">
              <a:off x="158650" y="4066400"/>
              <a:ext cx="2160475" cy="954440"/>
              <a:chOff x="100325" y="227610"/>
              <a:chExt cx="2160475" cy="954440"/>
            </a:xfrm>
          </p:grpSpPr>
          <p:sp>
            <p:nvSpPr>
              <p:cNvPr id="93" name="Google Shape;93;p3"/>
              <p:cNvSpPr/>
              <p:nvPr/>
            </p:nvSpPr>
            <p:spPr>
              <a:xfrm>
                <a:off x="243516" y="71263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100325" y="56945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1843800" y="227610"/>
                <a:ext cx="417000" cy="4167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 rot="-5400000">
                <a:off x="1097232" y="-45701"/>
                <a:ext cx="304978" cy="1211724"/>
              </a:xfrm>
              <a:custGeom>
                <a:rect b="b" l="l" r="r" t="t"/>
                <a:pathLst>
                  <a:path extrusionOk="0" h="14717" w="3704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" name="Google Shape;97;p3"/>
            <p:cNvGrpSpPr/>
            <p:nvPr/>
          </p:nvGrpSpPr>
          <p:grpSpPr>
            <a:xfrm rot="-5400000">
              <a:off x="6929868" y="1366656"/>
              <a:ext cx="3284287" cy="804021"/>
              <a:chOff x="5822921" y="4332649"/>
              <a:chExt cx="3284287" cy="804021"/>
            </a:xfrm>
          </p:grpSpPr>
          <p:sp>
            <p:nvSpPr>
              <p:cNvPr id="98" name="Google Shape;98;p3"/>
              <p:cNvSpPr/>
              <p:nvPr/>
            </p:nvSpPr>
            <p:spPr>
              <a:xfrm flipH="1">
                <a:off x="6142491" y="4605900"/>
                <a:ext cx="2358631" cy="394498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8494308" y="4332649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5822921" y="4810270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" name="Google Shape;101;p3"/>
            <p:cNvGrpSpPr/>
            <p:nvPr/>
          </p:nvGrpSpPr>
          <p:grpSpPr>
            <a:xfrm flipH="1">
              <a:off x="7541750" y="4351725"/>
              <a:ext cx="1439100" cy="504550"/>
              <a:chOff x="2539675" y="122850"/>
              <a:chExt cx="1439100" cy="504550"/>
            </a:xfrm>
          </p:grpSpPr>
          <p:sp>
            <p:nvSpPr>
              <p:cNvPr id="102" name="Google Shape;102;p3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3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4" name="Google Shape;104;p3"/>
          <p:cNvGrpSpPr/>
          <p:nvPr/>
        </p:nvGrpSpPr>
        <p:grpSpPr>
          <a:xfrm>
            <a:off x="-2861" y="146445"/>
            <a:ext cx="8781756" cy="4793903"/>
            <a:chOff x="-2861" y="146445"/>
            <a:chExt cx="8781756" cy="4793903"/>
          </a:xfrm>
        </p:grpSpPr>
        <p:grpSp>
          <p:nvGrpSpPr>
            <p:cNvPr id="105" name="Google Shape;105;p3"/>
            <p:cNvGrpSpPr/>
            <p:nvPr/>
          </p:nvGrpSpPr>
          <p:grpSpPr>
            <a:xfrm>
              <a:off x="2896700" y="146445"/>
              <a:ext cx="246063" cy="246061"/>
              <a:chOff x="2896700" y="146445"/>
              <a:chExt cx="246063" cy="246061"/>
            </a:xfrm>
          </p:grpSpPr>
          <p:sp>
            <p:nvSpPr>
              <p:cNvPr id="106" name="Google Shape;106;p3"/>
              <p:cNvSpPr/>
              <p:nvPr/>
            </p:nvSpPr>
            <p:spPr>
              <a:xfrm rot="-5400000">
                <a:off x="3083671" y="333414"/>
                <a:ext cx="59092" cy="59092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1"/>
                      <a:pt x="244" y="1085"/>
                      <a:pt x="543" y="1085"/>
                    </a:cubicBezTo>
                    <a:cubicBezTo>
                      <a:pt x="842" y="1085"/>
                      <a:pt x="1084" y="841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 rot="-5400000">
                <a:off x="2991520" y="241264"/>
                <a:ext cx="59092" cy="59092"/>
              </a:xfrm>
              <a:custGeom>
                <a:rect b="b" l="l" r="r" t="t"/>
                <a:pathLst>
                  <a:path extrusionOk="0" h="1085" w="1085">
                    <a:moveTo>
                      <a:pt x="544" y="0"/>
                    </a:moveTo>
                    <a:cubicBezTo>
                      <a:pt x="243" y="0"/>
                      <a:pt x="1" y="242"/>
                      <a:pt x="1" y="541"/>
                    </a:cubicBezTo>
                    <a:cubicBezTo>
                      <a:pt x="1" y="841"/>
                      <a:pt x="243" y="1084"/>
                      <a:pt x="544" y="1084"/>
                    </a:cubicBezTo>
                    <a:cubicBezTo>
                      <a:pt x="843" y="1084"/>
                      <a:pt x="1085" y="841"/>
                      <a:pt x="1085" y="541"/>
                    </a:cubicBezTo>
                    <a:cubicBezTo>
                      <a:pt x="1085" y="242"/>
                      <a:pt x="843" y="0"/>
                      <a:pt x="5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 rot="-5400000">
                <a:off x="2896700" y="146445"/>
                <a:ext cx="59092" cy="59092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2" y="1"/>
                      <a:pt x="0" y="243"/>
                      <a:pt x="0" y="542"/>
                    </a:cubicBezTo>
                    <a:cubicBezTo>
                      <a:pt x="0" y="843"/>
                      <a:pt x="242" y="1085"/>
                      <a:pt x="542" y="1085"/>
                    </a:cubicBezTo>
                    <a:cubicBezTo>
                      <a:pt x="842" y="1085"/>
                      <a:pt x="1084" y="843"/>
                      <a:pt x="1084" y="542"/>
                    </a:cubicBezTo>
                    <a:cubicBezTo>
                      <a:pt x="1084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" name="Google Shape;109;p3"/>
            <p:cNvGrpSpPr/>
            <p:nvPr/>
          </p:nvGrpSpPr>
          <p:grpSpPr>
            <a:xfrm>
              <a:off x="5718551" y="4138851"/>
              <a:ext cx="3060344" cy="801498"/>
              <a:chOff x="5718551" y="4138851"/>
              <a:chExt cx="3060344" cy="801498"/>
            </a:xfrm>
          </p:grpSpPr>
          <p:sp>
            <p:nvSpPr>
              <p:cNvPr id="110" name="Google Shape;110;p3"/>
              <p:cNvSpPr/>
              <p:nvPr/>
            </p:nvSpPr>
            <p:spPr>
              <a:xfrm flipH="1">
                <a:off x="8715410" y="4138851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3" y="1085"/>
                    </a:cubicBezTo>
                    <a:cubicBezTo>
                      <a:pt x="842" y="1085"/>
                      <a:pt x="1085" y="842"/>
                      <a:pt x="1085" y="543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3"/>
              <p:cNvSpPr/>
              <p:nvPr/>
            </p:nvSpPr>
            <p:spPr>
              <a:xfrm flipH="1">
                <a:off x="8613595" y="4240666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3"/>
              <p:cNvSpPr/>
              <p:nvPr/>
            </p:nvSpPr>
            <p:spPr>
              <a:xfrm flipH="1">
                <a:off x="8514531" y="4339731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1"/>
                      <a:pt x="243" y="1085"/>
                      <a:pt x="542" y="1085"/>
                    </a:cubicBezTo>
                    <a:cubicBezTo>
                      <a:pt x="841" y="1085"/>
                      <a:pt x="1085" y="841"/>
                      <a:pt x="1085" y="542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3"/>
              <p:cNvSpPr/>
              <p:nvPr/>
            </p:nvSpPr>
            <p:spPr>
              <a:xfrm flipH="1">
                <a:off x="5919430" y="4675979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3" y="1085"/>
                    </a:cubicBezTo>
                    <a:cubicBezTo>
                      <a:pt x="842" y="1085"/>
                      <a:pt x="1085" y="842"/>
                      <a:pt x="1085" y="543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3"/>
              <p:cNvSpPr/>
              <p:nvPr/>
            </p:nvSpPr>
            <p:spPr>
              <a:xfrm flipH="1">
                <a:off x="5817615" y="4777795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3"/>
              <p:cNvSpPr/>
              <p:nvPr/>
            </p:nvSpPr>
            <p:spPr>
              <a:xfrm flipH="1">
                <a:off x="5718551" y="4876860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1"/>
                      <a:pt x="243" y="1085"/>
                      <a:pt x="542" y="1085"/>
                    </a:cubicBezTo>
                    <a:cubicBezTo>
                      <a:pt x="841" y="1085"/>
                      <a:pt x="1085" y="841"/>
                      <a:pt x="1085" y="542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-2861" y="3608218"/>
              <a:ext cx="989098" cy="1193483"/>
              <a:chOff x="-2861" y="3608218"/>
              <a:chExt cx="989098" cy="1193483"/>
            </a:xfrm>
          </p:grpSpPr>
          <p:sp>
            <p:nvSpPr>
              <p:cNvPr id="117" name="Google Shape;117;p3"/>
              <p:cNvSpPr/>
              <p:nvPr/>
            </p:nvSpPr>
            <p:spPr>
              <a:xfrm flipH="1" rot="-5400000">
                <a:off x="182005" y="3793125"/>
                <a:ext cx="58450" cy="58409"/>
              </a:xfrm>
              <a:custGeom>
                <a:rect b="b" l="l" r="r" t="t"/>
                <a:pathLst>
                  <a:path extrusionOk="0" h="1396" w="1397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3"/>
                      <a:pt x="313" y="1396"/>
                      <a:pt x="698" y="1396"/>
                    </a:cubicBezTo>
                    <a:cubicBezTo>
                      <a:pt x="1084" y="1396"/>
                      <a:pt x="1397" y="1083"/>
                      <a:pt x="1397" y="698"/>
                    </a:cubicBezTo>
                    <a:cubicBezTo>
                      <a:pt x="1397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3"/>
              <p:cNvSpPr/>
              <p:nvPr/>
            </p:nvSpPr>
            <p:spPr>
              <a:xfrm flipH="1" rot="-5400000">
                <a:off x="90838" y="3701958"/>
                <a:ext cx="58409" cy="58450"/>
              </a:xfrm>
              <a:custGeom>
                <a:rect b="b" l="l" r="r" t="t"/>
                <a:pathLst>
                  <a:path extrusionOk="0" h="1397" w="1396">
                    <a:moveTo>
                      <a:pt x="698" y="1"/>
                    </a:moveTo>
                    <a:cubicBezTo>
                      <a:pt x="312" y="1"/>
                      <a:pt x="0" y="314"/>
                      <a:pt x="0" y="699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699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 flipH="1" rot="-5400000">
                <a:off x="-2882" y="3608238"/>
                <a:ext cx="58450" cy="58409"/>
              </a:xfrm>
              <a:custGeom>
                <a:rect b="b" l="l" r="r" t="t"/>
                <a:pathLst>
                  <a:path extrusionOk="0" h="1396" w="1397">
                    <a:moveTo>
                      <a:pt x="700" y="1"/>
                    </a:moveTo>
                    <a:cubicBezTo>
                      <a:pt x="314" y="1"/>
                      <a:pt x="1" y="313"/>
                      <a:pt x="1" y="698"/>
                    </a:cubicBezTo>
                    <a:cubicBezTo>
                      <a:pt x="1" y="1083"/>
                      <a:pt x="314" y="1396"/>
                      <a:pt x="700" y="1396"/>
                    </a:cubicBezTo>
                    <a:cubicBezTo>
                      <a:pt x="1085" y="1396"/>
                      <a:pt x="1397" y="1083"/>
                      <a:pt x="1397" y="698"/>
                    </a:cubicBezTo>
                    <a:cubicBezTo>
                      <a:pt x="1397" y="313"/>
                      <a:pt x="1085" y="1"/>
                      <a:pt x="7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 flipH="1" rot="-5400000">
                <a:off x="742901" y="4558363"/>
                <a:ext cx="58409" cy="58492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 flipH="1" rot="-5400000">
                <a:off x="836599" y="4652103"/>
                <a:ext cx="58450" cy="58409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 flipH="1" rot="-5400000">
                <a:off x="927766" y="4743229"/>
                <a:ext cx="58450" cy="58492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3" name="Google Shape;123;p3"/>
          <p:cNvGrpSpPr/>
          <p:nvPr/>
        </p:nvGrpSpPr>
        <p:grpSpPr>
          <a:xfrm>
            <a:off x="3200919" y="-46587"/>
            <a:ext cx="4499581" cy="632146"/>
            <a:chOff x="3200919" y="-46587"/>
            <a:chExt cx="4499581" cy="632146"/>
          </a:xfrm>
        </p:grpSpPr>
        <p:sp>
          <p:nvSpPr>
            <p:cNvPr id="124" name="Google Shape;124;p3"/>
            <p:cNvSpPr/>
            <p:nvPr/>
          </p:nvSpPr>
          <p:spPr>
            <a:xfrm rot="-5400000">
              <a:off x="6701964" y="138777"/>
              <a:ext cx="535312" cy="164586"/>
            </a:xfrm>
            <a:custGeom>
              <a:rect b="b" l="l" r="r" t="t"/>
              <a:pathLst>
                <a:path extrusionOk="0" h="3022" w="9829">
                  <a:moveTo>
                    <a:pt x="1238" y="1"/>
                  </a:moveTo>
                  <a:cubicBezTo>
                    <a:pt x="555" y="1"/>
                    <a:pt x="0" y="555"/>
                    <a:pt x="0" y="1239"/>
                  </a:cubicBezTo>
                  <a:cubicBezTo>
                    <a:pt x="0" y="1922"/>
                    <a:pt x="555" y="2475"/>
                    <a:pt x="1238" y="2475"/>
                  </a:cubicBezTo>
                  <a:cubicBezTo>
                    <a:pt x="1512" y="2475"/>
                    <a:pt x="1764" y="2383"/>
                    <a:pt x="1968" y="2232"/>
                  </a:cubicBezTo>
                  <a:lnTo>
                    <a:pt x="2713" y="2976"/>
                  </a:lnTo>
                  <a:cubicBezTo>
                    <a:pt x="2742" y="3005"/>
                    <a:pt x="2781" y="3021"/>
                    <a:pt x="2822" y="3021"/>
                  </a:cubicBezTo>
                  <a:lnTo>
                    <a:pt x="4763" y="3021"/>
                  </a:lnTo>
                  <a:cubicBezTo>
                    <a:pt x="4804" y="3021"/>
                    <a:pt x="4843" y="3005"/>
                    <a:pt x="4872" y="2976"/>
                  </a:cubicBezTo>
                  <a:lnTo>
                    <a:pt x="6539" y="1310"/>
                  </a:lnTo>
                  <a:lnTo>
                    <a:pt x="9675" y="1310"/>
                  </a:lnTo>
                  <a:cubicBezTo>
                    <a:pt x="9760" y="1310"/>
                    <a:pt x="9829" y="1241"/>
                    <a:pt x="9829" y="1156"/>
                  </a:cubicBezTo>
                  <a:cubicBezTo>
                    <a:pt x="9829" y="1071"/>
                    <a:pt x="9760" y="1002"/>
                    <a:pt x="9675" y="1002"/>
                  </a:cubicBezTo>
                  <a:lnTo>
                    <a:pt x="6475" y="1002"/>
                  </a:lnTo>
                  <a:cubicBezTo>
                    <a:pt x="6435" y="1002"/>
                    <a:pt x="6394" y="1019"/>
                    <a:pt x="6366" y="1047"/>
                  </a:cubicBezTo>
                  <a:lnTo>
                    <a:pt x="4700" y="2714"/>
                  </a:lnTo>
                  <a:lnTo>
                    <a:pt x="2885" y="2714"/>
                  </a:lnTo>
                  <a:lnTo>
                    <a:pt x="2191" y="2019"/>
                  </a:lnTo>
                  <a:cubicBezTo>
                    <a:pt x="2366" y="1805"/>
                    <a:pt x="2476" y="1535"/>
                    <a:pt x="2476" y="1239"/>
                  </a:cubicBezTo>
                  <a:cubicBezTo>
                    <a:pt x="2476" y="555"/>
                    <a:pt x="1921" y="1"/>
                    <a:pt x="12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 rot="-5400000">
              <a:off x="6926377" y="392872"/>
              <a:ext cx="56859" cy="56859"/>
            </a:xfrm>
            <a:custGeom>
              <a:rect b="b" l="l" r="r" t="t"/>
              <a:pathLst>
                <a:path extrusionOk="0" h="1044" w="1044">
                  <a:moveTo>
                    <a:pt x="522" y="0"/>
                  </a:moveTo>
                  <a:cubicBezTo>
                    <a:pt x="233" y="0"/>
                    <a:pt x="0" y="234"/>
                    <a:pt x="0" y="522"/>
                  </a:cubicBezTo>
                  <a:cubicBezTo>
                    <a:pt x="0" y="809"/>
                    <a:pt x="235" y="1043"/>
                    <a:pt x="522" y="1043"/>
                  </a:cubicBezTo>
                  <a:cubicBezTo>
                    <a:pt x="809" y="1043"/>
                    <a:pt x="1043" y="809"/>
                    <a:pt x="1043" y="522"/>
                  </a:cubicBezTo>
                  <a:cubicBezTo>
                    <a:pt x="1043" y="233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 rot="-5400000">
              <a:off x="5186255" y="126522"/>
              <a:ext cx="632146" cy="285928"/>
            </a:xfrm>
            <a:custGeom>
              <a:rect b="b" l="l" r="r" t="t"/>
              <a:pathLst>
                <a:path extrusionOk="0" h="5250" w="11607">
                  <a:moveTo>
                    <a:pt x="7737" y="0"/>
                  </a:moveTo>
                  <a:cubicBezTo>
                    <a:pt x="7697" y="0"/>
                    <a:pt x="7658" y="16"/>
                    <a:pt x="7629" y="45"/>
                  </a:cubicBezTo>
                  <a:lnTo>
                    <a:pt x="6105" y="1569"/>
                  </a:lnTo>
                  <a:lnTo>
                    <a:pt x="3503" y="1569"/>
                  </a:lnTo>
                  <a:cubicBezTo>
                    <a:pt x="3462" y="1569"/>
                    <a:pt x="3422" y="1584"/>
                    <a:pt x="3394" y="1614"/>
                  </a:cubicBezTo>
                  <a:lnTo>
                    <a:pt x="1980" y="3028"/>
                  </a:lnTo>
                  <a:cubicBezTo>
                    <a:pt x="1772" y="2871"/>
                    <a:pt x="1517" y="2775"/>
                    <a:pt x="1237" y="2775"/>
                  </a:cubicBezTo>
                  <a:cubicBezTo>
                    <a:pt x="553" y="2775"/>
                    <a:pt x="0" y="3328"/>
                    <a:pt x="0" y="4011"/>
                  </a:cubicBezTo>
                  <a:cubicBezTo>
                    <a:pt x="0" y="4695"/>
                    <a:pt x="553" y="5249"/>
                    <a:pt x="1237" y="5249"/>
                  </a:cubicBezTo>
                  <a:cubicBezTo>
                    <a:pt x="1920" y="5249"/>
                    <a:pt x="2474" y="4695"/>
                    <a:pt x="2474" y="4011"/>
                  </a:cubicBezTo>
                  <a:cubicBezTo>
                    <a:pt x="2474" y="3719"/>
                    <a:pt x="2369" y="3455"/>
                    <a:pt x="2199" y="3243"/>
                  </a:cubicBezTo>
                  <a:lnTo>
                    <a:pt x="3567" y="1876"/>
                  </a:lnTo>
                  <a:lnTo>
                    <a:pt x="6169" y="1876"/>
                  </a:lnTo>
                  <a:cubicBezTo>
                    <a:pt x="6209" y="1876"/>
                    <a:pt x="6248" y="1860"/>
                    <a:pt x="6277" y="1831"/>
                  </a:cubicBezTo>
                  <a:lnTo>
                    <a:pt x="7801" y="308"/>
                  </a:lnTo>
                  <a:lnTo>
                    <a:pt x="11453" y="308"/>
                  </a:lnTo>
                  <a:cubicBezTo>
                    <a:pt x="11538" y="308"/>
                    <a:pt x="11607" y="239"/>
                    <a:pt x="11607" y="154"/>
                  </a:cubicBezTo>
                  <a:cubicBezTo>
                    <a:pt x="11607" y="69"/>
                    <a:pt x="11538" y="0"/>
                    <a:pt x="114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 rot="-5400000">
              <a:off x="5549494" y="489815"/>
              <a:ext cx="56750" cy="56750"/>
            </a:xfrm>
            <a:custGeom>
              <a:rect b="b" l="l" r="r" t="t"/>
              <a:pathLst>
                <a:path extrusionOk="0" h="1042" w="1042">
                  <a:moveTo>
                    <a:pt x="522" y="0"/>
                  </a:moveTo>
                  <a:cubicBezTo>
                    <a:pt x="233" y="0"/>
                    <a:pt x="0" y="233"/>
                    <a:pt x="0" y="520"/>
                  </a:cubicBezTo>
                  <a:cubicBezTo>
                    <a:pt x="0" y="809"/>
                    <a:pt x="233" y="1042"/>
                    <a:pt x="522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 rot="-5400000">
              <a:off x="7533164" y="142881"/>
              <a:ext cx="85288" cy="85343"/>
            </a:xfrm>
            <a:custGeom>
              <a:rect b="b" l="l" r="r" t="t"/>
              <a:pathLst>
                <a:path extrusionOk="0" h="1567" w="1566">
                  <a:moveTo>
                    <a:pt x="783" y="0"/>
                  </a:moveTo>
                  <a:cubicBezTo>
                    <a:pt x="350" y="0"/>
                    <a:pt x="0" y="351"/>
                    <a:pt x="0" y="783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6" y="1567"/>
                    <a:pt x="1566" y="1216"/>
                    <a:pt x="1566" y="783"/>
                  </a:cubicBezTo>
                  <a:cubicBezTo>
                    <a:pt x="1566" y="351"/>
                    <a:pt x="1216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 rot="-5400000">
              <a:off x="7451116" y="60833"/>
              <a:ext cx="249384" cy="249384"/>
            </a:xfrm>
            <a:custGeom>
              <a:rect b="b" l="l" r="r" t="t"/>
              <a:pathLst>
                <a:path extrusionOk="0" h="4579" w="4579">
                  <a:moveTo>
                    <a:pt x="2289" y="154"/>
                  </a:moveTo>
                  <a:cubicBezTo>
                    <a:pt x="3466" y="154"/>
                    <a:pt x="4425" y="1111"/>
                    <a:pt x="4425" y="2289"/>
                  </a:cubicBezTo>
                  <a:cubicBezTo>
                    <a:pt x="4425" y="3468"/>
                    <a:pt x="3466" y="4425"/>
                    <a:pt x="2289" y="4425"/>
                  </a:cubicBezTo>
                  <a:cubicBezTo>
                    <a:pt x="1112" y="4425"/>
                    <a:pt x="154" y="3466"/>
                    <a:pt x="154" y="2289"/>
                  </a:cubicBezTo>
                  <a:cubicBezTo>
                    <a:pt x="154" y="1111"/>
                    <a:pt x="1112" y="154"/>
                    <a:pt x="2289" y="154"/>
                  </a:cubicBezTo>
                  <a:close/>
                  <a:moveTo>
                    <a:pt x="2289" y="0"/>
                  </a:moveTo>
                  <a:cubicBezTo>
                    <a:pt x="1026" y="0"/>
                    <a:pt x="0" y="1027"/>
                    <a:pt x="0" y="2289"/>
                  </a:cubicBezTo>
                  <a:cubicBezTo>
                    <a:pt x="0" y="3551"/>
                    <a:pt x="1026" y="4579"/>
                    <a:pt x="2289" y="4579"/>
                  </a:cubicBezTo>
                  <a:cubicBezTo>
                    <a:pt x="3552" y="4579"/>
                    <a:pt x="4579" y="3551"/>
                    <a:pt x="4579" y="2289"/>
                  </a:cubicBezTo>
                  <a:cubicBezTo>
                    <a:pt x="4579" y="1027"/>
                    <a:pt x="3552" y="0"/>
                    <a:pt x="2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 rot="-5400000">
              <a:off x="7187027" y="238716"/>
              <a:ext cx="128967" cy="128967"/>
            </a:xfrm>
            <a:custGeom>
              <a:rect b="b" l="l" r="r" t="t"/>
              <a:pathLst>
                <a:path extrusionOk="0" h="2368" w="2368">
                  <a:moveTo>
                    <a:pt x="1184" y="154"/>
                  </a:moveTo>
                  <a:cubicBezTo>
                    <a:pt x="1751" y="154"/>
                    <a:pt x="2214" y="616"/>
                    <a:pt x="2214" y="1184"/>
                  </a:cubicBezTo>
                  <a:cubicBezTo>
                    <a:pt x="2214" y="1751"/>
                    <a:pt x="1751" y="2213"/>
                    <a:pt x="1184" y="2213"/>
                  </a:cubicBezTo>
                  <a:cubicBezTo>
                    <a:pt x="617" y="2213"/>
                    <a:pt x="156" y="1751"/>
                    <a:pt x="156" y="1184"/>
                  </a:cubicBezTo>
                  <a:cubicBezTo>
                    <a:pt x="156" y="616"/>
                    <a:pt x="617" y="154"/>
                    <a:pt x="1184" y="154"/>
                  </a:cubicBezTo>
                  <a:close/>
                  <a:moveTo>
                    <a:pt x="1184" y="0"/>
                  </a:moveTo>
                  <a:cubicBezTo>
                    <a:pt x="531" y="0"/>
                    <a:pt x="1" y="531"/>
                    <a:pt x="1" y="1184"/>
                  </a:cubicBezTo>
                  <a:cubicBezTo>
                    <a:pt x="1" y="1836"/>
                    <a:pt x="531" y="2367"/>
                    <a:pt x="1184" y="2367"/>
                  </a:cubicBezTo>
                  <a:cubicBezTo>
                    <a:pt x="1837" y="2367"/>
                    <a:pt x="2367" y="1836"/>
                    <a:pt x="2367" y="1184"/>
                  </a:cubicBezTo>
                  <a:cubicBezTo>
                    <a:pt x="2367" y="531"/>
                    <a:pt x="1837" y="0"/>
                    <a:pt x="1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 rot="-5400000">
              <a:off x="4728867" y="138777"/>
              <a:ext cx="535312" cy="164586"/>
            </a:xfrm>
            <a:custGeom>
              <a:rect b="b" l="l" r="r" t="t"/>
              <a:pathLst>
                <a:path extrusionOk="0" h="3022" w="9829">
                  <a:moveTo>
                    <a:pt x="1238" y="1"/>
                  </a:moveTo>
                  <a:cubicBezTo>
                    <a:pt x="555" y="1"/>
                    <a:pt x="0" y="555"/>
                    <a:pt x="0" y="1239"/>
                  </a:cubicBezTo>
                  <a:cubicBezTo>
                    <a:pt x="0" y="1922"/>
                    <a:pt x="555" y="2475"/>
                    <a:pt x="1238" y="2475"/>
                  </a:cubicBezTo>
                  <a:cubicBezTo>
                    <a:pt x="1512" y="2475"/>
                    <a:pt x="1764" y="2383"/>
                    <a:pt x="1968" y="2232"/>
                  </a:cubicBezTo>
                  <a:lnTo>
                    <a:pt x="2713" y="2976"/>
                  </a:lnTo>
                  <a:cubicBezTo>
                    <a:pt x="2742" y="3005"/>
                    <a:pt x="2781" y="3021"/>
                    <a:pt x="2822" y="3021"/>
                  </a:cubicBezTo>
                  <a:lnTo>
                    <a:pt x="4763" y="3021"/>
                  </a:lnTo>
                  <a:cubicBezTo>
                    <a:pt x="4804" y="3021"/>
                    <a:pt x="4843" y="3005"/>
                    <a:pt x="4872" y="2976"/>
                  </a:cubicBezTo>
                  <a:lnTo>
                    <a:pt x="6539" y="1310"/>
                  </a:lnTo>
                  <a:lnTo>
                    <a:pt x="9675" y="1310"/>
                  </a:lnTo>
                  <a:cubicBezTo>
                    <a:pt x="9760" y="1310"/>
                    <a:pt x="9829" y="1241"/>
                    <a:pt x="9829" y="1156"/>
                  </a:cubicBezTo>
                  <a:cubicBezTo>
                    <a:pt x="9829" y="1071"/>
                    <a:pt x="9760" y="1002"/>
                    <a:pt x="9675" y="1002"/>
                  </a:cubicBezTo>
                  <a:lnTo>
                    <a:pt x="6475" y="1002"/>
                  </a:lnTo>
                  <a:cubicBezTo>
                    <a:pt x="6435" y="1002"/>
                    <a:pt x="6394" y="1019"/>
                    <a:pt x="6366" y="1047"/>
                  </a:cubicBezTo>
                  <a:lnTo>
                    <a:pt x="4700" y="2714"/>
                  </a:lnTo>
                  <a:lnTo>
                    <a:pt x="2885" y="2714"/>
                  </a:lnTo>
                  <a:lnTo>
                    <a:pt x="2191" y="2019"/>
                  </a:lnTo>
                  <a:cubicBezTo>
                    <a:pt x="2366" y="1805"/>
                    <a:pt x="2476" y="1535"/>
                    <a:pt x="2476" y="1239"/>
                  </a:cubicBezTo>
                  <a:cubicBezTo>
                    <a:pt x="2476" y="555"/>
                    <a:pt x="1921" y="1"/>
                    <a:pt x="12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 rot="-5400000">
              <a:off x="4953280" y="392872"/>
              <a:ext cx="56859" cy="56859"/>
            </a:xfrm>
            <a:custGeom>
              <a:rect b="b" l="l" r="r" t="t"/>
              <a:pathLst>
                <a:path extrusionOk="0" h="1044" w="1044">
                  <a:moveTo>
                    <a:pt x="522" y="0"/>
                  </a:moveTo>
                  <a:cubicBezTo>
                    <a:pt x="233" y="0"/>
                    <a:pt x="0" y="234"/>
                    <a:pt x="0" y="522"/>
                  </a:cubicBezTo>
                  <a:cubicBezTo>
                    <a:pt x="0" y="809"/>
                    <a:pt x="235" y="1043"/>
                    <a:pt x="522" y="1043"/>
                  </a:cubicBezTo>
                  <a:cubicBezTo>
                    <a:pt x="809" y="1043"/>
                    <a:pt x="1043" y="809"/>
                    <a:pt x="1043" y="522"/>
                  </a:cubicBezTo>
                  <a:cubicBezTo>
                    <a:pt x="1043" y="233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 rot="-5400000">
              <a:off x="3466104" y="126522"/>
              <a:ext cx="632146" cy="285928"/>
            </a:xfrm>
            <a:custGeom>
              <a:rect b="b" l="l" r="r" t="t"/>
              <a:pathLst>
                <a:path extrusionOk="0" h="5250" w="11607">
                  <a:moveTo>
                    <a:pt x="7737" y="0"/>
                  </a:moveTo>
                  <a:cubicBezTo>
                    <a:pt x="7697" y="0"/>
                    <a:pt x="7658" y="16"/>
                    <a:pt x="7629" y="45"/>
                  </a:cubicBezTo>
                  <a:lnTo>
                    <a:pt x="6105" y="1569"/>
                  </a:lnTo>
                  <a:lnTo>
                    <a:pt x="3503" y="1569"/>
                  </a:lnTo>
                  <a:cubicBezTo>
                    <a:pt x="3462" y="1569"/>
                    <a:pt x="3422" y="1584"/>
                    <a:pt x="3394" y="1614"/>
                  </a:cubicBezTo>
                  <a:lnTo>
                    <a:pt x="1980" y="3028"/>
                  </a:lnTo>
                  <a:cubicBezTo>
                    <a:pt x="1772" y="2871"/>
                    <a:pt x="1517" y="2775"/>
                    <a:pt x="1237" y="2775"/>
                  </a:cubicBezTo>
                  <a:cubicBezTo>
                    <a:pt x="553" y="2775"/>
                    <a:pt x="0" y="3328"/>
                    <a:pt x="0" y="4011"/>
                  </a:cubicBezTo>
                  <a:cubicBezTo>
                    <a:pt x="0" y="4695"/>
                    <a:pt x="553" y="5249"/>
                    <a:pt x="1237" y="5249"/>
                  </a:cubicBezTo>
                  <a:cubicBezTo>
                    <a:pt x="1920" y="5249"/>
                    <a:pt x="2474" y="4695"/>
                    <a:pt x="2474" y="4011"/>
                  </a:cubicBezTo>
                  <a:cubicBezTo>
                    <a:pt x="2474" y="3719"/>
                    <a:pt x="2369" y="3455"/>
                    <a:pt x="2199" y="3243"/>
                  </a:cubicBezTo>
                  <a:lnTo>
                    <a:pt x="3567" y="1876"/>
                  </a:lnTo>
                  <a:lnTo>
                    <a:pt x="6169" y="1876"/>
                  </a:lnTo>
                  <a:cubicBezTo>
                    <a:pt x="6209" y="1876"/>
                    <a:pt x="6248" y="1860"/>
                    <a:pt x="6277" y="1831"/>
                  </a:cubicBezTo>
                  <a:lnTo>
                    <a:pt x="7801" y="308"/>
                  </a:lnTo>
                  <a:lnTo>
                    <a:pt x="11453" y="308"/>
                  </a:lnTo>
                  <a:cubicBezTo>
                    <a:pt x="11538" y="308"/>
                    <a:pt x="11607" y="239"/>
                    <a:pt x="11607" y="154"/>
                  </a:cubicBezTo>
                  <a:cubicBezTo>
                    <a:pt x="11607" y="69"/>
                    <a:pt x="11538" y="0"/>
                    <a:pt x="114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 rot="-5400000">
              <a:off x="3829343" y="489815"/>
              <a:ext cx="56750" cy="56750"/>
            </a:xfrm>
            <a:custGeom>
              <a:rect b="b" l="l" r="r" t="t"/>
              <a:pathLst>
                <a:path extrusionOk="0" h="1042" w="1042">
                  <a:moveTo>
                    <a:pt x="522" y="0"/>
                  </a:moveTo>
                  <a:cubicBezTo>
                    <a:pt x="233" y="0"/>
                    <a:pt x="0" y="233"/>
                    <a:pt x="0" y="520"/>
                  </a:cubicBezTo>
                  <a:cubicBezTo>
                    <a:pt x="0" y="809"/>
                    <a:pt x="233" y="1042"/>
                    <a:pt x="522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 rot="-5400000">
              <a:off x="3200919" y="139568"/>
              <a:ext cx="128967" cy="128967"/>
            </a:xfrm>
            <a:custGeom>
              <a:rect b="b" l="l" r="r" t="t"/>
              <a:pathLst>
                <a:path extrusionOk="0" h="2368" w="2368">
                  <a:moveTo>
                    <a:pt x="1184" y="154"/>
                  </a:moveTo>
                  <a:cubicBezTo>
                    <a:pt x="1751" y="154"/>
                    <a:pt x="2214" y="617"/>
                    <a:pt x="2214" y="1184"/>
                  </a:cubicBezTo>
                  <a:cubicBezTo>
                    <a:pt x="2214" y="1751"/>
                    <a:pt x="1751" y="2212"/>
                    <a:pt x="1184" y="2212"/>
                  </a:cubicBezTo>
                  <a:cubicBezTo>
                    <a:pt x="616" y="2212"/>
                    <a:pt x="155" y="1751"/>
                    <a:pt x="155" y="1184"/>
                  </a:cubicBezTo>
                  <a:cubicBezTo>
                    <a:pt x="155" y="617"/>
                    <a:pt x="616" y="154"/>
                    <a:pt x="1184" y="154"/>
                  </a:cubicBezTo>
                  <a:close/>
                  <a:moveTo>
                    <a:pt x="1184" y="1"/>
                  </a:moveTo>
                  <a:cubicBezTo>
                    <a:pt x="531" y="1"/>
                    <a:pt x="0" y="531"/>
                    <a:pt x="0" y="1184"/>
                  </a:cubicBezTo>
                  <a:cubicBezTo>
                    <a:pt x="0" y="1837"/>
                    <a:pt x="531" y="2367"/>
                    <a:pt x="1184" y="2367"/>
                  </a:cubicBezTo>
                  <a:cubicBezTo>
                    <a:pt x="1836" y="2367"/>
                    <a:pt x="2367" y="1837"/>
                    <a:pt x="2367" y="1184"/>
                  </a:cubicBezTo>
                  <a:cubicBezTo>
                    <a:pt x="2367" y="531"/>
                    <a:pt x="1836" y="1"/>
                    <a:pt x="11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" name="Google Shape;136;p3"/>
          <p:cNvGrpSpPr/>
          <p:nvPr/>
        </p:nvGrpSpPr>
        <p:grpSpPr>
          <a:xfrm>
            <a:off x="6686771" y="4400382"/>
            <a:ext cx="2282172" cy="803818"/>
            <a:chOff x="6686771" y="4400382"/>
            <a:chExt cx="2282172" cy="803818"/>
          </a:xfrm>
        </p:grpSpPr>
        <p:sp>
          <p:nvSpPr>
            <p:cNvPr id="137" name="Google Shape;137;p3"/>
            <p:cNvSpPr/>
            <p:nvPr/>
          </p:nvSpPr>
          <p:spPr>
            <a:xfrm flipH="1">
              <a:off x="6811756" y="4630402"/>
              <a:ext cx="247859" cy="573798"/>
            </a:xfrm>
            <a:custGeom>
              <a:rect b="b" l="l" r="r" t="t"/>
              <a:pathLst>
                <a:path extrusionOk="0" h="9806" w="4236">
                  <a:moveTo>
                    <a:pt x="1239" y="1"/>
                  </a:moveTo>
                  <a:cubicBezTo>
                    <a:pt x="555" y="1"/>
                    <a:pt x="1" y="554"/>
                    <a:pt x="1" y="1237"/>
                  </a:cubicBezTo>
                  <a:cubicBezTo>
                    <a:pt x="1" y="1921"/>
                    <a:pt x="555" y="2475"/>
                    <a:pt x="1239" y="2475"/>
                  </a:cubicBezTo>
                  <a:cubicBezTo>
                    <a:pt x="1525" y="2475"/>
                    <a:pt x="1784" y="2374"/>
                    <a:pt x="1994" y="2211"/>
                  </a:cubicBezTo>
                  <a:lnTo>
                    <a:pt x="3928" y="4145"/>
                  </a:lnTo>
                  <a:lnTo>
                    <a:pt x="3928" y="9652"/>
                  </a:lnTo>
                  <a:cubicBezTo>
                    <a:pt x="3928" y="9737"/>
                    <a:pt x="3997" y="9806"/>
                    <a:pt x="4082" y="9806"/>
                  </a:cubicBezTo>
                  <a:cubicBezTo>
                    <a:pt x="4167" y="9806"/>
                    <a:pt x="4235" y="9737"/>
                    <a:pt x="4235" y="9652"/>
                  </a:cubicBezTo>
                  <a:lnTo>
                    <a:pt x="4235" y="4082"/>
                  </a:lnTo>
                  <a:cubicBezTo>
                    <a:pt x="4235" y="4041"/>
                    <a:pt x="4219" y="4001"/>
                    <a:pt x="4191" y="3973"/>
                  </a:cubicBezTo>
                  <a:lnTo>
                    <a:pt x="2212" y="1994"/>
                  </a:lnTo>
                  <a:cubicBezTo>
                    <a:pt x="2375" y="1785"/>
                    <a:pt x="2475" y="1524"/>
                    <a:pt x="2475" y="1237"/>
                  </a:cubicBezTo>
                  <a:cubicBezTo>
                    <a:pt x="2475" y="554"/>
                    <a:pt x="1922" y="1"/>
                    <a:pt x="12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 flipH="1">
              <a:off x="6956691" y="4672357"/>
              <a:ext cx="60970" cy="60973"/>
            </a:xfrm>
            <a:custGeom>
              <a:rect b="b" l="l" r="r" t="t"/>
              <a:pathLst>
                <a:path extrusionOk="0" h="1042" w="1042">
                  <a:moveTo>
                    <a:pt x="522" y="0"/>
                  </a:moveTo>
                  <a:cubicBezTo>
                    <a:pt x="233" y="0"/>
                    <a:pt x="0" y="233"/>
                    <a:pt x="0" y="520"/>
                  </a:cubicBezTo>
                  <a:cubicBezTo>
                    <a:pt x="0" y="809"/>
                    <a:pt x="233" y="1042"/>
                    <a:pt x="522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 flipH="1">
              <a:off x="8789074" y="4488505"/>
              <a:ext cx="91748" cy="91752"/>
            </a:xfrm>
            <a:custGeom>
              <a:rect b="b" l="l" r="r" t="t"/>
              <a:pathLst>
                <a:path extrusionOk="0" h="1568" w="1568">
                  <a:moveTo>
                    <a:pt x="784" y="1"/>
                  </a:moveTo>
                  <a:cubicBezTo>
                    <a:pt x="352" y="1"/>
                    <a:pt x="1" y="352"/>
                    <a:pt x="1" y="785"/>
                  </a:cubicBezTo>
                  <a:cubicBezTo>
                    <a:pt x="1" y="1216"/>
                    <a:pt x="352" y="1567"/>
                    <a:pt x="784" y="1567"/>
                  </a:cubicBezTo>
                  <a:cubicBezTo>
                    <a:pt x="1216" y="1567"/>
                    <a:pt x="1567" y="1216"/>
                    <a:pt x="1567" y="785"/>
                  </a:cubicBezTo>
                  <a:cubicBezTo>
                    <a:pt x="1567" y="352"/>
                    <a:pt x="1216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 flipH="1">
              <a:off x="8700956" y="4400382"/>
              <a:ext cx="267987" cy="267999"/>
            </a:xfrm>
            <a:custGeom>
              <a:rect b="b" l="l" r="r" t="t"/>
              <a:pathLst>
                <a:path extrusionOk="0" h="4580" w="4580">
                  <a:moveTo>
                    <a:pt x="2290" y="154"/>
                  </a:moveTo>
                  <a:cubicBezTo>
                    <a:pt x="3468" y="154"/>
                    <a:pt x="4426" y="1112"/>
                    <a:pt x="4426" y="2291"/>
                  </a:cubicBezTo>
                  <a:cubicBezTo>
                    <a:pt x="4426" y="3468"/>
                    <a:pt x="3468" y="4426"/>
                    <a:pt x="2290" y="4426"/>
                  </a:cubicBezTo>
                  <a:cubicBezTo>
                    <a:pt x="1112" y="4426"/>
                    <a:pt x="154" y="3468"/>
                    <a:pt x="154" y="2291"/>
                  </a:cubicBezTo>
                  <a:cubicBezTo>
                    <a:pt x="154" y="1112"/>
                    <a:pt x="1112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8" y="1"/>
                    <a:pt x="1" y="1028"/>
                    <a:pt x="1" y="2289"/>
                  </a:cubicBezTo>
                  <a:cubicBezTo>
                    <a:pt x="1" y="3552"/>
                    <a:pt x="1028" y="4579"/>
                    <a:pt x="2290" y="4579"/>
                  </a:cubicBezTo>
                  <a:cubicBezTo>
                    <a:pt x="3552" y="4579"/>
                    <a:pt x="4579" y="3552"/>
                    <a:pt x="4579" y="2289"/>
                  </a:cubicBezTo>
                  <a:cubicBezTo>
                    <a:pt x="4579" y="1028"/>
                    <a:pt x="3552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 flipH="1">
              <a:off x="6774947" y="4825841"/>
              <a:ext cx="91631" cy="91693"/>
            </a:xfrm>
            <a:custGeom>
              <a:rect b="b" l="l" r="r" t="t"/>
              <a:pathLst>
                <a:path extrusionOk="0" h="1567" w="1566">
                  <a:moveTo>
                    <a:pt x="783" y="0"/>
                  </a:moveTo>
                  <a:cubicBezTo>
                    <a:pt x="350" y="0"/>
                    <a:pt x="0" y="351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5" y="1567"/>
                    <a:pt x="1565" y="1216"/>
                    <a:pt x="1565" y="784"/>
                  </a:cubicBezTo>
                  <a:cubicBezTo>
                    <a:pt x="1565" y="351"/>
                    <a:pt x="1215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 flipH="1">
              <a:off x="6686771" y="4737718"/>
              <a:ext cx="267929" cy="267940"/>
            </a:xfrm>
            <a:custGeom>
              <a:rect b="b" l="l" r="r" t="t"/>
              <a:pathLst>
                <a:path extrusionOk="0" h="4579" w="4579">
                  <a:moveTo>
                    <a:pt x="2289" y="154"/>
                  </a:moveTo>
                  <a:cubicBezTo>
                    <a:pt x="3466" y="154"/>
                    <a:pt x="4425" y="1113"/>
                    <a:pt x="4425" y="2290"/>
                  </a:cubicBezTo>
                  <a:cubicBezTo>
                    <a:pt x="4425" y="3468"/>
                    <a:pt x="3466" y="4425"/>
                    <a:pt x="2289" y="4425"/>
                  </a:cubicBezTo>
                  <a:cubicBezTo>
                    <a:pt x="1111" y="4425"/>
                    <a:pt x="154" y="3468"/>
                    <a:pt x="154" y="2290"/>
                  </a:cubicBezTo>
                  <a:cubicBezTo>
                    <a:pt x="154" y="1113"/>
                    <a:pt x="1111" y="154"/>
                    <a:pt x="2289" y="154"/>
                  </a:cubicBezTo>
                  <a:close/>
                  <a:moveTo>
                    <a:pt x="2289" y="0"/>
                  </a:moveTo>
                  <a:cubicBezTo>
                    <a:pt x="1026" y="0"/>
                    <a:pt x="0" y="1028"/>
                    <a:pt x="0" y="2290"/>
                  </a:cubicBezTo>
                  <a:cubicBezTo>
                    <a:pt x="0" y="3553"/>
                    <a:pt x="1026" y="4579"/>
                    <a:pt x="2289" y="4579"/>
                  </a:cubicBezTo>
                  <a:cubicBezTo>
                    <a:pt x="3551" y="4579"/>
                    <a:pt x="4579" y="3553"/>
                    <a:pt x="4579" y="2290"/>
                  </a:cubicBezTo>
                  <a:cubicBezTo>
                    <a:pt x="4579" y="1028"/>
                    <a:pt x="3551" y="0"/>
                    <a:pt x="2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" name="Google Shape;143;p3"/>
          <p:cNvGrpSpPr/>
          <p:nvPr/>
        </p:nvGrpSpPr>
        <p:grpSpPr>
          <a:xfrm flipH="1" rot="10800000">
            <a:off x="121093" y="3631479"/>
            <a:ext cx="510681" cy="1614501"/>
            <a:chOff x="8555518" y="-51901"/>
            <a:chExt cx="510681" cy="1614501"/>
          </a:xfrm>
        </p:grpSpPr>
        <p:sp>
          <p:nvSpPr>
            <p:cNvPr id="144" name="Google Shape;144;p3"/>
            <p:cNvSpPr/>
            <p:nvPr/>
          </p:nvSpPr>
          <p:spPr>
            <a:xfrm rot="5400000">
              <a:off x="8470563" y="373037"/>
              <a:ext cx="1020574" cy="170698"/>
            </a:xfrm>
            <a:custGeom>
              <a:rect b="b" l="l" r="r" t="t"/>
              <a:pathLst>
                <a:path extrusionOk="0" h="2786" w="16657">
                  <a:moveTo>
                    <a:pt x="154" y="0"/>
                  </a:moveTo>
                  <a:cubicBezTo>
                    <a:pt x="69" y="0"/>
                    <a:pt x="0" y="69"/>
                    <a:pt x="0" y="154"/>
                  </a:cubicBezTo>
                  <a:cubicBezTo>
                    <a:pt x="0" y="239"/>
                    <a:pt x="69" y="308"/>
                    <a:pt x="154" y="308"/>
                  </a:cubicBezTo>
                  <a:lnTo>
                    <a:pt x="5453" y="308"/>
                  </a:lnTo>
                  <a:lnTo>
                    <a:pt x="7886" y="2740"/>
                  </a:lnTo>
                  <a:cubicBezTo>
                    <a:pt x="7916" y="2769"/>
                    <a:pt x="7955" y="2785"/>
                    <a:pt x="7995" y="2785"/>
                  </a:cubicBezTo>
                  <a:lnTo>
                    <a:pt x="16503" y="2785"/>
                  </a:lnTo>
                  <a:cubicBezTo>
                    <a:pt x="16588" y="2785"/>
                    <a:pt x="16657" y="2717"/>
                    <a:pt x="16657" y="2632"/>
                  </a:cubicBezTo>
                  <a:cubicBezTo>
                    <a:pt x="16657" y="2547"/>
                    <a:pt x="16588" y="2478"/>
                    <a:pt x="16503" y="2478"/>
                  </a:cubicBezTo>
                  <a:lnTo>
                    <a:pt x="8059" y="2478"/>
                  </a:lnTo>
                  <a:lnTo>
                    <a:pt x="5626" y="45"/>
                  </a:lnTo>
                  <a:cubicBezTo>
                    <a:pt x="5598" y="16"/>
                    <a:pt x="5557" y="0"/>
                    <a:pt x="55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rot="5400000">
              <a:off x="7989565" y="577158"/>
              <a:ext cx="1499216" cy="241097"/>
            </a:xfrm>
            <a:custGeom>
              <a:rect b="b" l="l" r="r" t="t"/>
              <a:pathLst>
                <a:path extrusionOk="0" h="3935" w="24469">
                  <a:moveTo>
                    <a:pt x="20637" y="1"/>
                  </a:moveTo>
                  <a:cubicBezTo>
                    <a:pt x="20596" y="1"/>
                    <a:pt x="20557" y="17"/>
                    <a:pt x="20529" y="47"/>
                  </a:cubicBezTo>
                  <a:lnTo>
                    <a:pt x="16947" y="3627"/>
                  </a:lnTo>
                  <a:lnTo>
                    <a:pt x="6092" y="3627"/>
                  </a:lnTo>
                  <a:lnTo>
                    <a:pt x="4400" y="1936"/>
                  </a:lnTo>
                  <a:cubicBezTo>
                    <a:pt x="4372" y="1907"/>
                    <a:pt x="4332" y="1891"/>
                    <a:pt x="4291" y="1891"/>
                  </a:cubicBezTo>
                  <a:lnTo>
                    <a:pt x="154" y="1891"/>
                  </a:lnTo>
                  <a:cubicBezTo>
                    <a:pt x="69" y="1891"/>
                    <a:pt x="0" y="1959"/>
                    <a:pt x="0" y="2045"/>
                  </a:cubicBezTo>
                  <a:cubicBezTo>
                    <a:pt x="0" y="2130"/>
                    <a:pt x="69" y="2198"/>
                    <a:pt x="154" y="2198"/>
                  </a:cubicBezTo>
                  <a:lnTo>
                    <a:pt x="4227" y="2198"/>
                  </a:lnTo>
                  <a:lnTo>
                    <a:pt x="5919" y="3890"/>
                  </a:lnTo>
                  <a:cubicBezTo>
                    <a:pt x="5949" y="3918"/>
                    <a:pt x="5988" y="3935"/>
                    <a:pt x="6028" y="3935"/>
                  </a:cubicBezTo>
                  <a:lnTo>
                    <a:pt x="17010" y="3935"/>
                  </a:lnTo>
                  <a:cubicBezTo>
                    <a:pt x="17051" y="3935"/>
                    <a:pt x="17090" y="3918"/>
                    <a:pt x="17119" y="3890"/>
                  </a:cubicBezTo>
                  <a:lnTo>
                    <a:pt x="20701" y="308"/>
                  </a:lnTo>
                  <a:lnTo>
                    <a:pt x="24315" y="308"/>
                  </a:lnTo>
                  <a:cubicBezTo>
                    <a:pt x="24400" y="308"/>
                    <a:pt x="24469" y="239"/>
                    <a:pt x="24469" y="154"/>
                  </a:cubicBezTo>
                  <a:cubicBezTo>
                    <a:pt x="24469" y="70"/>
                    <a:pt x="24400" y="1"/>
                    <a:pt x="243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5400000">
              <a:off x="8856964" y="387949"/>
              <a:ext cx="95949" cy="95949"/>
            </a:xfrm>
            <a:custGeom>
              <a:rect b="b" l="l" r="r" t="t"/>
              <a:pathLst>
                <a:path extrusionOk="0" h="1566" w="1566">
                  <a:moveTo>
                    <a:pt x="783" y="0"/>
                  </a:moveTo>
                  <a:cubicBezTo>
                    <a:pt x="350" y="0"/>
                    <a:pt x="0" y="350"/>
                    <a:pt x="0" y="783"/>
                  </a:cubicBezTo>
                  <a:cubicBezTo>
                    <a:pt x="0" y="1215"/>
                    <a:pt x="350" y="1565"/>
                    <a:pt x="783" y="1565"/>
                  </a:cubicBezTo>
                  <a:cubicBezTo>
                    <a:pt x="1216" y="1565"/>
                    <a:pt x="1566" y="1215"/>
                    <a:pt x="1566" y="783"/>
                  </a:cubicBezTo>
                  <a:cubicBezTo>
                    <a:pt x="1566" y="350"/>
                    <a:pt x="1216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 rot="5400000">
              <a:off x="8764659" y="295647"/>
              <a:ext cx="280555" cy="280617"/>
            </a:xfrm>
            <a:custGeom>
              <a:rect b="b" l="l" r="r" t="t"/>
              <a:pathLst>
                <a:path extrusionOk="0" h="4580" w="4579">
                  <a:moveTo>
                    <a:pt x="2289" y="155"/>
                  </a:moveTo>
                  <a:cubicBezTo>
                    <a:pt x="3466" y="155"/>
                    <a:pt x="4425" y="1112"/>
                    <a:pt x="4425" y="2290"/>
                  </a:cubicBezTo>
                  <a:cubicBezTo>
                    <a:pt x="4425" y="3467"/>
                    <a:pt x="3466" y="4426"/>
                    <a:pt x="2289" y="4426"/>
                  </a:cubicBezTo>
                  <a:cubicBezTo>
                    <a:pt x="1112" y="4426"/>
                    <a:pt x="154" y="3467"/>
                    <a:pt x="154" y="2290"/>
                  </a:cubicBezTo>
                  <a:cubicBezTo>
                    <a:pt x="154" y="1112"/>
                    <a:pt x="1112" y="155"/>
                    <a:pt x="2289" y="155"/>
                  </a:cubicBezTo>
                  <a:close/>
                  <a:moveTo>
                    <a:pt x="2289" y="1"/>
                  </a:moveTo>
                  <a:cubicBezTo>
                    <a:pt x="1026" y="1"/>
                    <a:pt x="0" y="1028"/>
                    <a:pt x="0" y="2290"/>
                  </a:cubicBezTo>
                  <a:cubicBezTo>
                    <a:pt x="0" y="3552"/>
                    <a:pt x="1026" y="4580"/>
                    <a:pt x="2289" y="4580"/>
                  </a:cubicBezTo>
                  <a:cubicBezTo>
                    <a:pt x="3552" y="4580"/>
                    <a:pt x="4579" y="3552"/>
                    <a:pt x="4579" y="2290"/>
                  </a:cubicBezTo>
                  <a:cubicBezTo>
                    <a:pt x="4579" y="1028"/>
                    <a:pt x="3552" y="1"/>
                    <a:pt x="2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 rot="5400000">
              <a:off x="8802250" y="1171640"/>
              <a:ext cx="96010" cy="96010"/>
            </a:xfrm>
            <a:custGeom>
              <a:rect b="b" l="l" r="r" t="t"/>
              <a:pathLst>
                <a:path extrusionOk="0" h="1567" w="1567">
                  <a:moveTo>
                    <a:pt x="784" y="1"/>
                  </a:moveTo>
                  <a:cubicBezTo>
                    <a:pt x="352" y="1"/>
                    <a:pt x="1" y="352"/>
                    <a:pt x="1" y="783"/>
                  </a:cubicBezTo>
                  <a:cubicBezTo>
                    <a:pt x="1" y="1216"/>
                    <a:pt x="352" y="1567"/>
                    <a:pt x="784" y="1567"/>
                  </a:cubicBezTo>
                  <a:cubicBezTo>
                    <a:pt x="1216" y="1567"/>
                    <a:pt x="1567" y="1216"/>
                    <a:pt x="1567" y="783"/>
                  </a:cubicBezTo>
                  <a:cubicBezTo>
                    <a:pt x="1567" y="352"/>
                    <a:pt x="1216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 rot="5400000">
              <a:off x="8709915" y="1079369"/>
              <a:ext cx="280617" cy="280617"/>
            </a:xfrm>
            <a:custGeom>
              <a:rect b="b" l="l" r="r" t="t"/>
              <a:pathLst>
                <a:path extrusionOk="0" h="4580" w="4580">
                  <a:moveTo>
                    <a:pt x="2290" y="154"/>
                  </a:moveTo>
                  <a:cubicBezTo>
                    <a:pt x="3468" y="154"/>
                    <a:pt x="4425" y="1112"/>
                    <a:pt x="4425" y="2289"/>
                  </a:cubicBezTo>
                  <a:cubicBezTo>
                    <a:pt x="4425" y="3468"/>
                    <a:pt x="3468" y="4425"/>
                    <a:pt x="2290" y="4425"/>
                  </a:cubicBezTo>
                  <a:cubicBezTo>
                    <a:pt x="1113" y="4425"/>
                    <a:pt x="154" y="3468"/>
                    <a:pt x="154" y="2289"/>
                  </a:cubicBezTo>
                  <a:cubicBezTo>
                    <a:pt x="154" y="1112"/>
                    <a:pt x="1113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8" y="1"/>
                    <a:pt x="0" y="1028"/>
                    <a:pt x="0" y="2289"/>
                  </a:cubicBezTo>
                  <a:cubicBezTo>
                    <a:pt x="0" y="3552"/>
                    <a:pt x="1028" y="4579"/>
                    <a:pt x="2290" y="4579"/>
                  </a:cubicBezTo>
                  <a:cubicBezTo>
                    <a:pt x="3553" y="4579"/>
                    <a:pt x="4579" y="3552"/>
                    <a:pt x="4579" y="2289"/>
                  </a:cubicBezTo>
                  <a:cubicBezTo>
                    <a:pt x="4579" y="1028"/>
                    <a:pt x="3552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 rot="5400000">
              <a:off x="8555518" y="748211"/>
              <a:ext cx="145087" cy="145087"/>
            </a:xfrm>
            <a:custGeom>
              <a:rect b="b" l="l" r="r" t="t"/>
              <a:pathLst>
                <a:path extrusionOk="0" h="2368" w="2368">
                  <a:moveTo>
                    <a:pt x="1184" y="154"/>
                  </a:moveTo>
                  <a:cubicBezTo>
                    <a:pt x="1751" y="154"/>
                    <a:pt x="2214" y="617"/>
                    <a:pt x="2214" y="1184"/>
                  </a:cubicBezTo>
                  <a:cubicBezTo>
                    <a:pt x="2214" y="1752"/>
                    <a:pt x="1751" y="2214"/>
                    <a:pt x="1184" y="2214"/>
                  </a:cubicBezTo>
                  <a:cubicBezTo>
                    <a:pt x="616" y="2214"/>
                    <a:pt x="155" y="1752"/>
                    <a:pt x="155" y="1184"/>
                  </a:cubicBezTo>
                  <a:cubicBezTo>
                    <a:pt x="155" y="617"/>
                    <a:pt x="616" y="154"/>
                    <a:pt x="1184" y="154"/>
                  </a:cubicBezTo>
                  <a:close/>
                  <a:moveTo>
                    <a:pt x="1184" y="1"/>
                  </a:moveTo>
                  <a:cubicBezTo>
                    <a:pt x="531" y="1"/>
                    <a:pt x="1" y="532"/>
                    <a:pt x="1" y="1184"/>
                  </a:cubicBezTo>
                  <a:cubicBezTo>
                    <a:pt x="1" y="1837"/>
                    <a:pt x="531" y="2368"/>
                    <a:pt x="1184" y="2368"/>
                  </a:cubicBezTo>
                  <a:cubicBezTo>
                    <a:pt x="1836" y="2368"/>
                    <a:pt x="2367" y="1837"/>
                    <a:pt x="2367" y="1184"/>
                  </a:cubicBezTo>
                  <a:cubicBezTo>
                    <a:pt x="2367" y="532"/>
                    <a:pt x="1836" y="1"/>
                    <a:pt x="11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 rot="5400000">
              <a:off x="8829085" y="883431"/>
              <a:ext cx="151643" cy="151643"/>
            </a:xfrm>
            <a:custGeom>
              <a:rect b="b" l="l" r="r" t="t"/>
              <a:pathLst>
                <a:path extrusionOk="0" h="2475" w="2475">
                  <a:moveTo>
                    <a:pt x="1237" y="0"/>
                  </a:moveTo>
                  <a:cubicBezTo>
                    <a:pt x="554" y="0"/>
                    <a:pt x="1" y="553"/>
                    <a:pt x="1" y="1237"/>
                  </a:cubicBezTo>
                  <a:cubicBezTo>
                    <a:pt x="1" y="1920"/>
                    <a:pt x="554" y="2474"/>
                    <a:pt x="1237" y="2474"/>
                  </a:cubicBezTo>
                  <a:cubicBezTo>
                    <a:pt x="1922" y="2474"/>
                    <a:pt x="2475" y="1920"/>
                    <a:pt x="2475" y="1237"/>
                  </a:cubicBezTo>
                  <a:cubicBezTo>
                    <a:pt x="2475" y="553"/>
                    <a:pt x="1922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 rot="5400000">
              <a:off x="8873016" y="927300"/>
              <a:ext cx="63843" cy="63966"/>
            </a:xfrm>
            <a:custGeom>
              <a:rect b="b" l="l" r="r" t="t"/>
              <a:pathLst>
                <a:path extrusionOk="0" h="1044" w="1042">
                  <a:moveTo>
                    <a:pt x="520" y="0"/>
                  </a:moveTo>
                  <a:cubicBezTo>
                    <a:pt x="233" y="0"/>
                    <a:pt x="0" y="234"/>
                    <a:pt x="0" y="522"/>
                  </a:cubicBezTo>
                  <a:cubicBezTo>
                    <a:pt x="0" y="810"/>
                    <a:pt x="233" y="1043"/>
                    <a:pt x="520" y="1043"/>
                  </a:cubicBezTo>
                  <a:cubicBezTo>
                    <a:pt x="809" y="1043"/>
                    <a:pt x="1042" y="810"/>
                    <a:pt x="1042" y="522"/>
                  </a:cubicBezTo>
                  <a:cubicBezTo>
                    <a:pt x="1042" y="234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 rot="5400000">
              <a:off x="8774433" y="1410957"/>
              <a:ext cx="151643" cy="151643"/>
            </a:xfrm>
            <a:custGeom>
              <a:rect b="b" l="l" r="r" t="t"/>
              <a:pathLst>
                <a:path extrusionOk="0" h="2475" w="2475">
                  <a:moveTo>
                    <a:pt x="1238" y="1"/>
                  </a:moveTo>
                  <a:cubicBezTo>
                    <a:pt x="555" y="1"/>
                    <a:pt x="0" y="554"/>
                    <a:pt x="0" y="1237"/>
                  </a:cubicBezTo>
                  <a:cubicBezTo>
                    <a:pt x="0" y="1921"/>
                    <a:pt x="555" y="2475"/>
                    <a:pt x="1238" y="2475"/>
                  </a:cubicBezTo>
                  <a:cubicBezTo>
                    <a:pt x="1922" y="2475"/>
                    <a:pt x="2475" y="1921"/>
                    <a:pt x="2475" y="1237"/>
                  </a:cubicBezTo>
                  <a:cubicBezTo>
                    <a:pt x="2475" y="554"/>
                    <a:pt x="1922" y="1"/>
                    <a:pt x="1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 rot="5400000">
              <a:off x="8818272" y="1454856"/>
              <a:ext cx="63905" cy="63843"/>
            </a:xfrm>
            <a:custGeom>
              <a:rect b="b" l="l" r="r" t="t"/>
              <a:pathLst>
                <a:path extrusionOk="0" h="1042" w="1043">
                  <a:moveTo>
                    <a:pt x="522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2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" name="Google Shape;155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4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9" name="Google Shape;159;p4"/>
          <p:cNvSpPr txBox="1"/>
          <p:nvPr>
            <p:ph idx="1" type="body"/>
          </p:nvPr>
        </p:nvSpPr>
        <p:spPr>
          <a:xfrm>
            <a:off x="720000" y="1139550"/>
            <a:ext cx="7704000" cy="4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60" name="Google Shape;160;p4"/>
          <p:cNvGrpSpPr/>
          <p:nvPr/>
        </p:nvGrpSpPr>
        <p:grpSpPr>
          <a:xfrm>
            <a:off x="107100" y="539500"/>
            <a:ext cx="8594875" cy="4492900"/>
            <a:chOff x="107100" y="539500"/>
            <a:chExt cx="8594875" cy="4492900"/>
          </a:xfrm>
        </p:grpSpPr>
        <p:grpSp>
          <p:nvGrpSpPr>
            <p:cNvPr id="161" name="Google Shape;161;p4"/>
            <p:cNvGrpSpPr/>
            <p:nvPr/>
          </p:nvGrpSpPr>
          <p:grpSpPr>
            <a:xfrm>
              <a:off x="107100" y="3704901"/>
              <a:ext cx="612900" cy="1327499"/>
              <a:chOff x="107100" y="3704901"/>
              <a:chExt cx="612900" cy="1327499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385525" y="3704901"/>
                <a:ext cx="271201" cy="723536"/>
              </a:xfrm>
              <a:custGeom>
                <a:rect b="b" l="l" r="r" t="t"/>
                <a:pathLst>
                  <a:path extrusionOk="0" h="6835" w="2562">
                    <a:moveTo>
                      <a:pt x="2344" y="1"/>
                    </a:moveTo>
                    <a:cubicBezTo>
                      <a:pt x="2293" y="1"/>
                      <a:pt x="2242" y="20"/>
                      <a:pt x="2204" y="58"/>
                    </a:cubicBezTo>
                    <a:lnTo>
                      <a:pt x="58" y="2205"/>
                    </a:lnTo>
                    <a:cubicBezTo>
                      <a:pt x="21" y="2242"/>
                      <a:pt x="0" y="2292"/>
                      <a:pt x="0" y="2345"/>
                    </a:cubicBezTo>
                    <a:lnTo>
                      <a:pt x="0" y="6636"/>
                    </a:lnTo>
                    <a:cubicBezTo>
                      <a:pt x="0" y="6746"/>
                      <a:pt x="89" y="6835"/>
                      <a:pt x="198" y="6835"/>
                    </a:cubicBezTo>
                    <a:cubicBezTo>
                      <a:pt x="308" y="6835"/>
                      <a:pt x="395" y="6746"/>
                      <a:pt x="395" y="6636"/>
                    </a:cubicBezTo>
                    <a:lnTo>
                      <a:pt x="395" y="2426"/>
                    </a:lnTo>
                    <a:lnTo>
                      <a:pt x="2484" y="339"/>
                    </a:lnTo>
                    <a:cubicBezTo>
                      <a:pt x="2561" y="262"/>
                      <a:pt x="2561" y="135"/>
                      <a:pt x="2484" y="58"/>
                    </a:cubicBezTo>
                    <a:cubicBezTo>
                      <a:pt x="2445" y="20"/>
                      <a:pt x="2394" y="1"/>
                      <a:pt x="2344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250291" y="45629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107100" y="441980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 rot="5400000">
              <a:off x="7894175" y="1076100"/>
              <a:ext cx="1344400" cy="271200"/>
              <a:chOff x="3686625" y="4603950"/>
              <a:chExt cx="1344400" cy="271200"/>
            </a:xfrm>
          </p:grpSpPr>
          <p:sp>
            <p:nvSpPr>
              <p:cNvPr id="166" name="Google Shape;166;p4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1" name="Google Shape;171;p4"/>
            <p:cNvSpPr/>
            <p:nvPr/>
          </p:nvSpPr>
          <p:spPr>
            <a:xfrm rot="5400000">
              <a:off x="8226025" y="2782025"/>
              <a:ext cx="680700" cy="175800"/>
            </a:xfrm>
            <a:prstGeom prst="roundRect">
              <a:avLst>
                <a:gd fmla="val 50000" name="adj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" name="Google Shape;172;p4"/>
          <p:cNvGrpSpPr/>
          <p:nvPr/>
        </p:nvGrpSpPr>
        <p:grpSpPr>
          <a:xfrm>
            <a:off x="107271" y="-51901"/>
            <a:ext cx="8958929" cy="5195381"/>
            <a:chOff x="107271" y="-51901"/>
            <a:chExt cx="8958929" cy="5195381"/>
          </a:xfrm>
        </p:grpSpPr>
        <p:grpSp>
          <p:nvGrpSpPr>
            <p:cNvPr id="173" name="Google Shape;173;p4"/>
            <p:cNvGrpSpPr/>
            <p:nvPr/>
          </p:nvGrpSpPr>
          <p:grpSpPr>
            <a:xfrm>
              <a:off x="8555518" y="-51901"/>
              <a:ext cx="510681" cy="1614501"/>
              <a:chOff x="8555518" y="-51901"/>
              <a:chExt cx="510681" cy="1614501"/>
            </a:xfrm>
          </p:grpSpPr>
          <p:sp>
            <p:nvSpPr>
              <p:cNvPr id="174" name="Google Shape;174;p4"/>
              <p:cNvSpPr/>
              <p:nvPr/>
            </p:nvSpPr>
            <p:spPr>
              <a:xfrm rot="5400000">
                <a:off x="8470563" y="373037"/>
                <a:ext cx="1020574" cy="170698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 rot="5400000">
                <a:off x="7989565" y="577158"/>
                <a:ext cx="1499216" cy="241097"/>
              </a:xfrm>
              <a:custGeom>
                <a:rect b="b" l="l" r="r" t="t"/>
                <a:pathLst>
                  <a:path extrusionOk="0" h="3935" w="24469">
                    <a:moveTo>
                      <a:pt x="20637" y="1"/>
                    </a:moveTo>
                    <a:cubicBezTo>
                      <a:pt x="20596" y="1"/>
                      <a:pt x="20557" y="17"/>
                      <a:pt x="20529" y="47"/>
                    </a:cubicBezTo>
                    <a:lnTo>
                      <a:pt x="16947" y="3627"/>
                    </a:lnTo>
                    <a:lnTo>
                      <a:pt x="6092" y="3627"/>
                    </a:lnTo>
                    <a:lnTo>
                      <a:pt x="4400" y="1936"/>
                    </a:lnTo>
                    <a:cubicBezTo>
                      <a:pt x="4372" y="1907"/>
                      <a:pt x="4332" y="1891"/>
                      <a:pt x="4291" y="1891"/>
                    </a:cubicBezTo>
                    <a:lnTo>
                      <a:pt x="154" y="1891"/>
                    </a:lnTo>
                    <a:cubicBezTo>
                      <a:pt x="69" y="1891"/>
                      <a:pt x="0" y="1959"/>
                      <a:pt x="0" y="2045"/>
                    </a:cubicBezTo>
                    <a:cubicBezTo>
                      <a:pt x="0" y="2130"/>
                      <a:pt x="69" y="2198"/>
                      <a:pt x="154" y="2198"/>
                    </a:cubicBezTo>
                    <a:lnTo>
                      <a:pt x="4227" y="2198"/>
                    </a:lnTo>
                    <a:lnTo>
                      <a:pt x="5919" y="3890"/>
                    </a:lnTo>
                    <a:cubicBezTo>
                      <a:pt x="5949" y="3918"/>
                      <a:pt x="5988" y="3935"/>
                      <a:pt x="6028" y="3935"/>
                    </a:cubicBezTo>
                    <a:lnTo>
                      <a:pt x="17010" y="3935"/>
                    </a:lnTo>
                    <a:cubicBezTo>
                      <a:pt x="17051" y="3935"/>
                      <a:pt x="17090" y="3918"/>
                      <a:pt x="17119" y="3890"/>
                    </a:cubicBezTo>
                    <a:lnTo>
                      <a:pt x="20701" y="308"/>
                    </a:lnTo>
                    <a:lnTo>
                      <a:pt x="24315" y="308"/>
                    </a:lnTo>
                    <a:cubicBezTo>
                      <a:pt x="24400" y="308"/>
                      <a:pt x="24469" y="239"/>
                      <a:pt x="24469" y="154"/>
                    </a:cubicBezTo>
                    <a:cubicBezTo>
                      <a:pt x="24469" y="70"/>
                      <a:pt x="24400" y="1"/>
                      <a:pt x="243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 rot="5400000">
                <a:off x="8856964" y="387949"/>
                <a:ext cx="95949" cy="95949"/>
              </a:xfrm>
              <a:custGeom>
                <a:rect b="b" l="l" r="r" t="t"/>
                <a:pathLst>
                  <a:path extrusionOk="0" h="1566" w="1566">
                    <a:moveTo>
                      <a:pt x="783" y="0"/>
                    </a:moveTo>
                    <a:cubicBezTo>
                      <a:pt x="350" y="0"/>
                      <a:pt x="0" y="350"/>
                      <a:pt x="0" y="783"/>
                    </a:cubicBezTo>
                    <a:cubicBezTo>
                      <a:pt x="0" y="1215"/>
                      <a:pt x="350" y="1565"/>
                      <a:pt x="783" y="1565"/>
                    </a:cubicBezTo>
                    <a:cubicBezTo>
                      <a:pt x="1216" y="1565"/>
                      <a:pt x="1566" y="1215"/>
                      <a:pt x="1566" y="783"/>
                    </a:cubicBezTo>
                    <a:cubicBezTo>
                      <a:pt x="1566" y="350"/>
                      <a:pt x="1216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4"/>
              <p:cNvSpPr/>
              <p:nvPr/>
            </p:nvSpPr>
            <p:spPr>
              <a:xfrm rot="5400000">
                <a:off x="8764659" y="295647"/>
                <a:ext cx="280555" cy="280617"/>
              </a:xfrm>
              <a:custGeom>
                <a:rect b="b" l="l" r="r" t="t"/>
                <a:pathLst>
                  <a:path extrusionOk="0" h="4580" w="4579">
                    <a:moveTo>
                      <a:pt x="2289" y="155"/>
                    </a:moveTo>
                    <a:cubicBezTo>
                      <a:pt x="3466" y="155"/>
                      <a:pt x="4425" y="1112"/>
                      <a:pt x="4425" y="2290"/>
                    </a:cubicBezTo>
                    <a:cubicBezTo>
                      <a:pt x="4425" y="3467"/>
                      <a:pt x="3466" y="4426"/>
                      <a:pt x="2289" y="4426"/>
                    </a:cubicBezTo>
                    <a:cubicBezTo>
                      <a:pt x="1112" y="4426"/>
                      <a:pt x="154" y="3467"/>
                      <a:pt x="154" y="2290"/>
                    </a:cubicBezTo>
                    <a:cubicBezTo>
                      <a:pt x="154" y="1112"/>
                      <a:pt x="1112" y="155"/>
                      <a:pt x="2289" y="155"/>
                    </a:cubicBezTo>
                    <a:close/>
                    <a:moveTo>
                      <a:pt x="2289" y="1"/>
                    </a:moveTo>
                    <a:cubicBezTo>
                      <a:pt x="1026" y="1"/>
                      <a:pt x="0" y="1028"/>
                      <a:pt x="0" y="2290"/>
                    </a:cubicBezTo>
                    <a:cubicBezTo>
                      <a:pt x="0" y="3552"/>
                      <a:pt x="1026" y="4580"/>
                      <a:pt x="2289" y="4580"/>
                    </a:cubicBezTo>
                    <a:cubicBezTo>
                      <a:pt x="3552" y="4580"/>
                      <a:pt x="4579" y="3552"/>
                      <a:pt x="4579" y="2290"/>
                    </a:cubicBezTo>
                    <a:cubicBezTo>
                      <a:pt x="4579" y="1028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4"/>
              <p:cNvSpPr/>
              <p:nvPr/>
            </p:nvSpPr>
            <p:spPr>
              <a:xfrm rot="5400000">
                <a:off x="8802250" y="1171640"/>
                <a:ext cx="96010" cy="96010"/>
              </a:xfrm>
              <a:custGeom>
                <a:rect b="b" l="l" r="r" t="t"/>
                <a:pathLst>
                  <a:path extrusionOk="0" h="1567" w="1567">
                    <a:moveTo>
                      <a:pt x="784" y="1"/>
                    </a:moveTo>
                    <a:cubicBezTo>
                      <a:pt x="352" y="1"/>
                      <a:pt x="1" y="352"/>
                      <a:pt x="1" y="783"/>
                    </a:cubicBezTo>
                    <a:cubicBezTo>
                      <a:pt x="1" y="1216"/>
                      <a:pt x="352" y="1567"/>
                      <a:pt x="784" y="1567"/>
                    </a:cubicBezTo>
                    <a:cubicBezTo>
                      <a:pt x="1216" y="1567"/>
                      <a:pt x="1567" y="1216"/>
                      <a:pt x="1567" y="783"/>
                    </a:cubicBezTo>
                    <a:cubicBezTo>
                      <a:pt x="1567" y="352"/>
                      <a:pt x="1216" y="1"/>
                      <a:pt x="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 rot="5400000">
                <a:off x="8709915" y="1079369"/>
                <a:ext cx="280617" cy="280617"/>
              </a:xfrm>
              <a:custGeom>
                <a:rect b="b" l="l" r="r" t="t"/>
                <a:pathLst>
                  <a:path extrusionOk="0" h="4580" w="4580">
                    <a:moveTo>
                      <a:pt x="2290" y="154"/>
                    </a:moveTo>
                    <a:cubicBezTo>
                      <a:pt x="3468" y="154"/>
                      <a:pt x="4425" y="1112"/>
                      <a:pt x="4425" y="2289"/>
                    </a:cubicBezTo>
                    <a:cubicBezTo>
                      <a:pt x="4425" y="3468"/>
                      <a:pt x="3468" y="4425"/>
                      <a:pt x="2290" y="4425"/>
                    </a:cubicBezTo>
                    <a:cubicBezTo>
                      <a:pt x="1113" y="4425"/>
                      <a:pt x="154" y="3468"/>
                      <a:pt x="154" y="2289"/>
                    </a:cubicBezTo>
                    <a:cubicBezTo>
                      <a:pt x="154" y="1112"/>
                      <a:pt x="1113" y="154"/>
                      <a:pt x="2290" y="154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0" y="1028"/>
                      <a:pt x="0" y="2289"/>
                    </a:cubicBezTo>
                    <a:cubicBezTo>
                      <a:pt x="0" y="3552"/>
                      <a:pt x="1028" y="4579"/>
                      <a:pt x="2290" y="4579"/>
                    </a:cubicBezTo>
                    <a:cubicBezTo>
                      <a:pt x="3553" y="4579"/>
                      <a:pt x="4579" y="3552"/>
                      <a:pt x="4579" y="2289"/>
                    </a:cubicBezTo>
                    <a:cubicBezTo>
                      <a:pt x="4579" y="1028"/>
                      <a:pt x="3552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 rot="5400000">
                <a:off x="8555518" y="748211"/>
                <a:ext cx="145087" cy="145087"/>
              </a:xfrm>
              <a:custGeom>
                <a:rect b="b" l="l" r="r" t="t"/>
                <a:pathLst>
                  <a:path extrusionOk="0" h="2368" w="2368">
                    <a:moveTo>
                      <a:pt x="1184" y="154"/>
                    </a:moveTo>
                    <a:cubicBezTo>
                      <a:pt x="1751" y="154"/>
                      <a:pt x="2214" y="617"/>
                      <a:pt x="2214" y="1184"/>
                    </a:cubicBezTo>
                    <a:cubicBezTo>
                      <a:pt x="2214" y="1752"/>
                      <a:pt x="1751" y="2214"/>
                      <a:pt x="1184" y="2214"/>
                    </a:cubicBezTo>
                    <a:cubicBezTo>
                      <a:pt x="616" y="2214"/>
                      <a:pt x="155" y="1752"/>
                      <a:pt x="155" y="1184"/>
                    </a:cubicBezTo>
                    <a:cubicBezTo>
                      <a:pt x="155" y="617"/>
                      <a:pt x="616" y="154"/>
                      <a:pt x="1184" y="154"/>
                    </a:cubicBezTo>
                    <a:close/>
                    <a:moveTo>
                      <a:pt x="1184" y="1"/>
                    </a:moveTo>
                    <a:cubicBezTo>
                      <a:pt x="531" y="1"/>
                      <a:pt x="1" y="532"/>
                      <a:pt x="1" y="1184"/>
                    </a:cubicBezTo>
                    <a:cubicBezTo>
                      <a:pt x="1" y="1837"/>
                      <a:pt x="531" y="2368"/>
                      <a:pt x="1184" y="2368"/>
                    </a:cubicBezTo>
                    <a:cubicBezTo>
                      <a:pt x="1836" y="2368"/>
                      <a:pt x="2367" y="1837"/>
                      <a:pt x="2367" y="1184"/>
                    </a:cubicBezTo>
                    <a:cubicBezTo>
                      <a:pt x="2367" y="532"/>
                      <a:pt x="1836" y="1"/>
                      <a:pt x="11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 rot="5400000">
                <a:off x="8829085" y="883431"/>
                <a:ext cx="151643" cy="151643"/>
              </a:xfrm>
              <a:custGeom>
                <a:rect b="b" l="l" r="r" t="t"/>
                <a:pathLst>
                  <a:path extrusionOk="0" h="2475" w="2475">
                    <a:moveTo>
                      <a:pt x="1237" y="0"/>
                    </a:moveTo>
                    <a:cubicBezTo>
                      <a:pt x="554" y="0"/>
                      <a:pt x="1" y="553"/>
                      <a:pt x="1" y="1237"/>
                    </a:cubicBezTo>
                    <a:cubicBezTo>
                      <a:pt x="1" y="1920"/>
                      <a:pt x="554" y="2474"/>
                      <a:pt x="1237" y="2474"/>
                    </a:cubicBezTo>
                    <a:cubicBezTo>
                      <a:pt x="1922" y="2474"/>
                      <a:pt x="2475" y="1920"/>
                      <a:pt x="2475" y="1237"/>
                    </a:cubicBezTo>
                    <a:cubicBezTo>
                      <a:pt x="2475" y="553"/>
                      <a:pt x="1922" y="0"/>
                      <a:pt x="12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4"/>
              <p:cNvSpPr/>
              <p:nvPr/>
            </p:nvSpPr>
            <p:spPr>
              <a:xfrm rot="5400000">
                <a:off x="8873016" y="927300"/>
                <a:ext cx="63843" cy="63966"/>
              </a:xfrm>
              <a:custGeom>
                <a:rect b="b" l="l" r="r" t="t"/>
                <a:pathLst>
                  <a:path extrusionOk="0" h="1044" w="1042">
                    <a:moveTo>
                      <a:pt x="520" y="0"/>
                    </a:moveTo>
                    <a:cubicBezTo>
                      <a:pt x="233" y="0"/>
                      <a:pt x="0" y="234"/>
                      <a:pt x="0" y="522"/>
                    </a:cubicBezTo>
                    <a:cubicBezTo>
                      <a:pt x="0" y="810"/>
                      <a:pt x="233" y="1043"/>
                      <a:pt x="520" y="1043"/>
                    </a:cubicBezTo>
                    <a:cubicBezTo>
                      <a:pt x="809" y="1043"/>
                      <a:pt x="1042" y="810"/>
                      <a:pt x="1042" y="522"/>
                    </a:cubicBezTo>
                    <a:cubicBezTo>
                      <a:pt x="1042" y="234"/>
                      <a:pt x="809" y="0"/>
                      <a:pt x="5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4"/>
              <p:cNvSpPr/>
              <p:nvPr/>
            </p:nvSpPr>
            <p:spPr>
              <a:xfrm rot="5400000">
                <a:off x="8774433" y="1410957"/>
                <a:ext cx="151643" cy="151643"/>
              </a:xfrm>
              <a:custGeom>
                <a:rect b="b" l="l" r="r" t="t"/>
                <a:pathLst>
                  <a:path extrusionOk="0" h="2475" w="2475">
                    <a:moveTo>
                      <a:pt x="1238" y="1"/>
                    </a:moveTo>
                    <a:cubicBezTo>
                      <a:pt x="555" y="1"/>
                      <a:pt x="0" y="554"/>
                      <a:pt x="0" y="1237"/>
                    </a:cubicBezTo>
                    <a:cubicBezTo>
                      <a:pt x="0" y="1921"/>
                      <a:pt x="555" y="2475"/>
                      <a:pt x="1238" y="2475"/>
                    </a:cubicBezTo>
                    <a:cubicBezTo>
                      <a:pt x="1922" y="2475"/>
                      <a:pt x="2475" y="1921"/>
                      <a:pt x="2475" y="1237"/>
                    </a:cubicBezTo>
                    <a:cubicBezTo>
                      <a:pt x="2475" y="554"/>
                      <a:pt x="1922" y="1"/>
                      <a:pt x="12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4"/>
              <p:cNvSpPr/>
              <p:nvPr/>
            </p:nvSpPr>
            <p:spPr>
              <a:xfrm rot="5400000">
                <a:off x="8818272" y="1454856"/>
                <a:ext cx="63905" cy="63843"/>
              </a:xfrm>
              <a:custGeom>
                <a:rect b="b" l="l" r="r" t="t"/>
                <a:pathLst>
                  <a:path extrusionOk="0" h="1042" w="1043">
                    <a:moveTo>
                      <a:pt x="522" y="0"/>
                    </a:moveTo>
                    <a:cubicBezTo>
                      <a:pt x="234" y="0"/>
                      <a:pt x="1" y="233"/>
                      <a:pt x="1" y="520"/>
                    </a:cubicBezTo>
                    <a:cubicBezTo>
                      <a:pt x="1" y="809"/>
                      <a:pt x="234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" name="Google Shape;185;p4"/>
            <p:cNvGrpSpPr/>
            <p:nvPr/>
          </p:nvGrpSpPr>
          <p:grpSpPr>
            <a:xfrm>
              <a:off x="107271" y="3767598"/>
              <a:ext cx="419518" cy="1375882"/>
              <a:chOff x="107271" y="3767598"/>
              <a:chExt cx="419518" cy="1375882"/>
            </a:xfrm>
          </p:grpSpPr>
          <p:sp>
            <p:nvSpPr>
              <p:cNvPr id="186" name="Google Shape;186;p4"/>
              <p:cNvSpPr/>
              <p:nvPr/>
            </p:nvSpPr>
            <p:spPr>
              <a:xfrm>
                <a:off x="326305" y="4019527"/>
                <a:ext cx="200484" cy="1123953"/>
              </a:xfrm>
              <a:custGeom>
                <a:rect b="b" l="l" r="r" t="t"/>
                <a:pathLst>
                  <a:path extrusionOk="0" h="20429" w="3644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4"/>
              <p:cNvSpPr/>
              <p:nvPr/>
            </p:nvSpPr>
            <p:spPr>
              <a:xfrm>
                <a:off x="430016" y="4058976"/>
                <a:ext cx="57383" cy="57383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4"/>
              <p:cNvSpPr/>
              <p:nvPr/>
            </p:nvSpPr>
            <p:spPr>
              <a:xfrm>
                <a:off x="154150" y="4343260"/>
                <a:ext cx="147227" cy="800175"/>
              </a:xfrm>
              <a:custGeom>
                <a:rect b="b" l="l" r="r" t="t"/>
                <a:pathLst>
                  <a:path extrusionOk="0" h="14544" w="2676">
                    <a:moveTo>
                      <a:pt x="1438" y="0"/>
                    </a:moveTo>
                    <a:cubicBezTo>
                      <a:pt x="755" y="0"/>
                      <a:pt x="200" y="555"/>
                      <a:pt x="200" y="1238"/>
                    </a:cubicBezTo>
                    <a:cubicBezTo>
                      <a:pt x="200" y="1525"/>
                      <a:pt x="302" y="1786"/>
                      <a:pt x="466" y="1996"/>
                    </a:cubicBezTo>
                    <a:lnTo>
                      <a:pt x="45" y="2417"/>
                    </a:lnTo>
                    <a:cubicBezTo>
                      <a:pt x="17" y="2445"/>
                      <a:pt x="1" y="2484"/>
                      <a:pt x="1" y="2526"/>
                    </a:cubicBezTo>
                    <a:lnTo>
                      <a:pt x="1" y="8856"/>
                    </a:lnTo>
                    <a:cubicBezTo>
                      <a:pt x="1" y="8896"/>
                      <a:pt x="17" y="8935"/>
                      <a:pt x="45" y="8965"/>
                    </a:cubicBezTo>
                    <a:lnTo>
                      <a:pt x="1990" y="10908"/>
                    </a:lnTo>
                    <a:lnTo>
                      <a:pt x="1990" y="14390"/>
                    </a:lnTo>
                    <a:cubicBezTo>
                      <a:pt x="1990" y="14475"/>
                      <a:pt x="2059" y="14544"/>
                      <a:pt x="2144" y="14544"/>
                    </a:cubicBezTo>
                    <a:cubicBezTo>
                      <a:pt x="2229" y="14544"/>
                      <a:pt x="2297" y="14475"/>
                      <a:pt x="2297" y="14390"/>
                    </a:cubicBezTo>
                    <a:lnTo>
                      <a:pt x="2297" y="10846"/>
                    </a:lnTo>
                    <a:cubicBezTo>
                      <a:pt x="2297" y="10804"/>
                      <a:pt x="2281" y="10765"/>
                      <a:pt x="2253" y="10737"/>
                    </a:cubicBezTo>
                    <a:lnTo>
                      <a:pt x="308" y="8792"/>
                    </a:lnTo>
                    <a:lnTo>
                      <a:pt x="308" y="2589"/>
                    </a:lnTo>
                    <a:lnTo>
                      <a:pt x="684" y="2213"/>
                    </a:lnTo>
                    <a:lnTo>
                      <a:pt x="685" y="2213"/>
                    </a:lnTo>
                    <a:cubicBezTo>
                      <a:pt x="894" y="2375"/>
                      <a:pt x="1153" y="2475"/>
                      <a:pt x="1438" y="2475"/>
                    </a:cubicBezTo>
                    <a:cubicBezTo>
                      <a:pt x="2121" y="2475"/>
                      <a:pt x="2676" y="1921"/>
                      <a:pt x="2676" y="1238"/>
                    </a:cubicBezTo>
                    <a:cubicBezTo>
                      <a:pt x="2676" y="555"/>
                      <a:pt x="2121" y="0"/>
                      <a:pt x="1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4"/>
              <p:cNvSpPr/>
              <p:nvPr/>
            </p:nvSpPr>
            <p:spPr>
              <a:xfrm>
                <a:off x="204547" y="4382654"/>
                <a:ext cx="57438" cy="57438"/>
              </a:xfrm>
              <a:custGeom>
                <a:rect b="b" l="l" r="r" t="t"/>
                <a:pathLst>
                  <a:path extrusionOk="0" h="1044" w="1044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09"/>
                      <a:pt x="235" y="1044"/>
                      <a:pt x="522" y="1044"/>
                    </a:cubicBezTo>
                    <a:cubicBezTo>
                      <a:pt x="809" y="1044"/>
                      <a:pt x="1043" y="809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4"/>
              <p:cNvSpPr/>
              <p:nvPr/>
            </p:nvSpPr>
            <p:spPr>
              <a:xfrm>
                <a:off x="190185" y="3850456"/>
                <a:ext cx="86157" cy="86212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107271" y="3767598"/>
                <a:ext cx="251980" cy="251925"/>
              </a:xfrm>
              <a:custGeom>
                <a:rect b="b" l="l" r="r" t="t"/>
                <a:pathLst>
                  <a:path extrusionOk="0" h="4579" w="458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2" name="Google Shape;192;p4"/>
          <p:cNvGrpSpPr/>
          <p:nvPr/>
        </p:nvGrpSpPr>
        <p:grpSpPr>
          <a:xfrm>
            <a:off x="302292" y="111137"/>
            <a:ext cx="8280548" cy="4769581"/>
            <a:chOff x="302292" y="111137"/>
            <a:chExt cx="8280548" cy="4769581"/>
          </a:xfrm>
        </p:grpSpPr>
        <p:grpSp>
          <p:nvGrpSpPr>
            <p:cNvPr id="193" name="Google Shape;193;p4"/>
            <p:cNvGrpSpPr/>
            <p:nvPr/>
          </p:nvGrpSpPr>
          <p:grpSpPr>
            <a:xfrm>
              <a:off x="551729" y="4632143"/>
              <a:ext cx="248519" cy="248575"/>
              <a:chOff x="800679" y="4236193"/>
              <a:chExt cx="248519" cy="248575"/>
            </a:xfrm>
          </p:grpSpPr>
          <p:sp>
            <p:nvSpPr>
              <p:cNvPr id="194" name="Google Shape;194;p4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4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4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4"/>
            <p:cNvGrpSpPr/>
            <p:nvPr/>
          </p:nvGrpSpPr>
          <p:grpSpPr>
            <a:xfrm>
              <a:off x="302292" y="3519018"/>
              <a:ext cx="248519" cy="248575"/>
              <a:chOff x="800679" y="4236193"/>
              <a:chExt cx="248519" cy="248575"/>
            </a:xfrm>
          </p:grpSpPr>
          <p:sp>
            <p:nvSpPr>
              <p:cNvPr id="198" name="Google Shape;198;p4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4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" name="Google Shape;201;p4"/>
            <p:cNvGrpSpPr/>
            <p:nvPr/>
          </p:nvGrpSpPr>
          <p:grpSpPr>
            <a:xfrm>
              <a:off x="8306024" y="111137"/>
              <a:ext cx="276816" cy="276814"/>
              <a:chOff x="8306024" y="111137"/>
              <a:chExt cx="276816" cy="276814"/>
            </a:xfrm>
          </p:grpSpPr>
          <p:sp>
            <p:nvSpPr>
              <p:cNvPr id="202" name="Google Shape;202;p4"/>
              <p:cNvSpPr/>
              <p:nvPr/>
            </p:nvSpPr>
            <p:spPr>
              <a:xfrm rot="5400000">
                <a:off x="8306024" y="321473"/>
                <a:ext cx="66478" cy="66478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2" y="1"/>
                      <a:pt x="0" y="243"/>
                      <a:pt x="0" y="542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3" name="Google Shape;203;p4"/>
              <p:cNvGrpSpPr/>
              <p:nvPr/>
            </p:nvGrpSpPr>
            <p:grpSpPr>
              <a:xfrm>
                <a:off x="8409692" y="111137"/>
                <a:ext cx="173148" cy="173086"/>
                <a:chOff x="8409692" y="111137"/>
                <a:chExt cx="173148" cy="173086"/>
              </a:xfrm>
            </p:grpSpPr>
            <p:sp>
              <p:nvSpPr>
                <p:cNvPr id="204" name="Google Shape;204;p4"/>
                <p:cNvSpPr/>
                <p:nvPr/>
              </p:nvSpPr>
              <p:spPr>
                <a:xfrm rot="5400000">
                  <a:off x="8409692" y="217745"/>
                  <a:ext cx="66478" cy="66478"/>
                </a:xfrm>
                <a:custGeom>
                  <a:rect b="b" l="l" r="r" t="t"/>
                  <a:pathLst>
                    <a:path extrusionOk="0" h="1085" w="1085">
                      <a:moveTo>
                        <a:pt x="543" y="0"/>
                      </a:moveTo>
                      <a:cubicBezTo>
                        <a:pt x="243" y="0"/>
                        <a:pt x="0" y="242"/>
                        <a:pt x="0" y="541"/>
                      </a:cubicBezTo>
                      <a:cubicBezTo>
                        <a:pt x="0" y="842"/>
                        <a:pt x="243" y="1084"/>
                        <a:pt x="543" y="1084"/>
                      </a:cubicBezTo>
                      <a:cubicBezTo>
                        <a:pt x="842" y="1084"/>
                        <a:pt x="1084" y="842"/>
                        <a:pt x="1084" y="541"/>
                      </a:cubicBezTo>
                      <a:cubicBezTo>
                        <a:pt x="1084" y="242"/>
                        <a:pt x="842" y="0"/>
                        <a:pt x="54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" name="Google Shape;205;p4"/>
                <p:cNvSpPr/>
                <p:nvPr/>
              </p:nvSpPr>
              <p:spPr>
                <a:xfrm rot="5400000">
                  <a:off x="8516362" y="111137"/>
                  <a:ext cx="66478" cy="66478"/>
                </a:xfrm>
                <a:custGeom>
                  <a:rect b="b" l="l" r="r" t="t"/>
                  <a:pathLst>
                    <a:path extrusionOk="0" h="1085" w="1085">
                      <a:moveTo>
                        <a:pt x="543" y="1"/>
                      </a:moveTo>
                      <a:cubicBezTo>
                        <a:pt x="242" y="1"/>
                        <a:pt x="0" y="243"/>
                        <a:pt x="0" y="544"/>
                      </a:cubicBezTo>
                      <a:cubicBezTo>
                        <a:pt x="0" y="843"/>
                        <a:pt x="242" y="1085"/>
                        <a:pt x="543" y="1085"/>
                      </a:cubicBezTo>
                      <a:cubicBezTo>
                        <a:pt x="842" y="1085"/>
                        <a:pt x="1084" y="843"/>
                        <a:pt x="1084" y="544"/>
                      </a:cubicBezTo>
                      <a:cubicBezTo>
                        <a:pt x="1084" y="243"/>
                        <a:pt x="842" y="1"/>
                        <a:pt x="54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06" name="Google Shape;206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5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5"/>
          <p:cNvGrpSpPr/>
          <p:nvPr/>
        </p:nvGrpSpPr>
        <p:grpSpPr>
          <a:xfrm>
            <a:off x="107100" y="539500"/>
            <a:ext cx="8594875" cy="4492900"/>
            <a:chOff x="107100" y="539500"/>
            <a:chExt cx="8594875" cy="4492900"/>
          </a:xfrm>
        </p:grpSpPr>
        <p:grpSp>
          <p:nvGrpSpPr>
            <p:cNvPr id="210" name="Google Shape;210;p5"/>
            <p:cNvGrpSpPr/>
            <p:nvPr/>
          </p:nvGrpSpPr>
          <p:grpSpPr>
            <a:xfrm>
              <a:off x="107100" y="3704901"/>
              <a:ext cx="612900" cy="1327499"/>
              <a:chOff x="107100" y="3704901"/>
              <a:chExt cx="612900" cy="1327499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385525" y="3704901"/>
                <a:ext cx="271201" cy="723536"/>
              </a:xfrm>
              <a:custGeom>
                <a:rect b="b" l="l" r="r" t="t"/>
                <a:pathLst>
                  <a:path extrusionOk="0" h="6835" w="2562">
                    <a:moveTo>
                      <a:pt x="2344" y="1"/>
                    </a:moveTo>
                    <a:cubicBezTo>
                      <a:pt x="2293" y="1"/>
                      <a:pt x="2242" y="20"/>
                      <a:pt x="2204" y="58"/>
                    </a:cubicBezTo>
                    <a:lnTo>
                      <a:pt x="58" y="2205"/>
                    </a:lnTo>
                    <a:cubicBezTo>
                      <a:pt x="21" y="2242"/>
                      <a:pt x="0" y="2292"/>
                      <a:pt x="0" y="2345"/>
                    </a:cubicBezTo>
                    <a:lnTo>
                      <a:pt x="0" y="6636"/>
                    </a:lnTo>
                    <a:cubicBezTo>
                      <a:pt x="0" y="6746"/>
                      <a:pt x="89" y="6835"/>
                      <a:pt x="198" y="6835"/>
                    </a:cubicBezTo>
                    <a:cubicBezTo>
                      <a:pt x="308" y="6835"/>
                      <a:pt x="395" y="6746"/>
                      <a:pt x="395" y="6636"/>
                    </a:cubicBezTo>
                    <a:lnTo>
                      <a:pt x="395" y="2426"/>
                    </a:lnTo>
                    <a:lnTo>
                      <a:pt x="2484" y="339"/>
                    </a:lnTo>
                    <a:cubicBezTo>
                      <a:pt x="2561" y="262"/>
                      <a:pt x="2561" y="135"/>
                      <a:pt x="2484" y="58"/>
                    </a:cubicBezTo>
                    <a:cubicBezTo>
                      <a:pt x="2445" y="20"/>
                      <a:pt x="2394" y="1"/>
                      <a:pt x="2344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250291" y="45629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107100" y="441980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5"/>
            <p:cNvGrpSpPr/>
            <p:nvPr/>
          </p:nvGrpSpPr>
          <p:grpSpPr>
            <a:xfrm rot="5400000">
              <a:off x="7894175" y="1076100"/>
              <a:ext cx="1344400" cy="271200"/>
              <a:chOff x="3686625" y="4603950"/>
              <a:chExt cx="1344400" cy="271200"/>
            </a:xfrm>
          </p:grpSpPr>
          <p:sp>
            <p:nvSpPr>
              <p:cNvPr id="215" name="Google Shape;215;p5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5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0" name="Google Shape;220;p5"/>
            <p:cNvSpPr/>
            <p:nvPr/>
          </p:nvSpPr>
          <p:spPr>
            <a:xfrm rot="5400000">
              <a:off x="8226025" y="2782025"/>
              <a:ext cx="680700" cy="175800"/>
            </a:xfrm>
            <a:prstGeom prst="roundRect">
              <a:avLst>
                <a:gd fmla="val 50000" name="adj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" name="Google Shape;22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2" name="Google Shape;222;p5"/>
          <p:cNvSpPr txBox="1"/>
          <p:nvPr>
            <p:ph idx="1" type="subTitle"/>
          </p:nvPr>
        </p:nvSpPr>
        <p:spPr>
          <a:xfrm>
            <a:off x="5116578" y="2574600"/>
            <a:ext cx="2823900" cy="9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3" name="Google Shape;223;p5"/>
          <p:cNvSpPr txBox="1"/>
          <p:nvPr>
            <p:ph idx="2" type="subTitle"/>
          </p:nvPr>
        </p:nvSpPr>
        <p:spPr>
          <a:xfrm>
            <a:off x="1203522" y="2574600"/>
            <a:ext cx="2823900" cy="9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4" name="Google Shape;224;p5"/>
          <p:cNvSpPr txBox="1"/>
          <p:nvPr>
            <p:ph idx="3" type="subTitle"/>
          </p:nvPr>
        </p:nvSpPr>
        <p:spPr>
          <a:xfrm>
            <a:off x="5116574" y="2266575"/>
            <a:ext cx="28239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225" name="Google Shape;225;p5"/>
          <p:cNvSpPr txBox="1"/>
          <p:nvPr>
            <p:ph idx="4" type="subTitle"/>
          </p:nvPr>
        </p:nvSpPr>
        <p:spPr>
          <a:xfrm>
            <a:off x="1203522" y="2266575"/>
            <a:ext cx="28239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grpSp>
        <p:nvGrpSpPr>
          <p:cNvPr id="226" name="Google Shape;226;p5"/>
          <p:cNvGrpSpPr/>
          <p:nvPr/>
        </p:nvGrpSpPr>
        <p:grpSpPr>
          <a:xfrm>
            <a:off x="161171" y="-76200"/>
            <a:ext cx="8869668" cy="5307210"/>
            <a:chOff x="161171" y="-76200"/>
            <a:chExt cx="8869668" cy="5307210"/>
          </a:xfrm>
        </p:grpSpPr>
        <p:grpSp>
          <p:nvGrpSpPr>
            <p:cNvPr id="227" name="Google Shape;227;p5"/>
            <p:cNvGrpSpPr/>
            <p:nvPr/>
          </p:nvGrpSpPr>
          <p:grpSpPr>
            <a:xfrm flipH="1" rot="10800000">
              <a:off x="8327900" y="-76200"/>
              <a:ext cx="702940" cy="1989524"/>
              <a:chOff x="8327900" y="3196400"/>
              <a:chExt cx="702940" cy="1989524"/>
            </a:xfrm>
          </p:grpSpPr>
          <p:grpSp>
            <p:nvGrpSpPr>
              <p:cNvPr id="228" name="Google Shape;228;p5"/>
              <p:cNvGrpSpPr/>
              <p:nvPr/>
            </p:nvGrpSpPr>
            <p:grpSpPr>
              <a:xfrm>
                <a:off x="8327900" y="3288266"/>
                <a:ext cx="702940" cy="1897658"/>
                <a:chOff x="8327900" y="3288266"/>
                <a:chExt cx="702940" cy="1897658"/>
              </a:xfrm>
            </p:grpSpPr>
            <p:sp>
              <p:nvSpPr>
                <p:cNvPr id="229" name="Google Shape;229;p5"/>
                <p:cNvSpPr/>
                <p:nvPr/>
              </p:nvSpPr>
              <p:spPr>
                <a:xfrm rot="-5400000">
                  <a:off x="8271296" y="4882627"/>
                  <a:ext cx="322184" cy="208976"/>
                </a:xfrm>
                <a:custGeom>
                  <a:rect b="b" l="l" r="r" t="t"/>
                  <a:pathLst>
                    <a:path extrusionOk="0" h="3679" w="5672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8"/>
                        <a:pt x="69" y="308"/>
                        <a:pt x="154" y="308"/>
                      </a:cubicBezTo>
                      <a:lnTo>
                        <a:pt x="3462" y="308"/>
                      </a:lnTo>
                      <a:lnTo>
                        <a:pt x="5364" y="2210"/>
                      </a:lnTo>
                      <a:lnTo>
                        <a:pt x="5364" y="3524"/>
                      </a:lnTo>
                      <a:cubicBezTo>
                        <a:pt x="5364" y="3610"/>
                        <a:pt x="5432" y="3678"/>
                        <a:pt x="5518" y="3678"/>
                      </a:cubicBezTo>
                      <a:cubicBezTo>
                        <a:pt x="5603" y="3678"/>
                        <a:pt x="5671" y="3610"/>
                        <a:pt x="5671" y="3524"/>
                      </a:cubicBezTo>
                      <a:lnTo>
                        <a:pt x="5671" y="2146"/>
                      </a:lnTo>
                      <a:cubicBezTo>
                        <a:pt x="5671" y="2105"/>
                        <a:pt x="5655" y="2066"/>
                        <a:pt x="5626" y="2037"/>
                      </a:cubicBezTo>
                      <a:lnTo>
                        <a:pt x="3634" y="45"/>
                      </a:lnTo>
                      <a:cubicBezTo>
                        <a:pt x="3605" y="16"/>
                        <a:pt x="3566" y="0"/>
                        <a:pt x="352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" name="Google Shape;230;p5"/>
                <p:cNvSpPr/>
                <p:nvPr/>
              </p:nvSpPr>
              <p:spPr>
                <a:xfrm rot="-5400000">
                  <a:off x="8010690" y="4376573"/>
                  <a:ext cx="1301459" cy="243512"/>
                </a:xfrm>
                <a:custGeom>
                  <a:rect b="b" l="l" r="r" t="t"/>
                  <a:pathLst>
                    <a:path extrusionOk="0" h="4287" w="22912">
                      <a:moveTo>
                        <a:pt x="169" y="1"/>
                      </a:moveTo>
                      <a:cubicBezTo>
                        <a:pt x="129" y="1"/>
                        <a:pt x="90" y="16"/>
                        <a:pt x="60" y="46"/>
                      </a:cubicBezTo>
                      <a:cubicBezTo>
                        <a:pt x="0" y="105"/>
                        <a:pt x="0" y="203"/>
                        <a:pt x="60" y="263"/>
                      </a:cubicBezTo>
                      <a:lnTo>
                        <a:pt x="1720" y="1923"/>
                      </a:lnTo>
                      <a:cubicBezTo>
                        <a:pt x="1748" y="1952"/>
                        <a:pt x="1789" y="1968"/>
                        <a:pt x="1829" y="1968"/>
                      </a:cubicBezTo>
                      <a:lnTo>
                        <a:pt x="7052" y="1968"/>
                      </a:lnTo>
                      <a:lnTo>
                        <a:pt x="8195" y="3110"/>
                      </a:lnTo>
                      <a:cubicBezTo>
                        <a:pt x="8223" y="3140"/>
                        <a:pt x="8262" y="3156"/>
                        <a:pt x="8304" y="3156"/>
                      </a:cubicBezTo>
                      <a:lnTo>
                        <a:pt x="15072" y="3156"/>
                      </a:lnTo>
                      <a:lnTo>
                        <a:pt x="16157" y="4240"/>
                      </a:lnTo>
                      <a:cubicBezTo>
                        <a:pt x="16185" y="4270"/>
                        <a:pt x="16224" y="4286"/>
                        <a:pt x="16266" y="4286"/>
                      </a:cubicBezTo>
                      <a:lnTo>
                        <a:pt x="20601" y="4286"/>
                      </a:lnTo>
                      <a:lnTo>
                        <a:pt x="20601" y="4285"/>
                      </a:lnTo>
                      <a:cubicBezTo>
                        <a:pt x="20642" y="4285"/>
                        <a:pt x="20681" y="4270"/>
                        <a:pt x="20709" y="4240"/>
                      </a:cubicBezTo>
                      <a:lnTo>
                        <a:pt x="22852" y="2098"/>
                      </a:lnTo>
                      <a:cubicBezTo>
                        <a:pt x="22912" y="2038"/>
                        <a:pt x="22912" y="1941"/>
                        <a:pt x="22852" y="1881"/>
                      </a:cubicBezTo>
                      <a:cubicBezTo>
                        <a:pt x="22821" y="1851"/>
                        <a:pt x="22782" y="1836"/>
                        <a:pt x="22743" y="1836"/>
                      </a:cubicBezTo>
                      <a:cubicBezTo>
                        <a:pt x="22703" y="1836"/>
                        <a:pt x="22664" y="1851"/>
                        <a:pt x="22634" y="1881"/>
                      </a:cubicBezTo>
                      <a:lnTo>
                        <a:pt x="20537" y="3978"/>
                      </a:lnTo>
                      <a:lnTo>
                        <a:pt x="16328" y="3978"/>
                      </a:lnTo>
                      <a:lnTo>
                        <a:pt x="15244" y="2894"/>
                      </a:lnTo>
                      <a:cubicBezTo>
                        <a:pt x="15215" y="2864"/>
                        <a:pt x="15176" y="2848"/>
                        <a:pt x="15135" y="2848"/>
                      </a:cubicBezTo>
                      <a:lnTo>
                        <a:pt x="8366" y="2848"/>
                      </a:lnTo>
                      <a:lnTo>
                        <a:pt x="7224" y="1706"/>
                      </a:lnTo>
                      <a:cubicBezTo>
                        <a:pt x="7195" y="1677"/>
                        <a:pt x="7156" y="1661"/>
                        <a:pt x="7116" y="1661"/>
                      </a:cubicBezTo>
                      <a:lnTo>
                        <a:pt x="1893" y="1661"/>
                      </a:lnTo>
                      <a:lnTo>
                        <a:pt x="278" y="46"/>
                      </a:lnTo>
                      <a:cubicBezTo>
                        <a:pt x="248" y="16"/>
                        <a:pt x="208" y="1"/>
                        <a:pt x="16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" name="Google Shape;231;p5"/>
                <p:cNvSpPr/>
                <p:nvPr/>
              </p:nvSpPr>
              <p:spPr>
                <a:xfrm rot="-5400000">
                  <a:off x="8011093" y="4166177"/>
                  <a:ext cx="1897658" cy="141836"/>
                </a:xfrm>
                <a:custGeom>
                  <a:rect b="b" l="l" r="r" t="t"/>
                  <a:pathLst>
                    <a:path extrusionOk="0" h="2497" w="33408">
                      <a:moveTo>
                        <a:pt x="29290" y="1"/>
                      </a:moveTo>
                      <a:cubicBezTo>
                        <a:pt x="29248" y="1"/>
                        <a:pt x="29209" y="16"/>
                        <a:pt x="29181" y="46"/>
                      </a:cubicBezTo>
                      <a:lnTo>
                        <a:pt x="27265" y="1961"/>
                      </a:lnTo>
                      <a:lnTo>
                        <a:pt x="18260" y="1961"/>
                      </a:lnTo>
                      <a:lnTo>
                        <a:pt x="16612" y="314"/>
                      </a:lnTo>
                      <a:cubicBezTo>
                        <a:pt x="16584" y="284"/>
                        <a:pt x="16545" y="269"/>
                        <a:pt x="16503" y="269"/>
                      </a:cubicBezTo>
                      <a:lnTo>
                        <a:pt x="10403" y="269"/>
                      </a:lnTo>
                      <a:cubicBezTo>
                        <a:pt x="10362" y="269"/>
                        <a:pt x="10323" y="284"/>
                        <a:pt x="10294" y="314"/>
                      </a:cubicBezTo>
                      <a:lnTo>
                        <a:pt x="8418" y="2189"/>
                      </a:lnTo>
                      <a:lnTo>
                        <a:pt x="4597" y="2189"/>
                      </a:lnTo>
                      <a:lnTo>
                        <a:pt x="3608" y="1201"/>
                      </a:lnTo>
                      <a:cubicBezTo>
                        <a:pt x="3580" y="1171"/>
                        <a:pt x="3541" y="1154"/>
                        <a:pt x="3499" y="1154"/>
                      </a:cubicBezTo>
                      <a:lnTo>
                        <a:pt x="154" y="1154"/>
                      </a:lnTo>
                      <a:cubicBezTo>
                        <a:pt x="69" y="1154"/>
                        <a:pt x="0" y="1224"/>
                        <a:pt x="0" y="1308"/>
                      </a:cubicBezTo>
                      <a:cubicBezTo>
                        <a:pt x="0" y="1393"/>
                        <a:pt x="69" y="1462"/>
                        <a:pt x="154" y="1462"/>
                      </a:cubicBezTo>
                      <a:lnTo>
                        <a:pt x="3435" y="1462"/>
                      </a:lnTo>
                      <a:lnTo>
                        <a:pt x="4425" y="2451"/>
                      </a:lnTo>
                      <a:cubicBezTo>
                        <a:pt x="4454" y="2481"/>
                        <a:pt x="4493" y="2496"/>
                        <a:pt x="4534" y="2496"/>
                      </a:cubicBezTo>
                      <a:lnTo>
                        <a:pt x="8482" y="2496"/>
                      </a:lnTo>
                      <a:cubicBezTo>
                        <a:pt x="8522" y="2496"/>
                        <a:pt x="8561" y="2481"/>
                        <a:pt x="8591" y="2451"/>
                      </a:cubicBezTo>
                      <a:lnTo>
                        <a:pt x="10466" y="576"/>
                      </a:lnTo>
                      <a:lnTo>
                        <a:pt x="16441" y="576"/>
                      </a:lnTo>
                      <a:lnTo>
                        <a:pt x="18087" y="2223"/>
                      </a:lnTo>
                      <a:cubicBezTo>
                        <a:pt x="18116" y="2253"/>
                        <a:pt x="18156" y="2268"/>
                        <a:pt x="18196" y="2268"/>
                      </a:cubicBezTo>
                      <a:lnTo>
                        <a:pt x="27328" y="2268"/>
                      </a:lnTo>
                      <a:cubicBezTo>
                        <a:pt x="27369" y="2268"/>
                        <a:pt x="27408" y="2253"/>
                        <a:pt x="27437" y="2223"/>
                      </a:cubicBezTo>
                      <a:lnTo>
                        <a:pt x="29352" y="308"/>
                      </a:lnTo>
                      <a:lnTo>
                        <a:pt x="33254" y="308"/>
                      </a:lnTo>
                      <a:cubicBezTo>
                        <a:pt x="33339" y="308"/>
                        <a:pt x="33407" y="238"/>
                        <a:pt x="33407" y="154"/>
                      </a:cubicBezTo>
                      <a:cubicBezTo>
                        <a:pt x="33407" y="69"/>
                        <a:pt x="33339" y="1"/>
                        <a:pt x="3325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2" name="Google Shape;232;p5"/>
              <p:cNvGrpSpPr/>
              <p:nvPr/>
            </p:nvGrpSpPr>
            <p:grpSpPr>
              <a:xfrm>
                <a:off x="8457809" y="3196400"/>
                <a:ext cx="512592" cy="1708747"/>
                <a:chOff x="8457809" y="3196400"/>
                <a:chExt cx="512592" cy="1708747"/>
              </a:xfrm>
            </p:grpSpPr>
            <p:sp>
              <p:nvSpPr>
                <p:cNvPr id="233" name="Google Shape;233;p5"/>
                <p:cNvSpPr/>
                <p:nvPr/>
              </p:nvSpPr>
              <p:spPr>
                <a:xfrm rot="-5400000">
                  <a:off x="8829701" y="3196400"/>
                  <a:ext cx="140700" cy="140700"/>
                </a:xfrm>
                <a:custGeom>
                  <a:rect b="b" l="l" r="r" t="t"/>
                  <a:pathLst>
                    <a:path extrusionOk="0" h="2477" w="2477">
                      <a:moveTo>
                        <a:pt x="1239" y="1"/>
                      </a:moveTo>
                      <a:cubicBezTo>
                        <a:pt x="555" y="1"/>
                        <a:pt x="1" y="555"/>
                        <a:pt x="1" y="1238"/>
                      </a:cubicBezTo>
                      <a:cubicBezTo>
                        <a:pt x="1" y="1922"/>
                        <a:pt x="555" y="2476"/>
                        <a:pt x="1239" y="2476"/>
                      </a:cubicBezTo>
                      <a:cubicBezTo>
                        <a:pt x="1922" y="2476"/>
                        <a:pt x="2476" y="1922"/>
                        <a:pt x="2476" y="1238"/>
                      </a:cubicBezTo>
                      <a:cubicBezTo>
                        <a:pt x="2476" y="555"/>
                        <a:pt x="1922" y="1"/>
                        <a:pt x="12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" name="Google Shape;234;p5"/>
                <p:cNvSpPr/>
                <p:nvPr/>
              </p:nvSpPr>
              <p:spPr>
                <a:xfrm rot="-5400000">
                  <a:off x="8538612" y="3740090"/>
                  <a:ext cx="140586" cy="140643"/>
                </a:xfrm>
                <a:custGeom>
                  <a:rect b="b" l="l" r="r" t="t"/>
                  <a:pathLst>
                    <a:path extrusionOk="0" h="2476" w="2475">
                      <a:moveTo>
                        <a:pt x="1238" y="1"/>
                      </a:moveTo>
                      <a:cubicBezTo>
                        <a:pt x="554" y="1"/>
                        <a:pt x="0" y="554"/>
                        <a:pt x="0" y="1238"/>
                      </a:cubicBezTo>
                      <a:cubicBezTo>
                        <a:pt x="0" y="1921"/>
                        <a:pt x="554" y="2475"/>
                        <a:pt x="1238" y="2475"/>
                      </a:cubicBezTo>
                      <a:cubicBezTo>
                        <a:pt x="1921" y="2475"/>
                        <a:pt x="2474" y="1921"/>
                        <a:pt x="2474" y="1238"/>
                      </a:cubicBezTo>
                      <a:cubicBezTo>
                        <a:pt x="2474" y="554"/>
                        <a:pt x="1921" y="1"/>
                        <a:pt x="12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" name="Google Shape;235;p5"/>
                <p:cNvSpPr/>
                <p:nvPr/>
              </p:nvSpPr>
              <p:spPr>
                <a:xfrm rot="-5400000">
                  <a:off x="8457809" y="4764504"/>
                  <a:ext cx="140643" cy="140643"/>
                </a:xfrm>
                <a:custGeom>
                  <a:rect b="b" l="l" r="r" t="t"/>
                  <a:pathLst>
                    <a:path extrusionOk="0" h="2476" w="2476">
                      <a:moveTo>
                        <a:pt x="1239" y="1"/>
                      </a:moveTo>
                      <a:cubicBezTo>
                        <a:pt x="555" y="1"/>
                        <a:pt x="1" y="554"/>
                        <a:pt x="1" y="1237"/>
                      </a:cubicBezTo>
                      <a:cubicBezTo>
                        <a:pt x="1" y="1921"/>
                        <a:pt x="555" y="2475"/>
                        <a:pt x="1239" y="2475"/>
                      </a:cubicBezTo>
                      <a:cubicBezTo>
                        <a:pt x="1922" y="2475"/>
                        <a:pt x="2475" y="1921"/>
                        <a:pt x="2475" y="1237"/>
                      </a:cubicBezTo>
                      <a:cubicBezTo>
                        <a:pt x="2475" y="554"/>
                        <a:pt x="1922" y="1"/>
                        <a:pt x="12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6" name="Google Shape;236;p5"/>
              <p:cNvGrpSpPr/>
              <p:nvPr/>
            </p:nvGrpSpPr>
            <p:grpSpPr>
              <a:xfrm>
                <a:off x="8498480" y="3237070"/>
                <a:ext cx="431194" cy="1627349"/>
                <a:chOff x="8498480" y="3237070"/>
                <a:chExt cx="431194" cy="1627349"/>
              </a:xfrm>
            </p:grpSpPr>
            <p:sp>
              <p:nvSpPr>
                <p:cNvPr id="237" name="Google Shape;237;p5"/>
                <p:cNvSpPr/>
                <p:nvPr/>
              </p:nvSpPr>
              <p:spPr>
                <a:xfrm rot="-5400000">
                  <a:off x="8870401" y="3237099"/>
                  <a:ext cx="59302" cy="59245"/>
                </a:xfrm>
                <a:custGeom>
                  <a:rect b="b" l="l" r="r" t="t"/>
                  <a:pathLst>
                    <a:path extrusionOk="0" h="1043" w="1044">
                      <a:moveTo>
                        <a:pt x="522" y="0"/>
                      </a:moveTo>
                      <a:cubicBezTo>
                        <a:pt x="234" y="0"/>
                        <a:pt x="0" y="234"/>
                        <a:pt x="0" y="521"/>
                      </a:cubicBezTo>
                      <a:cubicBezTo>
                        <a:pt x="0" y="809"/>
                        <a:pt x="234" y="1043"/>
                        <a:pt x="522" y="1043"/>
                      </a:cubicBezTo>
                      <a:cubicBezTo>
                        <a:pt x="810" y="1043"/>
                        <a:pt x="1043" y="809"/>
                        <a:pt x="1043" y="521"/>
                      </a:cubicBezTo>
                      <a:cubicBezTo>
                        <a:pt x="1043" y="234"/>
                        <a:pt x="810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" name="Google Shape;238;p5"/>
                <p:cNvSpPr/>
                <p:nvPr/>
              </p:nvSpPr>
              <p:spPr>
                <a:xfrm rot="-5400000">
                  <a:off x="8579226" y="3780760"/>
                  <a:ext cx="59302" cy="59245"/>
                </a:xfrm>
                <a:custGeom>
                  <a:rect b="b" l="l" r="r" t="t"/>
                  <a:pathLst>
                    <a:path extrusionOk="0" h="1043" w="1044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2"/>
                      </a:cubicBezTo>
                      <a:cubicBezTo>
                        <a:pt x="0" y="810"/>
                        <a:pt x="233" y="1043"/>
                        <a:pt x="522" y="1043"/>
                      </a:cubicBezTo>
                      <a:cubicBezTo>
                        <a:pt x="809" y="1043"/>
                        <a:pt x="1043" y="810"/>
                        <a:pt x="1043" y="522"/>
                      </a:cubicBezTo>
                      <a:cubicBezTo>
                        <a:pt x="1043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" name="Google Shape;239;p5"/>
                <p:cNvSpPr/>
                <p:nvPr/>
              </p:nvSpPr>
              <p:spPr>
                <a:xfrm rot="-5400000">
                  <a:off x="8729869" y="3938332"/>
                  <a:ext cx="89010" cy="89066"/>
                </a:xfrm>
                <a:custGeom>
                  <a:rect b="b" l="l" r="r" t="t"/>
                  <a:pathLst>
                    <a:path extrusionOk="0" h="1568" w="1567">
                      <a:moveTo>
                        <a:pt x="784" y="1"/>
                      </a:moveTo>
                      <a:cubicBezTo>
                        <a:pt x="351" y="1"/>
                        <a:pt x="0" y="352"/>
                        <a:pt x="0" y="785"/>
                      </a:cubicBezTo>
                      <a:cubicBezTo>
                        <a:pt x="0" y="1216"/>
                        <a:pt x="351" y="1567"/>
                        <a:pt x="784" y="1567"/>
                      </a:cubicBezTo>
                      <a:cubicBezTo>
                        <a:pt x="1215" y="1567"/>
                        <a:pt x="1567" y="1216"/>
                        <a:pt x="1567" y="785"/>
                      </a:cubicBezTo>
                      <a:cubicBezTo>
                        <a:pt x="1567" y="352"/>
                        <a:pt x="1215" y="1"/>
                        <a:pt x="7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" name="Google Shape;240;p5"/>
                <p:cNvSpPr/>
                <p:nvPr/>
              </p:nvSpPr>
              <p:spPr>
                <a:xfrm rot="-5400000">
                  <a:off x="8644323" y="3852788"/>
                  <a:ext cx="260099" cy="260155"/>
                </a:xfrm>
                <a:custGeom>
                  <a:rect b="b" l="l" r="r" t="t"/>
                  <a:pathLst>
                    <a:path extrusionOk="0" h="4580" w="4579">
                      <a:moveTo>
                        <a:pt x="2290" y="154"/>
                      </a:moveTo>
                      <a:cubicBezTo>
                        <a:pt x="3467" y="154"/>
                        <a:pt x="4425" y="1112"/>
                        <a:pt x="4425" y="2291"/>
                      </a:cubicBezTo>
                      <a:cubicBezTo>
                        <a:pt x="4425" y="3468"/>
                        <a:pt x="3467" y="4426"/>
                        <a:pt x="2290" y="4426"/>
                      </a:cubicBezTo>
                      <a:cubicBezTo>
                        <a:pt x="1112" y="4426"/>
                        <a:pt x="154" y="3468"/>
                        <a:pt x="154" y="2291"/>
                      </a:cubicBezTo>
                      <a:cubicBezTo>
                        <a:pt x="154" y="1112"/>
                        <a:pt x="1112" y="154"/>
                        <a:pt x="2290" y="154"/>
                      </a:cubicBezTo>
                      <a:close/>
                      <a:moveTo>
                        <a:pt x="2290" y="1"/>
                      </a:moveTo>
                      <a:cubicBezTo>
                        <a:pt x="1027" y="1"/>
                        <a:pt x="0" y="1028"/>
                        <a:pt x="0" y="2291"/>
                      </a:cubicBezTo>
                      <a:cubicBezTo>
                        <a:pt x="0" y="3552"/>
                        <a:pt x="1027" y="4579"/>
                        <a:pt x="2290" y="4579"/>
                      </a:cubicBezTo>
                      <a:cubicBezTo>
                        <a:pt x="3552" y="4579"/>
                        <a:pt x="4579" y="3552"/>
                        <a:pt x="4579" y="2291"/>
                      </a:cubicBezTo>
                      <a:cubicBezTo>
                        <a:pt x="4579" y="1028"/>
                        <a:pt x="3551" y="1"/>
                        <a:pt x="229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" name="Google Shape;241;p5"/>
                <p:cNvSpPr/>
                <p:nvPr/>
              </p:nvSpPr>
              <p:spPr>
                <a:xfrm rot="-5400000">
                  <a:off x="8498509" y="4805202"/>
                  <a:ext cx="59188" cy="59245"/>
                </a:xfrm>
                <a:custGeom>
                  <a:rect b="b" l="l" r="r" t="t"/>
                  <a:pathLst>
                    <a:path extrusionOk="0" h="1043" w="1042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10"/>
                        <a:pt x="233" y="1043"/>
                        <a:pt x="522" y="1043"/>
                      </a:cubicBezTo>
                      <a:cubicBezTo>
                        <a:pt x="809" y="1043"/>
                        <a:pt x="1042" y="810"/>
                        <a:pt x="1042" y="521"/>
                      </a:cubicBezTo>
                      <a:cubicBezTo>
                        <a:pt x="1042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42" name="Google Shape;242;p5"/>
            <p:cNvGrpSpPr/>
            <p:nvPr/>
          </p:nvGrpSpPr>
          <p:grpSpPr>
            <a:xfrm>
              <a:off x="161171" y="3966873"/>
              <a:ext cx="1126268" cy="1264137"/>
              <a:chOff x="161171" y="3966873"/>
              <a:chExt cx="1126268" cy="1264137"/>
            </a:xfrm>
          </p:grpSpPr>
          <p:grpSp>
            <p:nvGrpSpPr>
              <p:cNvPr id="243" name="Google Shape;243;p5"/>
              <p:cNvGrpSpPr/>
              <p:nvPr/>
            </p:nvGrpSpPr>
            <p:grpSpPr>
              <a:xfrm>
                <a:off x="161171" y="3966873"/>
                <a:ext cx="1126268" cy="1264137"/>
                <a:chOff x="161171" y="3966873"/>
                <a:chExt cx="1126268" cy="1264137"/>
              </a:xfrm>
            </p:grpSpPr>
            <p:sp>
              <p:nvSpPr>
                <p:cNvPr id="244" name="Google Shape;244;p5"/>
                <p:cNvSpPr/>
                <p:nvPr/>
              </p:nvSpPr>
              <p:spPr>
                <a:xfrm>
                  <a:off x="360912" y="3966873"/>
                  <a:ext cx="514717" cy="1258025"/>
                </a:xfrm>
                <a:custGeom>
                  <a:rect b="b" l="l" r="r" t="t"/>
                  <a:pathLst>
                    <a:path extrusionOk="0" h="22894" w="9367">
                      <a:moveTo>
                        <a:pt x="1897" y="1"/>
                      </a:moveTo>
                      <a:cubicBezTo>
                        <a:pt x="1214" y="1"/>
                        <a:pt x="661" y="555"/>
                        <a:pt x="661" y="1238"/>
                      </a:cubicBezTo>
                      <a:cubicBezTo>
                        <a:pt x="661" y="1847"/>
                        <a:pt x="1103" y="2352"/>
                        <a:pt x="1683" y="2454"/>
                      </a:cubicBezTo>
                      <a:lnTo>
                        <a:pt x="1683" y="8153"/>
                      </a:lnTo>
                      <a:lnTo>
                        <a:pt x="46" y="9790"/>
                      </a:lnTo>
                      <a:cubicBezTo>
                        <a:pt x="17" y="9819"/>
                        <a:pt x="1" y="9858"/>
                        <a:pt x="1" y="9899"/>
                      </a:cubicBezTo>
                      <a:lnTo>
                        <a:pt x="1" y="13697"/>
                      </a:lnTo>
                      <a:cubicBezTo>
                        <a:pt x="1" y="13738"/>
                        <a:pt x="17" y="13778"/>
                        <a:pt x="46" y="13806"/>
                      </a:cubicBezTo>
                      <a:lnTo>
                        <a:pt x="9090" y="22849"/>
                      </a:lnTo>
                      <a:cubicBezTo>
                        <a:pt x="9119" y="22879"/>
                        <a:pt x="9158" y="22894"/>
                        <a:pt x="9198" y="22894"/>
                      </a:cubicBezTo>
                      <a:cubicBezTo>
                        <a:pt x="9237" y="22894"/>
                        <a:pt x="9276" y="22879"/>
                        <a:pt x="9307" y="22849"/>
                      </a:cubicBezTo>
                      <a:cubicBezTo>
                        <a:pt x="9366" y="22790"/>
                        <a:pt x="9366" y="22692"/>
                        <a:pt x="9307" y="22631"/>
                      </a:cubicBezTo>
                      <a:lnTo>
                        <a:pt x="308" y="13634"/>
                      </a:lnTo>
                      <a:lnTo>
                        <a:pt x="308" y="9963"/>
                      </a:lnTo>
                      <a:lnTo>
                        <a:pt x="1946" y="8326"/>
                      </a:lnTo>
                      <a:cubicBezTo>
                        <a:pt x="1974" y="8297"/>
                        <a:pt x="1991" y="8258"/>
                        <a:pt x="1991" y="8217"/>
                      </a:cubicBezTo>
                      <a:lnTo>
                        <a:pt x="1991" y="2466"/>
                      </a:lnTo>
                      <a:cubicBezTo>
                        <a:pt x="2629" y="2417"/>
                        <a:pt x="3135" y="1890"/>
                        <a:pt x="3135" y="1238"/>
                      </a:cubicBezTo>
                      <a:cubicBezTo>
                        <a:pt x="3135" y="555"/>
                        <a:pt x="2580" y="1"/>
                        <a:pt x="18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" name="Google Shape;245;p5"/>
                <p:cNvSpPr/>
                <p:nvPr/>
              </p:nvSpPr>
              <p:spPr>
                <a:xfrm>
                  <a:off x="436467" y="4006272"/>
                  <a:ext cx="57368" cy="57258"/>
                </a:xfrm>
                <a:custGeom>
                  <a:rect b="b" l="l" r="r" t="t"/>
                  <a:pathLst>
                    <a:path extrusionOk="0" h="1042" w="1044">
                      <a:moveTo>
                        <a:pt x="522" y="0"/>
                      </a:moveTo>
                      <a:cubicBezTo>
                        <a:pt x="235" y="0"/>
                        <a:pt x="1" y="233"/>
                        <a:pt x="1" y="521"/>
                      </a:cubicBezTo>
                      <a:cubicBezTo>
                        <a:pt x="1" y="809"/>
                        <a:pt x="235" y="1042"/>
                        <a:pt x="522" y="1042"/>
                      </a:cubicBezTo>
                      <a:cubicBezTo>
                        <a:pt x="811" y="1042"/>
                        <a:pt x="1043" y="809"/>
                        <a:pt x="1043" y="521"/>
                      </a:cubicBezTo>
                      <a:cubicBezTo>
                        <a:pt x="1043" y="233"/>
                        <a:pt x="811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" name="Google Shape;246;p5"/>
                <p:cNvSpPr/>
                <p:nvPr/>
              </p:nvSpPr>
              <p:spPr>
                <a:xfrm>
                  <a:off x="161171" y="4102378"/>
                  <a:ext cx="200238" cy="1122574"/>
                </a:xfrm>
                <a:custGeom>
                  <a:rect b="b" l="l" r="r" t="t"/>
                  <a:pathLst>
                    <a:path extrusionOk="0" h="20429" w="3644">
                      <a:moveTo>
                        <a:pt x="2406" y="1"/>
                      </a:moveTo>
                      <a:cubicBezTo>
                        <a:pt x="1723" y="1"/>
                        <a:pt x="1169" y="555"/>
                        <a:pt x="1169" y="1238"/>
                      </a:cubicBezTo>
                      <a:cubicBezTo>
                        <a:pt x="1169" y="1525"/>
                        <a:pt x="1270" y="1785"/>
                        <a:pt x="1434" y="1994"/>
                      </a:cubicBezTo>
                      <a:lnTo>
                        <a:pt x="46" y="3382"/>
                      </a:lnTo>
                      <a:cubicBezTo>
                        <a:pt x="17" y="3410"/>
                        <a:pt x="1" y="3449"/>
                        <a:pt x="1" y="3491"/>
                      </a:cubicBezTo>
                      <a:lnTo>
                        <a:pt x="1" y="13384"/>
                      </a:lnTo>
                      <a:cubicBezTo>
                        <a:pt x="1" y="13424"/>
                        <a:pt x="17" y="13463"/>
                        <a:pt x="46" y="13493"/>
                      </a:cubicBezTo>
                      <a:lnTo>
                        <a:pt x="2189" y="15636"/>
                      </a:lnTo>
                      <a:lnTo>
                        <a:pt x="2189" y="20275"/>
                      </a:lnTo>
                      <a:cubicBezTo>
                        <a:pt x="2189" y="20359"/>
                        <a:pt x="2258" y="20429"/>
                        <a:pt x="2343" y="20429"/>
                      </a:cubicBezTo>
                      <a:cubicBezTo>
                        <a:pt x="2428" y="20429"/>
                        <a:pt x="2496" y="20359"/>
                        <a:pt x="2496" y="20275"/>
                      </a:cubicBezTo>
                      <a:lnTo>
                        <a:pt x="2496" y="15572"/>
                      </a:lnTo>
                      <a:cubicBezTo>
                        <a:pt x="2496" y="15531"/>
                        <a:pt x="2480" y="15492"/>
                        <a:pt x="2451" y="15464"/>
                      </a:cubicBezTo>
                      <a:lnTo>
                        <a:pt x="308" y="13320"/>
                      </a:lnTo>
                      <a:lnTo>
                        <a:pt x="308" y="3554"/>
                      </a:lnTo>
                      <a:lnTo>
                        <a:pt x="1650" y="2211"/>
                      </a:lnTo>
                      <a:lnTo>
                        <a:pt x="1651" y="2211"/>
                      </a:lnTo>
                      <a:cubicBezTo>
                        <a:pt x="1860" y="2375"/>
                        <a:pt x="2120" y="2476"/>
                        <a:pt x="2406" y="2476"/>
                      </a:cubicBezTo>
                      <a:cubicBezTo>
                        <a:pt x="3090" y="2476"/>
                        <a:pt x="3643" y="1922"/>
                        <a:pt x="3643" y="1238"/>
                      </a:cubicBezTo>
                      <a:cubicBezTo>
                        <a:pt x="3643" y="555"/>
                        <a:pt x="3090" y="1"/>
                        <a:pt x="240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" name="Google Shape;247;p5"/>
                <p:cNvSpPr/>
                <p:nvPr/>
              </p:nvSpPr>
              <p:spPr>
                <a:xfrm>
                  <a:off x="264751" y="4141777"/>
                  <a:ext cx="57313" cy="57313"/>
                </a:xfrm>
                <a:custGeom>
                  <a:rect b="b" l="l" r="r" t="t"/>
                  <a:pathLst>
                    <a:path extrusionOk="0" h="1043" w="1043">
                      <a:moveTo>
                        <a:pt x="521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09"/>
                        <a:pt x="233" y="1043"/>
                        <a:pt x="521" y="1043"/>
                      </a:cubicBezTo>
                      <a:cubicBezTo>
                        <a:pt x="809" y="1043"/>
                        <a:pt x="1043" y="809"/>
                        <a:pt x="1043" y="521"/>
                      </a:cubicBezTo>
                      <a:cubicBezTo>
                        <a:pt x="1043" y="234"/>
                        <a:pt x="809" y="0"/>
                        <a:pt x="5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" name="Google Shape;248;p5"/>
                <p:cNvSpPr/>
                <p:nvPr/>
              </p:nvSpPr>
              <p:spPr>
                <a:xfrm>
                  <a:off x="243595" y="4591427"/>
                  <a:ext cx="251671" cy="251616"/>
                </a:xfrm>
                <a:custGeom>
                  <a:rect b="b" l="l" r="r" t="t"/>
                  <a:pathLst>
                    <a:path extrusionOk="0" h="4579" w="4580">
                      <a:moveTo>
                        <a:pt x="2290" y="154"/>
                      </a:moveTo>
                      <a:cubicBezTo>
                        <a:pt x="3467" y="154"/>
                        <a:pt x="4426" y="1111"/>
                        <a:pt x="4426" y="2290"/>
                      </a:cubicBezTo>
                      <a:cubicBezTo>
                        <a:pt x="4426" y="3468"/>
                        <a:pt x="3467" y="4425"/>
                        <a:pt x="2290" y="4425"/>
                      </a:cubicBezTo>
                      <a:cubicBezTo>
                        <a:pt x="1112" y="4425"/>
                        <a:pt x="155" y="3468"/>
                        <a:pt x="155" y="2290"/>
                      </a:cubicBezTo>
                      <a:cubicBezTo>
                        <a:pt x="155" y="1113"/>
                        <a:pt x="1112" y="154"/>
                        <a:pt x="2290" y="154"/>
                      </a:cubicBezTo>
                      <a:close/>
                      <a:moveTo>
                        <a:pt x="2290" y="0"/>
                      </a:moveTo>
                      <a:cubicBezTo>
                        <a:pt x="1027" y="0"/>
                        <a:pt x="1" y="1028"/>
                        <a:pt x="1" y="2290"/>
                      </a:cubicBezTo>
                      <a:cubicBezTo>
                        <a:pt x="1" y="3553"/>
                        <a:pt x="1027" y="4579"/>
                        <a:pt x="2290" y="4579"/>
                      </a:cubicBezTo>
                      <a:cubicBezTo>
                        <a:pt x="3552" y="4579"/>
                        <a:pt x="4580" y="3551"/>
                        <a:pt x="4580" y="2290"/>
                      </a:cubicBezTo>
                      <a:cubicBezTo>
                        <a:pt x="4580" y="1028"/>
                        <a:pt x="3552" y="0"/>
                        <a:pt x="229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" name="Google Shape;249;p5"/>
                <p:cNvSpPr/>
                <p:nvPr/>
              </p:nvSpPr>
              <p:spPr>
                <a:xfrm rot="-2700000">
                  <a:off x="693649" y="4629449"/>
                  <a:ext cx="57367" cy="57367"/>
                </a:xfrm>
                <a:custGeom>
                  <a:rect b="b" l="l" r="r" t="t"/>
                  <a:pathLst>
                    <a:path extrusionOk="0" h="1044" w="1044">
                      <a:moveTo>
                        <a:pt x="522" y="1"/>
                      </a:moveTo>
                      <a:cubicBezTo>
                        <a:pt x="235" y="1"/>
                        <a:pt x="1" y="234"/>
                        <a:pt x="1" y="522"/>
                      </a:cubicBezTo>
                      <a:cubicBezTo>
                        <a:pt x="1" y="809"/>
                        <a:pt x="235" y="1044"/>
                        <a:pt x="522" y="1044"/>
                      </a:cubicBezTo>
                      <a:cubicBezTo>
                        <a:pt x="809" y="1044"/>
                        <a:pt x="1043" y="809"/>
                        <a:pt x="1043" y="522"/>
                      </a:cubicBezTo>
                      <a:cubicBezTo>
                        <a:pt x="1043" y="234"/>
                        <a:pt x="809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" name="Google Shape;250;p5"/>
                <p:cNvSpPr/>
                <p:nvPr/>
              </p:nvSpPr>
              <p:spPr>
                <a:xfrm rot="-2700000">
                  <a:off x="879376" y="4496878"/>
                  <a:ext cx="147044" cy="799182"/>
                </a:xfrm>
                <a:custGeom>
                  <a:rect b="b" l="l" r="r" t="t"/>
                  <a:pathLst>
                    <a:path extrusionOk="0" h="14544" w="2676">
                      <a:moveTo>
                        <a:pt x="1438" y="0"/>
                      </a:moveTo>
                      <a:cubicBezTo>
                        <a:pt x="755" y="0"/>
                        <a:pt x="200" y="555"/>
                        <a:pt x="200" y="1238"/>
                      </a:cubicBezTo>
                      <a:cubicBezTo>
                        <a:pt x="200" y="1525"/>
                        <a:pt x="302" y="1786"/>
                        <a:pt x="466" y="1996"/>
                      </a:cubicBezTo>
                      <a:lnTo>
                        <a:pt x="45" y="2417"/>
                      </a:lnTo>
                      <a:cubicBezTo>
                        <a:pt x="17" y="2445"/>
                        <a:pt x="1" y="2484"/>
                        <a:pt x="1" y="2526"/>
                      </a:cubicBezTo>
                      <a:lnTo>
                        <a:pt x="1" y="8856"/>
                      </a:lnTo>
                      <a:cubicBezTo>
                        <a:pt x="1" y="8896"/>
                        <a:pt x="17" y="8935"/>
                        <a:pt x="45" y="8965"/>
                      </a:cubicBezTo>
                      <a:lnTo>
                        <a:pt x="1990" y="10908"/>
                      </a:lnTo>
                      <a:lnTo>
                        <a:pt x="1990" y="14390"/>
                      </a:lnTo>
                      <a:cubicBezTo>
                        <a:pt x="1990" y="14475"/>
                        <a:pt x="2059" y="14544"/>
                        <a:pt x="2144" y="14544"/>
                      </a:cubicBezTo>
                      <a:cubicBezTo>
                        <a:pt x="2229" y="14544"/>
                        <a:pt x="2297" y="14475"/>
                        <a:pt x="2297" y="14390"/>
                      </a:cubicBezTo>
                      <a:lnTo>
                        <a:pt x="2297" y="10846"/>
                      </a:lnTo>
                      <a:cubicBezTo>
                        <a:pt x="2297" y="10804"/>
                        <a:pt x="2281" y="10765"/>
                        <a:pt x="2253" y="10737"/>
                      </a:cubicBezTo>
                      <a:lnTo>
                        <a:pt x="308" y="8792"/>
                      </a:lnTo>
                      <a:lnTo>
                        <a:pt x="308" y="2589"/>
                      </a:lnTo>
                      <a:lnTo>
                        <a:pt x="684" y="2213"/>
                      </a:lnTo>
                      <a:lnTo>
                        <a:pt x="685" y="2213"/>
                      </a:lnTo>
                      <a:cubicBezTo>
                        <a:pt x="894" y="2375"/>
                        <a:pt x="1153" y="2475"/>
                        <a:pt x="1438" y="2475"/>
                      </a:cubicBezTo>
                      <a:cubicBezTo>
                        <a:pt x="2121" y="2475"/>
                        <a:pt x="2676" y="1921"/>
                        <a:pt x="2676" y="1238"/>
                      </a:cubicBezTo>
                      <a:cubicBezTo>
                        <a:pt x="2676" y="555"/>
                        <a:pt x="2121" y="0"/>
                        <a:pt x="143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" name="Google Shape;251;p5"/>
                <p:cNvSpPr/>
                <p:nvPr/>
              </p:nvSpPr>
              <p:spPr>
                <a:xfrm>
                  <a:off x="326404" y="4674181"/>
                  <a:ext cx="86052" cy="86107"/>
                </a:xfrm>
                <a:custGeom>
                  <a:rect b="b" l="l" r="r" t="t"/>
                  <a:pathLst>
                    <a:path extrusionOk="0" h="1567" w="1566">
                      <a:moveTo>
                        <a:pt x="783" y="0"/>
                      </a:moveTo>
                      <a:cubicBezTo>
                        <a:pt x="350" y="0"/>
                        <a:pt x="0" y="351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5" y="1567"/>
                        <a:pt x="1565" y="1216"/>
                        <a:pt x="1565" y="784"/>
                      </a:cubicBezTo>
                      <a:cubicBezTo>
                        <a:pt x="1565" y="351"/>
                        <a:pt x="1215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52" name="Google Shape;252;p5"/>
              <p:cNvSpPr/>
              <p:nvPr/>
            </p:nvSpPr>
            <p:spPr>
              <a:xfrm>
                <a:off x="693676" y="4635002"/>
                <a:ext cx="57313" cy="57313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3" name="Google Shape;253;p5"/>
          <p:cNvGrpSpPr/>
          <p:nvPr/>
        </p:nvGrpSpPr>
        <p:grpSpPr>
          <a:xfrm>
            <a:off x="169303" y="88643"/>
            <a:ext cx="8567883" cy="4752712"/>
            <a:chOff x="169303" y="88643"/>
            <a:chExt cx="8567883" cy="4752712"/>
          </a:xfrm>
        </p:grpSpPr>
        <p:grpSp>
          <p:nvGrpSpPr>
            <p:cNvPr id="254" name="Google Shape;254;p5"/>
            <p:cNvGrpSpPr/>
            <p:nvPr/>
          </p:nvGrpSpPr>
          <p:grpSpPr>
            <a:xfrm>
              <a:off x="169303" y="3485776"/>
              <a:ext cx="1028297" cy="1355579"/>
              <a:chOff x="169303" y="3485776"/>
              <a:chExt cx="1028297" cy="1355579"/>
            </a:xfrm>
          </p:grpSpPr>
          <p:sp>
            <p:nvSpPr>
              <p:cNvPr id="255" name="Google Shape;255;p5"/>
              <p:cNvSpPr/>
              <p:nvPr/>
            </p:nvSpPr>
            <p:spPr>
              <a:xfrm>
                <a:off x="169303" y="3485776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5"/>
              <p:cNvSpPr/>
              <p:nvPr/>
            </p:nvSpPr>
            <p:spPr>
              <a:xfrm>
                <a:off x="264915" y="3581388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5"/>
              <p:cNvSpPr/>
              <p:nvPr/>
            </p:nvSpPr>
            <p:spPr>
              <a:xfrm>
                <a:off x="357889" y="3674417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949394" y="459309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5"/>
              <p:cNvSpPr/>
              <p:nvPr/>
            </p:nvSpPr>
            <p:spPr>
              <a:xfrm>
                <a:off x="1045006" y="4688705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5"/>
              <p:cNvSpPr/>
              <p:nvPr/>
            </p:nvSpPr>
            <p:spPr>
              <a:xfrm>
                <a:off x="1137980" y="478173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1" name="Google Shape;261;p5"/>
            <p:cNvGrpSpPr/>
            <p:nvPr/>
          </p:nvGrpSpPr>
          <p:grpSpPr>
            <a:xfrm flipH="1" rot="10800000">
              <a:off x="7965281" y="88643"/>
              <a:ext cx="771905" cy="1732804"/>
              <a:chOff x="7965281" y="3288278"/>
              <a:chExt cx="771905" cy="1732804"/>
            </a:xfrm>
          </p:grpSpPr>
          <p:sp>
            <p:nvSpPr>
              <p:cNvPr id="262" name="Google Shape;262;p5"/>
              <p:cNvSpPr/>
              <p:nvPr/>
            </p:nvSpPr>
            <p:spPr>
              <a:xfrm rot="-5400000">
                <a:off x="8675556" y="3288278"/>
                <a:ext cx="61631" cy="6163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3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 rot="-5400000">
                <a:off x="8579416" y="3384417"/>
                <a:ext cx="61574" cy="61631"/>
              </a:xfrm>
              <a:custGeom>
                <a:rect b="b" l="l" r="r" t="t"/>
                <a:pathLst>
                  <a:path extrusionOk="0" h="1085" w="1084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1" y="1085"/>
                      <a:pt x="1083" y="842"/>
                      <a:pt x="1083" y="543"/>
                    </a:cubicBezTo>
                    <a:cubicBezTo>
                      <a:pt x="1083" y="244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5"/>
              <p:cNvSpPr/>
              <p:nvPr/>
            </p:nvSpPr>
            <p:spPr>
              <a:xfrm rot="-5400000">
                <a:off x="8480606" y="3483226"/>
                <a:ext cx="61631" cy="6163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3"/>
                      <a:pt x="0" y="542"/>
                    </a:cubicBezTo>
                    <a:cubicBezTo>
                      <a:pt x="0" y="841"/>
                      <a:pt x="243" y="1085"/>
                      <a:pt x="542" y="1085"/>
                    </a:cubicBezTo>
                    <a:cubicBezTo>
                      <a:pt x="842" y="1085"/>
                      <a:pt x="1084" y="841"/>
                      <a:pt x="1084" y="542"/>
                    </a:cubicBezTo>
                    <a:cubicBezTo>
                      <a:pt x="1084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5"/>
              <p:cNvSpPr/>
              <p:nvPr/>
            </p:nvSpPr>
            <p:spPr>
              <a:xfrm rot="-5400000">
                <a:off x="8160231" y="4764503"/>
                <a:ext cx="61631" cy="6163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3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 rot="-5400000">
                <a:off x="8064091" y="4860642"/>
                <a:ext cx="61574" cy="61631"/>
              </a:xfrm>
              <a:custGeom>
                <a:rect b="b" l="l" r="r" t="t"/>
                <a:pathLst>
                  <a:path extrusionOk="0" h="1085" w="1084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1" y="1085"/>
                      <a:pt x="1083" y="842"/>
                      <a:pt x="1083" y="543"/>
                    </a:cubicBezTo>
                    <a:cubicBezTo>
                      <a:pt x="1083" y="244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 rot="-5400000">
                <a:off x="7965281" y="4959451"/>
                <a:ext cx="61631" cy="6163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3"/>
                      <a:pt x="0" y="542"/>
                    </a:cubicBezTo>
                    <a:cubicBezTo>
                      <a:pt x="0" y="841"/>
                      <a:pt x="243" y="1085"/>
                      <a:pt x="542" y="1085"/>
                    </a:cubicBezTo>
                    <a:cubicBezTo>
                      <a:pt x="842" y="1085"/>
                      <a:pt x="1084" y="841"/>
                      <a:pt x="1084" y="542"/>
                    </a:cubicBezTo>
                    <a:cubicBezTo>
                      <a:pt x="1084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6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272" name="Google Shape;272;p6"/>
          <p:cNvGrpSpPr/>
          <p:nvPr/>
        </p:nvGrpSpPr>
        <p:grpSpPr>
          <a:xfrm>
            <a:off x="208675" y="1391800"/>
            <a:ext cx="8828225" cy="3675488"/>
            <a:chOff x="208675" y="1391800"/>
            <a:chExt cx="8828225" cy="3675488"/>
          </a:xfrm>
        </p:grpSpPr>
        <p:grpSp>
          <p:nvGrpSpPr>
            <p:cNvPr id="273" name="Google Shape;273;p6"/>
            <p:cNvGrpSpPr/>
            <p:nvPr/>
          </p:nvGrpSpPr>
          <p:grpSpPr>
            <a:xfrm>
              <a:off x="5759452" y="4221491"/>
              <a:ext cx="3277448" cy="845798"/>
              <a:chOff x="5759452" y="4221491"/>
              <a:chExt cx="3277448" cy="845798"/>
            </a:xfrm>
          </p:grpSpPr>
          <p:sp>
            <p:nvSpPr>
              <p:cNvPr id="274" name="Google Shape;274;p6"/>
              <p:cNvSpPr/>
              <p:nvPr/>
            </p:nvSpPr>
            <p:spPr>
              <a:xfrm flipH="1">
                <a:off x="6079010" y="4527800"/>
                <a:ext cx="2358631" cy="394498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8424000" y="4221491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6"/>
              <p:cNvSpPr/>
              <p:nvPr/>
            </p:nvSpPr>
            <p:spPr>
              <a:xfrm>
                <a:off x="5759452" y="47408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7" name="Google Shape;277;p6"/>
            <p:cNvGrpSpPr/>
            <p:nvPr/>
          </p:nvGrpSpPr>
          <p:grpSpPr>
            <a:xfrm rot="5400000">
              <a:off x="-258600" y="1859075"/>
              <a:ext cx="1439100" cy="504550"/>
              <a:chOff x="2539675" y="122850"/>
              <a:chExt cx="1439100" cy="504550"/>
            </a:xfrm>
          </p:grpSpPr>
          <p:sp>
            <p:nvSpPr>
              <p:cNvPr id="278" name="Google Shape;278;p6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0" name="Google Shape;280;p6"/>
          <p:cNvGrpSpPr/>
          <p:nvPr/>
        </p:nvGrpSpPr>
        <p:grpSpPr>
          <a:xfrm flipH="1" rot="10800000">
            <a:off x="107271" y="-51901"/>
            <a:ext cx="8958929" cy="5195381"/>
            <a:chOff x="107271" y="-51901"/>
            <a:chExt cx="8958929" cy="5195381"/>
          </a:xfrm>
        </p:grpSpPr>
        <p:grpSp>
          <p:nvGrpSpPr>
            <p:cNvPr id="281" name="Google Shape;281;p6"/>
            <p:cNvGrpSpPr/>
            <p:nvPr/>
          </p:nvGrpSpPr>
          <p:grpSpPr>
            <a:xfrm>
              <a:off x="8555518" y="-51901"/>
              <a:ext cx="510681" cy="1614501"/>
              <a:chOff x="8555518" y="-51901"/>
              <a:chExt cx="510681" cy="1614501"/>
            </a:xfrm>
          </p:grpSpPr>
          <p:sp>
            <p:nvSpPr>
              <p:cNvPr id="282" name="Google Shape;282;p6"/>
              <p:cNvSpPr/>
              <p:nvPr/>
            </p:nvSpPr>
            <p:spPr>
              <a:xfrm rot="5400000">
                <a:off x="8470563" y="373037"/>
                <a:ext cx="1020574" cy="170698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 rot="5400000">
                <a:off x="7989565" y="577158"/>
                <a:ext cx="1499216" cy="241097"/>
              </a:xfrm>
              <a:custGeom>
                <a:rect b="b" l="l" r="r" t="t"/>
                <a:pathLst>
                  <a:path extrusionOk="0" h="3935" w="24469">
                    <a:moveTo>
                      <a:pt x="20637" y="1"/>
                    </a:moveTo>
                    <a:cubicBezTo>
                      <a:pt x="20596" y="1"/>
                      <a:pt x="20557" y="17"/>
                      <a:pt x="20529" y="47"/>
                    </a:cubicBezTo>
                    <a:lnTo>
                      <a:pt x="16947" y="3627"/>
                    </a:lnTo>
                    <a:lnTo>
                      <a:pt x="6092" y="3627"/>
                    </a:lnTo>
                    <a:lnTo>
                      <a:pt x="4400" y="1936"/>
                    </a:lnTo>
                    <a:cubicBezTo>
                      <a:pt x="4372" y="1907"/>
                      <a:pt x="4332" y="1891"/>
                      <a:pt x="4291" y="1891"/>
                    </a:cubicBezTo>
                    <a:lnTo>
                      <a:pt x="154" y="1891"/>
                    </a:lnTo>
                    <a:cubicBezTo>
                      <a:pt x="69" y="1891"/>
                      <a:pt x="0" y="1959"/>
                      <a:pt x="0" y="2045"/>
                    </a:cubicBezTo>
                    <a:cubicBezTo>
                      <a:pt x="0" y="2130"/>
                      <a:pt x="69" y="2198"/>
                      <a:pt x="154" y="2198"/>
                    </a:cubicBezTo>
                    <a:lnTo>
                      <a:pt x="4227" y="2198"/>
                    </a:lnTo>
                    <a:lnTo>
                      <a:pt x="5919" y="3890"/>
                    </a:lnTo>
                    <a:cubicBezTo>
                      <a:pt x="5949" y="3918"/>
                      <a:pt x="5988" y="3935"/>
                      <a:pt x="6028" y="3935"/>
                    </a:cubicBezTo>
                    <a:lnTo>
                      <a:pt x="17010" y="3935"/>
                    </a:lnTo>
                    <a:cubicBezTo>
                      <a:pt x="17051" y="3935"/>
                      <a:pt x="17090" y="3918"/>
                      <a:pt x="17119" y="3890"/>
                    </a:cubicBezTo>
                    <a:lnTo>
                      <a:pt x="20701" y="308"/>
                    </a:lnTo>
                    <a:lnTo>
                      <a:pt x="24315" y="308"/>
                    </a:lnTo>
                    <a:cubicBezTo>
                      <a:pt x="24400" y="308"/>
                      <a:pt x="24469" y="239"/>
                      <a:pt x="24469" y="154"/>
                    </a:cubicBezTo>
                    <a:cubicBezTo>
                      <a:pt x="24469" y="70"/>
                      <a:pt x="24400" y="1"/>
                      <a:pt x="243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 rot="5400000">
                <a:off x="8856964" y="387949"/>
                <a:ext cx="95949" cy="95949"/>
              </a:xfrm>
              <a:custGeom>
                <a:rect b="b" l="l" r="r" t="t"/>
                <a:pathLst>
                  <a:path extrusionOk="0" h="1566" w="1566">
                    <a:moveTo>
                      <a:pt x="783" y="0"/>
                    </a:moveTo>
                    <a:cubicBezTo>
                      <a:pt x="350" y="0"/>
                      <a:pt x="0" y="350"/>
                      <a:pt x="0" y="783"/>
                    </a:cubicBezTo>
                    <a:cubicBezTo>
                      <a:pt x="0" y="1215"/>
                      <a:pt x="350" y="1565"/>
                      <a:pt x="783" y="1565"/>
                    </a:cubicBezTo>
                    <a:cubicBezTo>
                      <a:pt x="1216" y="1565"/>
                      <a:pt x="1566" y="1215"/>
                      <a:pt x="1566" y="783"/>
                    </a:cubicBezTo>
                    <a:cubicBezTo>
                      <a:pt x="1566" y="350"/>
                      <a:pt x="1216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6"/>
              <p:cNvSpPr/>
              <p:nvPr/>
            </p:nvSpPr>
            <p:spPr>
              <a:xfrm rot="5400000">
                <a:off x="8764659" y="295647"/>
                <a:ext cx="280555" cy="280617"/>
              </a:xfrm>
              <a:custGeom>
                <a:rect b="b" l="l" r="r" t="t"/>
                <a:pathLst>
                  <a:path extrusionOk="0" h="4580" w="4579">
                    <a:moveTo>
                      <a:pt x="2289" y="155"/>
                    </a:moveTo>
                    <a:cubicBezTo>
                      <a:pt x="3466" y="155"/>
                      <a:pt x="4425" y="1112"/>
                      <a:pt x="4425" y="2290"/>
                    </a:cubicBezTo>
                    <a:cubicBezTo>
                      <a:pt x="4425" y="3467"/>
                      <a:pt x="3466" y="4426"/>
                      <a:pt x="2289" y="4426"/>
                    </a:cubicBezTo>
                    <a:cubicBezTo>
                      <a:pt x="1112" y="4426"/>
                      <a:pt x="154" y="3467"/>
                      <a:pt x="154" y="2290"/>
                    </a:cubicBezTo>
                    <a:cubicBezTo>
                      <a:pt x="154" y="1112"/>
                      <a:pt x="1112" y="155"/>
                      <a:pt x="2289" y="155"/>
                    </a:cubicBezTo>
                    <a:close/>
                    <a:moveTo>
                      <a:pt x="2289" y="1"/>
                    </a:moveTo>
                    <a:cubicBezTo>
                      <a:pt x="1026" y="1"/>
                      <a:pt x="0" y="1028"/>
                      <a:pt x="0" y="2290"/>
                    </a:cubicBezTo>
                    <a:cubicBezTo>
                      <a:pt x="0" y="3552"/>
                      <a:pt x="1026" y="4580"/>
                      <a:pt x="2289" y="4580"/>
                    </a:cubicBezTo>
                    <a:cubicBezTo>
                      <a:pt x="3552" y="4580"/>
                      <a:pt x="4579" y="3552"/>
                      <a:pt x="4579" y="2290"/>
                    </a:cubicBezTo>
                    <a:cubicBezTo>
                      <a:pt x="4579" y="1028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6"/>
              <p:cNvSpPr/>
              <p:nvPr/>
            </p:nvSpPr>
            <p:spPr>
              <a:xfrm rot="5400000">
                <a:off x="8802250" y="1171640"/>
                <a:ext cx="96010" cy="96010"/>
              </a:xfrm>
              <a:custGeom>
                <a:rect b="b" l="l" r="r" t="t"/>
                <a:pathLst>
                  <a:path extrusionOk="0" h="1567" w="1567">
                    <a:moveTo>
                      <a:pt x="784" y="1"/>
                    </a:moveTo>
                    <a:cubicBezTo>
                      <a:pt x="352" y="1"/>
                      <a:pt x="1" y="352"/>
                      <a:pt x="1" y="783"/>
                    </a:cubicBezTo>
                    <a:cubicBezTo>
                      <a:pt x="1" y="1216"/>
                      <a:pt x="352" y="1567"/>
                      <a:pt x="784" y="1567"/>
                    </a:cubicBezTo>
                    <a:cubicBezTo>
                      <a:pt x="1216" y="1567"/>
                      <a:pt x="1567" y="1216"/>
                      <a:pt x="1567" y="783"/>
                    </a:cubicBezTo>
                    <a:cubicBezTo>
                      <a:pt x="1567" y="352"/>
                      <a:pt x="1216" y="1"/>
                      <a:pt x="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 rot="5400000">
                <a:off x="8709915" y="1079369"/>
                <a:ext cx="280617" cy="280617"/>
              </a:xfrm>
              <a:custGeom>
                <a:rect b="b" l="l" r="r" t="t"/>
                <a:pathLst>
                  <a:path extrusionOk="0" h="4580" w="4580">
                    <a:moveTo>
                      <a:pt x="2290" y="154"/>
                    </a:moveTo>
                    <a:cubicBezTo>
                      <a:pt x="3468" y="154"/>
                      <a:pt x="4425" y="1112"/>
                      <a:pt x="4425" y="2289"/>
                    </a:cubicBezTo>
                    <a:cubicBezTo>
                      <a:pt x="4425" y="3468"/>
                      <a:pt x="3468" y="4425"/>
                      <a:pt x="2290" y="4425"/>
                    </a:cubicBezTo>
                    <a:cubicBezTo>
                      <a:pt x="1113" y="4425"/>
                      <a:pt x="154" y="3468"/>
                      <a:pt x="154" y="2289"/>
                    </a:cubicBezTo>
                    <a:cubicBezTo>
                      <a:pt x="154" y="1112"/>
                      <a:pt x="1113" y="154"/>
                      <a:pt x="2290" y="154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0" y="1028"/>
                      <a:pt x="0" y="2289"/>
                    </a:cubicBezTo>
                    <a:cubicBezTo>
                      <a:pt x="0" y="3552"/>
                      <a:pt x="1028" y="4579"/>
                      <a:pt x="2290" y="4579"/>
                    </a:cubicBezTo>
                    <a:cubicBezTo>
                      <a:pt x="3553" y="4579"/>
                      <a:pt x="4579" y="3552"/>
                      <a:pt x="4579" y="2289"/>
                    </a:cubicBezTo>
                    <a:cubicBezTo>
                      <a:pt x="4579" y="1028"/>
                      <a:pt x="3552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 rot="5400000">
                <a:off x="8555518" y="748211"/>
                <a:ext cx="145087" cy="145087"/>
              </a:xfrm>
              <a:custGeom>
                <a:rect b="b" l="l" r="r" t="t"/>
                <a:pathLst>
                  <a:path extrusionOk="0" h="2368" w="2368">
                    <a:moveTo>
                      <a:pt x="1184" y="154"/>
                    </a:moveTo>
                    <a:cubicBezTo>
                      <a:pt x="1751" y="154"/>
                      <a:pt x="2214" y="617"/>
                      <a:pt x="2214" y="1184"/>
                    </a:cubicBezTo>
                    <a:cubicBezTo>
                      <a:pt x="2214" y="1752"/>
                      <a:pt x="1751" y="2214"/>
                      <a:pt x="1184" y="2214"/>
                    </a:cubicBezTo>
                    <a:cubicBezTo>
                      <a:pt x="616" y="2214"/>
                      <a:pt x="155" y="1752"/>
                      <a:pt x="155" y="1184"/>
                    </a:cubicBezTo>
                    <a:cubicBezTo>
                      <a:pt x="155" y="617"/>
                      <a:pt x="616" y="154"/>
                      <a:pt x="1184" y="154"/>
                    </a:cubicBezTo>
                    <a:close/>
                    <a:moveTo>
                      <a:pt x="1184" y="1"/>
                    </a:moveTo>
                    <a:cubicBezTo>
                      <a:pt x="531" y="1"/>
                      <a:pt x="1" y="532"/>
                      <a:pt x="1" y="1184"/>
                    </a:cubicBezTo>
                    <a:cubicBezTo>
                      <a:pt x="1" y="1837"/>
                      <a:pt x="531" y="2368"/>
                      <a:pt x="1184" y="2368"/>
                    </a:cubicBezTo>
                    <a:cubicBezTo>
                      <a:pt x="1836" y="2368"/>
                      <a:pt x="2367" y="1837"/>
                      <a:pt x="2367" y="1184"/>
                    </a:cubicBezTo>
                    <a:cubicBezTo>
                      <a:pt x="2367" y="532"/>
                      <a:pt x="1836" y="1"/>
                      <a:pt x="11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6"/>
              <p:cNvSpPr/>
              <p:nvPr/>
            </p:nvSpPr>
            <p:spPr>
              <a:xfrm rot="5400000">
                <a:off x="8829085" y="883431"/>
                <a:ext cx="151643" cy="151643"/>
              </a:xfrm>
              <a:custGeom>
                <a:rect b="b" l="l" r="r" t="t"/>
                <a:pathLst>
                  <a:path extrusionOk="0" h="2475" w="2475">
                    <a:moveTo>
                      <a:pt x="1237" y="0"/>
                    </a:moveTo>
                    <a:cubicBezTo>
                      <a:pt x="554" y="0"/>
                      <a:pt x="1" y="553"/>
                      <a:pt x="1" y="1237"/>
                    </a:cubicBezTo>
                    <a:cubicBezTo>
                      <a:pt x="1" y="1920"/>
                      <a:pt x="554" y="2474"/>
                      <a:pt x="1237" y="2474"/>
                    </a:cubicBezTo>
                    <a:cubicBezTo>
                      <a:pt x="1922" y="2474"/>
                      <a:pt x="2475" y="1920"/>
                      <a:pt x="2475" y="1237"/>
                    </a:cubicBezTo>
                    <a:cubicBezTo>
                      <a:pt x="2475" y="553"/>
                      <a:pt x="1922" y="0"/>
                      <a:pt x="12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6"/>
              <p:cNvSpPr/>
              <p:nvPr/>
            </p:nvSpPr>
            <p:spPr>
              <a:xfrm rot="5400000">
                <a:off x="8873016" y="927300"/>
                <a:ext cx="63843" cy="63966"/>
              </a:xfrm>
              <a:custGeom>
                <a:rect b="b" l="l" r="r" t="t"/>
                <a:pathLst>
                  <a:path extrusionOk="0" h="1044" w="1042">
                    <a:moveTo>
                      <a:pt x="520" y="0"/>
                    </a:moveTo>
                    <a:cubicBezTo>
                      <a:pt x="233" y="0"/>
                      <a:pt x="0" y="234"/>
                      <a:pt x="0" y="522"/>
                    </a:cubicBezTo>
                    <a:cubicBezTo>
                      <a:pt x="0" y="810"/>
                      <a:pt x="233" y="1043"/>
                      <a:pt x="520" y="1043"/>
                    </a:cubicBezTo>
                    <a:cubicBezTo>
                      <a:pt x="809" y="1043"/>
                      <a:pt x="1042" y="810"/>
                      <a:pt x="1042" y="522"/>
                    </a:cubicBezTo>
                    <a:cubicBezTo>
                      <a:pt x="1042" y="234"/>
                      <a:pt x="809" y="0"/>
                      <a:pt x="5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 rot="5400000">
                <a:off x="8774433" y="1410957"/>
                <a:ext cx="151643" cy="151643"/>
              </a:xfrm>
              <a:custGeom>
                <a:rect b="b" l="l" r="r" t="t"/>
                <a:pathLst>
                  <a:path extrusionOk="0" h="2475" w="2475">
                    <a:moveTo>
                      <a:pt x="1238" y="1"/>
                    </a:moveTo>
                    <a:cubicBezTo>
                      <a:pt x="555" y="1"/>
                      <a:pt x="0" y="554"/>
                      <a:pt x="0" y="1237"/>
                    </a:cubicBezTo>
                    <a:cubicBezTo>
                      <a:pt x="0" y="1921"/>
                      <a:pt x="555" y="2475"/>
                      <a:pt x="1238" y="2475"/>
                    </a:cubicBezTo>
                    <a:cubicBezTo>
                      <a:pt x="1922" y="2475"/>
                      <a:pt x="2475" y="1921"/>
                      <a:pt x="2475" y="1237"/>
                    </a:cubicBezTo>
                    <a:cubicBezTo>
                      <a:pt x="2475" y="554"/>
                      <a:pt x="1922" y="1"/>
                      <a:pt x="12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 rot="5400000">
                <a:off x="8818272" y="1454856"/>
                <a:ext cx="63905" cy="63843"/>
              </a:xfrm>
              <a:custGeom>
                <a:rect b="b" l="l" r="r" t="t"/>
                <a:pathLst>
                  <a:path extrusionOk="0" h="1042" w="1043">
                    <a:moveTo>
                      <a:pt x="522" y="0"/>
                    </a:moveTo>
                    <a:cubicBezTo>
                      <a:pt x="234" y="0"/>
                      <a:pt x="1" y="233"/>
                      <a:pt x="1" y="520"/>
                    </a:cubicBezTo>
                    <a:cubicBezTo>
                      <a:pt x="1" y="809"/>
                      <a:pt x="234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107271" y="3767598"/>
              <a:ext cx="419518" cy="1375882"/>
              <a:chOff x="107271" y="3767598"/>
              <a:chExt cx="419518" cy="1375882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326305" y="4019527"/>
                <a:ext cx="200484" cy="1123953"/>
              </a:xfrm>
              <a:custGeom>
                <a:rect b="b" l="l" r="r" t="t"/>
                <a:pathLst>
                  <a:path extrusionOk="0" h="20429" w="3644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430016" y="4058976"/>
                <a:ext cx="57383" cy="57383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154150" y="4343260"/>
                <a:ext cx="147227" cy="800175"/>
              </a:xfrm>
              <a:custGeom>
                <a:rect b="b" l="l" r="r" t="t"/>
                <a:pathLst>
                  <a:path extrusionOk="0" h="14544" w="2676">
                    <a:moveTo>
                      <a:pt x="1438" y="0"/>
                    </a:moveTo>
                    <a:cubicBezTo>
                      <a:pt x="755" y="0"/>
                      <a:pt x="200" y="555"/>
                      <a:pt x="200" y="1238"/>
                    </a:cubicBezTo>
                    <a:cubicBezTo>
                      <a:pt x="200" y="1525"/>
                      <a:pt x="302" y="1786"/>
                      <a:pt x="466" y="1996"/>
                    </a:cubicBezTo>
                    <a:lnTo>
                      <a:pt x="45" y="2417"/>
                    </a:lnTo>
                    <a:cubicBezTo>
                      <a:pt x="17" y="2445"/>
                      <a:pt x="1" y="2484"/>
                      <a:pt x="1" y="2526"/>
                    </a:cubicBezTo>
                    <a:lnTo>
                      <a:pt x="1" y="8856"/>
                    </a:lnTo>
                    <a:cubicBezTo>
                      <a:pt x="1" y="8896"/>
                      <a:pt x="17" y="8935"/>
                      <a:pt x="45" y="8965"/>
                    </a:cubicBezTo>
                    <a:lnTo>
                      <a:pt x="1990" y="10908"/>
                    </a:lnTo>
                    <a:lnTo>
                      <a:pt x="1990" y="14390"/>
                    </a:lnTo>
                    <a:cubicBezTo>
                      <a:pt x="1990" y="14475"/>
                      <a:pt x="2059" y="14544"/>
                      <a:pt x="2144" y="14544"/>
                    </a:cubicBezTo>
                    <a:cubicBezTo>
                      <a:pt x="2229" y="14544"/>
                      <a:pt x="2297" y="14475"/>
                      <a:pt x="2297" y="14390"/>
                    </a:cubicBezTo>
                    <a:lnTo>
                      <a:pt x="2297" y="10846"/>
                    </a:lnTo>
                    <a:cubicBezTo>
                      <a:pt x="2297" y="10804"/>
                      <a:pt x="2281" y="10765"/>
                      <a:pt x="2253" y="10737"/>
                    </a:cubicBezTo>
                    <a:lnTo>
                      <a:pt x="308" y="8792"/>
                    </a:lnTo>
                    <a:lnTo>
                      <a:pt x="308" y="2589"/>
                    </a:lnTo>
                    <a:lnTo>
                      <a:pt x="684" y="2213"/>
                    </a:lnTo>
                    <a:lnTo>
                      <a:pt x="685" y="2213"/>
                    </a:lnTo>
                    <a:cubicBezTo>
                      <a:pt x="894" y="2375"/>
                      <a:pt x="1153" y="2475"/>
                      <a:pt x="1438" y="2475"/>
                    </a:cubicBezTo>
                    <a:cubicBezTo>
                      <a:pt x="2121" y="2475"/>
                      <a:pt x="2676" y="1921"/>
                      <a:pt x="2676" y="1238"/>
                    </a:cubicBezTo>
                    <a:cubicBezTo>
                      <a:pt x="2676" y="555"/>
                      <a:pt x="2121" y="0"/>
                      <a:pt x="1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6"/>
              <p:cNvSpPr/>
              <p:nvPr/>
            </p:nvSpPr>
            <p:spPr>
              <a:xfrm>
                <a:off x="204547" y="4382654"/>
                <a:ext cx="57438" cy="57438"/>
              </a:xfrm>
              <a:custGeom>
                <a:rect b="b" l="l" r="r" t="t"/>
                <a:pathLst>
                  <a:path extrusionOk="0" h="1044" w="1044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09"/>
                      <a:pt x="235" y="1044"/>
                      <a:pt x="522" y="1044"/>
                    </a:cubicBezTo>
                    <a:cubicBezTo>
                      <a:pt x="809" y="1044"/>
                      <a:pt x="1043" y="809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6"/>
              <p:cNvSpPr/>
              <p:nvPr/>
            </p:nvSpPr>
            <p:spPr>
              <a:xfrm>
                <a:off x="190185" y="3850456"/>
                <a:ext cx="86157" cy="86212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6"/>
              <p:cNvSpPr/>
              <p:nvPr/>
            </p:nvSpPr>
            <p:spPr>
              <a:xfrm>
                <a:off x="107271" y="3767598"/>
                <a:ext cx="251980" cy="251925"/>
              </a:xfrm>
              <a:custGeom>
                <a:rect b="b" l="l" r="r" t="t"/>
                <a:pathLst>
                  <a:path extrusionOk="0" h="4579" w="458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0" name="Google Shape;300;p6"/>
          <p:cNvGrpSpPr/>
          <p:nvPr/>
        </p:nvGrpSpPr>
        <p:grpSpPr>
          <a:xfrm>
            <a:off x="302292" y="210862"/>
            <a:ext cx="8280548" cy="4769581"/>
            <a:chOff x="302292" y="210862"/>
            <a:chExt cx="8280548" cy="4769581"/>
          </a:xfrm>
        </p:grpSpPr>
        <p:grpSp>
          <p:nvGrpSpPr>
            <p:cNvPr id="301" name="Google Shape;301;p6"/>
            <p:cNvGrpSpPr/>
            <p:nvPr/>
          </p:nvGrpSpPr>
          <p:grpSpPr>
            <a:xfrm flipH="1" rot="10800000">
              <a:off x="551729" y="210862"/>
              <a:ext cx="248519" cy="248575"/>
              <a:chOff x="800679" y="4236193"/>
              <a:chExt cx="248519" cy="248575"/>
            </a:xfrm>
          </p:grpSpPr>
          <p:sp>
            <p:nvSpPr>
              <p:cNvPr id="302" name="Google Shape;302;p6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6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6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5" name="Google Shape;305;p6"/>
            <p:cNvGrpSpPr/>
            <p:nvPr/>
          </p:nvGrpSpPr>
          <p:grpSpPr>
            <a:xfrm flipH="1" rot="10800000">
              <a:off x="302292" y="1323987"/>
              <a:ext cx="248519" cy="248575"/>
              <a:chOff x="800679" y="4236193"/>
              <a:chExt cx="248519" cy="248575"/>
            </a:xfrm>
          </p:grpSpPr>
          <p:sp>
            <p:nvSpPr>
              <p:cNvPr id="306" name="Google Shape;306;p6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6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6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 flipH="1" rot="10800000">
              <a:off x="8409692" y="4807356"/>
              <a:ext cx="173148" cy="173086"/>
              <a:chOff x="8409692" y="111137"/>
              <a:chExt cx="173148" cy="173086"/>
            </a:xfrm>
          </p:grpSpPr>
          <p:sp>
            <p:nvSpPr>
              <p:cNvPr id="310" name="Google Shape;310;p6"/>
              <p:cNvSpPr/>
              <p:nvPr/>
            </p:nvSpPr>
            <p:spPr>
              <a:xfrm rot="5400000">
                <a:off x="8409692" y="217745"/>
                <a:ext cx="66478" cy="66478"/>
              </a:xfrm>
              <a:custGeom>
                <a:rect b="b" l="l" r="r" t="t"/>
                <a:pathLst>
                  <a:path extrusionOk="0" h="1085" w="1085">
                    <a:moveTo>
                      <a:pt x="543" y="0"/>
                    </a:moveTo>
                    <a:cubicBezTo>
                      <a:pt x="243" y="0"/>
                      <a:pt x="0" y="242"/>
                      <a:pt x="0" y="541"/>
                    </a:cubicBezTo>
                    <a:cubicBezTo>
                      <a:pt x="0" y="842"/>
                      <a:pt x="243" y="1084"/>
                      <a:pt x="543" y="1084"/>
                    </a:cubicBezTo>
                    <a:cubicBezTo>
                      <a:pt x="842" y="1084"/>
                      <a:pt x="1084" y="842"/>
                      <a:pt x="1084" y="541"/>
                    </a:cubicBezTo>
                    <a:cubicBezTo>
                      <a:pt x="1084" y="242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 rot="5400000">
                <a:off x="8516362" y="111137"/>
                <a:ext cx="66478" cy="66478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2" y="1"/>
                      <a:pt x="0" y="243"/>
                      <a:pt x="0" y="544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4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2" name="Google Shape;31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7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7"/>
          <p:cNvSpPr txBox="1"/>
          <p:nvPr>
            <p:ph type="title"/>
          </p:nvPr>
        </p:nvSpPr>
        <p:spPr>
          <a:xfrm>
            <a:off x="2363850" y="931138"/>
            <a:ext cx="4416300" cy="109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6" name="Google Shape;316;p7"/>
          <p:cNvSpPr txBox="1"/>
          <p:nvPr>
            <p:ph idx="1" type="subTitle"/>
          </p:nvPr>
        </p:nvSpPr>
        <p:spPr>
          <a:xfrm>
            <a:off x="2363850" y="2214638"/>
            <a:ext cx="4416300" cy="19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17" name="Google Shape;317;p7"/>
          <p:cNvGrpSpPr/>
          <p:nvPr/>
        </p:nvGrpSpPr>
        <p:grpSpPr>
          <a:xfrm>
            <a:off x="125975" y="144526"/>
            <a:ext cx="8896725" cy="4865467"/>
            <a:chOff x="125975" y="144526"/>
            <a:chExt cx="8896725" cy="4865467"/>
          </a:xfrm>
        </p:grpSpPr>
        <p:grpSp>
          <p:nvGrpSpPr>
            <p:cNvPr id="318" name="Google Shape;318;p7"/>
            <p:cNvGrpSpPr/>
            <p:nvPr/>
          </p:nvGrpSpPr>
          <p:grpSpPr>
            <a:xfrm rot="5400000">
              <a:off x="-556687" y="2621153"/>
              <a:ext cx="2364025" cy="175800"/>
              <a:chOff x="2539675" y="451600"/>
              <a:chExt cx="2364025" cy="175800"/>
            </a:xfrm>
          </p:grpSpPr>
          <p:sp>
            <p:nvSpPr>
              <p:cNvPr id="319" name="Google Shape;319;p7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7"/>
              <p:cNvSpPr/>
              <p:nvPr/>
            </p:nvSpPr>
            <p:spPr>
              <a:xfrm>
                <a:off x="4223000" y="451600"/>
                <a:ext cx="6807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1" name="Google Shape;321;p7"/>
            <p:cNvGrpSpPr/>
            <p:nvPr/>
          </p:nvGrpSpPr>
          <p:grpSpPr>
            <a:xfrm>
              <a:off x="125975" y="144526"/>
              <a:ext cx="2192631" cy="1094740"/>
              <a:chOff x="100325" y="87310"/>
              <a:chExt cx="2192631" cy="1094740"/>
            </a:xfrm>
          </p:grpSpPr>
          <p:sp>
            <p:nvSpPr>
              <p:cNvPr id="322" name="Google Shape;322;p7"/>
              <p:cNvSpPr/>
              <p:nvPr/>
            </p:nvSpPr>
            <p:spPr>
              <a:xfrm>
                <a:off x="243516" y="71263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7"/>
              <p:cNvSpPr/>
              <p:nvPr/>
            </p:nvSpPr>
            <p:spPr>
              <a:xfrm>
                <a:off x="100325" y="56945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7"/>
              <p:cNvSpPr/>
              <p:nvPr/>
            </p:nvSpPr>
            <p:spPr>
              <a:xfrm>
                <a:off x="1875956" y="87310"/>
                <a:ext cx="417000" cy="4167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7"/>
              <p:cNvSpPr/>
              <p:nvPr/>
            </p:nvSpPr>
            <p:spPr>
              <a:xfrm rot="-5400000">
                <a:off x="1071144" y="-175877"/>
                <a:ext cx="326396" cy="1296862"/>
              </a:xfrm>
              <a:custGeom>
                <a:rect b="b" l="l" r="r" t="t"/>
                <a:pathLst>
                  <a:path extrusionOk="0" h="14717" w="3704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6" name="Google Shape;326;p7"/>
            <p:cNvGrpSpPr/>
            <p:nvPr/>
          </p:nvGrpSpPr>
          <p:grpSpPr>
            <a:xfrm>
              <a:off x="4450550" y="2216435"/>
              <a:ext cx="4572150" cy="2793557"/>
              <a:chOff x="4471525" y="2227283"/>
              <a:chExt cx="4572150" cy="2793557"/>
            </a:xfrm>
          </p:grpSpPr>
          <p:sp>
            <p:nvSpPr>
              <p:cNvPr id="327" name="Google Shape;327;p7"/>
              <p:cNvSpPr/>
              <p:nvPr/>
            </p:nvSpPr>
            <p:spPr>
              <a:xfrm>
                <a:off x="6335737" y="46040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28" name="Google Shape;328;p7"/>
              <p:cNvGrpSpPr/>
              <p:nvPr/>
            </p:nvGrpSpPr>
            <p:grpSpPr>
              <a:xfrm>
                <a:off x="4471525" y="4603950"/>
                <a:ext cx="1344400" cy="271200"/>
                <a:chOff x="3686625" y="4603950"/>
                <a:chExt cx="1344400" cy="271200"/>
              </a:xfrm>
            </p:grpSpPr>
            <p:sp>
              <p:nvSpPr>
                <p:cNvPr id="329" name="Google Shape;329;p7"/>
                <p:cNvSpPr/>
                <p:nvPr/>
              </p:nvSpPr>
              <p:spPr>
                <a:xfrm rot="-5400000">
                  <a:off x="363892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 rot="-5400000">
                  <a:off x="393107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" name="Google Shape;331;p7"/>
                <p:cNvSpPr/>
                <p:nvPr/>
              </p:nvSpPr>
              <p:spPr>
                <a:xfrm rot="-5400000">
                  <a:off x="422322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" name="Google Shape;332;p7"/>
                <p:cNvSpPr/>
                <p:nvPr/>
              </p:nvSpPr>
              <p:spPr>
                <a:xfrm rot="-5400000">
                  <a:off x="451537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" name="Google Shape;333;p7"/>
                <p:cNvSpPr/>
                <p:nvPr/>
              </p:nvSpPr>
              <p:spPr>
                <a:xfrm rot="-5400000">
                  <a:off x="480752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4" name="Google Shape;334;p7"/>
              <p:cNvGrpSpPr/>
              <p:nvPr/>
            </p:nvGrpSpPr>
            <p:grpSpPr>
              <a:xfrm>
                <a:off x="8288554" y="2227283"/>
                <a:ext cx="755121" cy="2793557"/>
                <a:chOff x="8288554" y="2227283"/>
                <a:chExt cx="755121" cy="2793557"/>
              </a:xfrm>
            </p:grpSpPr>
            <p:sp>
              <p:nvSpPr>
                <p:cNvPr id="335" name="Google Shape;335;p7"/>
                <p:cNvSpPr/>
                <p:nvPr/>
              </p:nvSpPr>
              <p:spPr>
                <a:xfrm>
                  <a:off x="8430775" y="4408241"/>
                  <a:ext cx="612900" cy="6126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" name="Google Shape;336;p7"/>
                <p:cNvSpPr/>
                <p:nvPr/>
              </p:nvSpPr>
              <p:spPr>
                <a:xfrm>
                  <a:off x="8288554" y="2227283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" name="Google Shape;337;p7"/>
                <p:cNvSpPr/>
                <p:nvPr/>
              </p:nvSpPr>
              <p:spPr>
                <a:xfrm flipH="1" rot="5400000">
                  <a:off x="7659889" y="3324723"/>
                  <a:ext cx="1868166" cy="312450"/>
                </a:xfrm>
                <a:custGeom>
                  <a:rect b="b" l="l" r="r" t="t"/>
                  <a:pathLst>
                    <a:path extrusionOk="0" h="2786" w="16657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9"/>
                        <a:pt x="69" y="308"/>
                        <a:pt x="154" y="308"/>
                      </a:cubicBezTo>
                      <a:lnTo>
                        <a:pt x="5453" y="308"/>
                      </a:lnTo>
                      <a:lnTo>
                        <a:pt x="7886" y="2740"/>
                      </a:lnTo>
                      <a:cubicBezTo>
                        <a:pt x="7916" y="2769"/>
                        <a:pt x="7955" y="2785"/>
                        <a:pt x="7995" y="2785"/>
                      </a:cubicBezTo>
                      <a:lnTo>
                        <a:pt x="16503" y="2785"/>
                      </a:lnTo>
                      <a:cubicBezTo>
                        <a:pt x="16588" y="2785"/>
                        <a:pt x="16657" y="2717"/>
                        <a:pt x="16657" y="2632"/>
                      </a:cubicBezTo>
                      <a:cubicBezTo>
                        <a:pt x="16657" y="2547"/>
                        <a:pt x="16588" y="2478"/>
                        <a:pt x="16503" y="2478"/>
                      </a:cubicBezTo>
                      <a:lnTo>
                        <a:pt x="8059" y="2478"/>
                      </a:lnTo>
                      <a:lnTo>
                        <a:pt x="5626" y="45"/>
                      </a:lnTo>
                      <a:cubicBezTo>
                        <a:pt x="5598" y="16"/>
                        <a:pt x="5557" y="0"/>
                        <a:pt x="5517" y="0"/>
                      </a:cubicBezTo>
                      <a:close/>
                    </a:path>
                  </a:pathLst>
                </a:cu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38" name="Google Shape;338;p7"/>
          <p:cNvGrpSpPr/>
          <p:nvPr/>
        </p:nvGrpSpPr>
        <p:grpSpPr>
          <a:xfrm>
            <a:off x="309177" y="5"/>
            <a:ext cx="8525262" cy="5285363"/>
            <a:chOff x="309177" y="5"/>
            <a:chExt cx="8525262" cy="5285363"/>
          </a:xfrm>
        </p:grpSpPr>
        <p:grpSp>
          <p:nvGrpSpPr>
            <p:cNvPr id="339" name="Google Shape;339;p7"/>
            <p:cNvGrpSpPr/>
            <p:nvPr/>
          </p:nvGrpSpPr>
          <p:grpSpPr>
            <a:xfrm>
              <a:off x="6286778" y="4101548"/>
              <a:ext cx="2547661" cy="1183819"/>
              <a:chOff x="6286778" y="4101548"/>
              <a:chExt cx="2547661" cy="1183819"/>
            </a:xfrm>
          </p:grpSpPr>
          <p:sp>
            <p:nvSpPr>
              <p:cNvPr id="340" name="Google Shape;340;p7"/>
              <p:cNvSpPr/>
              <p:nvPr/>
            </p:nvSpPr>
            <p:spPr>
              <a:xfrm>
                <a:off x="7734117" y="4747506"/>
                <a:ext cx="92712" cy="537861"/>
              </a:xfrm>
              <a:custGeom>
                <a:rect b="b" l="l" r="r" t="t"/>
                <a:pathLst>
                  <a:path extrusionOk="0" h="10402" w="1793">
                    <a:moveTo>
                      <a:pt x="1639" y="10402"/>
                    </a:moveTo>
                    <a:cubicBezTo>
                      <a:pt x="1554" y="10402"/>
                      <a:pt x="1485" y="10333"/>
                      <a:pt x="1485" y="10248"/>
                    </a:cubicBezTo>
                    <a:lnTo>
                      <a:pt x="1485" y="1703"/>
                    </a:lnTo>
                    <a:lnTo>
                      <a:pt x="61" y="279"/>
                    </a:lnTo>
                    <a:cubicBezTo>
                      <a:pt x="1" y="218"/>
                      <a:pt x="1" y="121"/>
                      <a:pt x="61" y="61"/>
                    </a:cubicBezTo>
                    <a:cubicBezTo>
                      <a:pt x="121" y="1"/>
                      <a:pt x="218" y="1"/>
                      <a:pt x="278" y="61"/>
                    </a:cubicBezTo>
                    <a:lnTo>
                      <a:pt x="1748" y="1531"/>
                    </a:lnTo>
                    <a:cubicBezTo>
                      <a:pt x="1776" y="1559"/>
                      <a:pt x="1793" y="1598"/>
                      <a:pt x="1793" y="1639"/>
                    </a:cubicBezTo>
                    <a:lnTo>
                      <a:pt x="1793" y="10248"/>
                    </a:lnTo>
                    <a:cubicBezTo>
                      <a:pt x="1793" y="10333"/>
                      <a:pt x="1724" y="10402"/>
                      <a:pt x="1639" y="1040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8454376" y="4597342"/>
                <a:ext cx="185061" cy="688020"/>
              </a:xfrm>
              <a:custGeom>
                <a:rect b="b" l="l" r="r" t="t"/>
                <a:pathLst>
                  <a:path extrusionOk="0" h="13306" w="3579">
                    <a:moveTo>
                      <a:pt x="2341" y="0"/>
                    </a:moveTo>
                    <a:cubicBezTo>
                      <a:pt x="1657" y="0"/>
                      <a:pt x="1104" y="555"/>
                      <a:pt x="1104" y="1237"/>
                    </a:cubicBezTo>
                    <a:cubicBezTo>
                      <a:pt x="1104" y="1875"/>
                      <a:pt x="1588" y="2393"/>
                      <a:pt x="2206" y="2462"/>
                    </a:cubicBezTo>
                    <a:lnTo>
                      <a:pt x="2206" y="5094"/>
                    </a:lnTo>
                    <a:lnTo>
                      <a:pt x="45" y="7256"/>
                    </a:lnTo>
                    <a:cubicBezTo>
                      <a:pt x="17" y="7285"/>
                      <a:pt x="0" y="7324"/>
                      <a:pt x="0" y="7365"/>
                    </a:cubicBezTo>
                    <a:lnTo>
                      <a:pt x="0" y="13152"/>
                    </a:lnTo>
                    <a:cubicBezTo>
                      <a:pt x="0" y="13237"/>
                      <a:pt x="69" y="13306"/>
                      <a:pt x="154" y="13306"/>
                    </a:cubicBezTo>
                    <a:cubicBezTo>
                      <a:pt x="239" y="13306"/>
                      <a:pt x="307" y="13237"/>
                      <a:pt x="307" y="13152"/>
                    </a:cubicBezTo>
                    <a:lnTo>
                      <a:pt x="307" y="7429"/>
                    </a:lnTo>
                    <a:lnTo>
                      <a:pt x="2468" y="5267"/>
                    </a:lnTo>
                    <a:cubicBezTo>
                      <a:pt x="2498" y="5238"/>
                      <a:pt x="2513" y="5199"/>
                      <a:pt x="2513" y="5158"/>
                    </a:cubicBezTo>
                    <a:lnTo>
                      <a:pt x="2513" y="2457"/>
                    </a:lnTo>
                    <a:cubicBezTo>
                      <a:pt x="3115" y="2373"/>
                      <a:pt x="3578" y="1862"/>
                      <a:pt x="3578" y="1238"/>
                    </a:cubicBezTo>
                    <a:lnTo>
                      <a:pt x="3578" y="1237"/>
                    </a:lnTo>
                    <a:cubicBezTo>
                      <a:pt x="3578" y="555"/>
                      <a:pt x="3024" y="0"/>
                      <a:pt x="23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8548436" y="4634366"/>
                <a:ext cx="53983" cy="53931"/>
              </a:xfrm>
              <a:custGeom>
                <a:rect b="b" l="l" r="r" t="t"/>
                <a:pathLst>
                  <a:path extrusionOk="0" h="1043" w="1044">
                    <a:moveTo>
                      <a:pt x="522" y="1"/>
                    </a:moveTo>
                    <a:cubicBezTo>
                      <a:pt x="234" y="1"/>
                      <a:pt x="0" y="233"/>
                      <a:pt x="0" y="521"/>
                    </a:cubicBezTo>
                    <a:cubicBezTo>
                      <a:pt x="0" y="809"/>
                      <a:pt x="234" y="1042"/>
                      <a:pt x="522" y="1042"/>
                    </a:cubicBezTo>
                    <a:cubicBezTo>
                      <a:pt x="810" y="1042"/>
                      <a:pt x="1043" y="809"/>
                      <a:pt x="1043" y="521"/>
                    </a:cubicBezTo>
                    <a:cubicBezTo>
                      <a:pt x="1043" y="233"/>
                      <a:pt x="810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7"/>
              <p:cNvSpPr/>
              <p:nvPr/>
            </p:nvSpPr>
            <p:spPr>
              <a:xfrm>
                <a:off x="8421851" y="4939451"/>
                <a:ext cx="80974" cy="81026"/>
              </a:xfrm>
              <a:custGeom>
                <a:rect b="b" l="l" r="r" t="t"/>
                <a:pathLst>
                  <a:path extrusionOk="0" h="1567" w="1566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6"/>
                      <a:pt x="350" y="1566"/>
                      <a:pt x="783" y="1566"/>
                    </a:cubicBezTo>
                    <a:cubicBezTo>
                      <a:pt x="1215" y="1566"/>
                      <a:pt x="1565" y="1216"/>
                      <a:pt x="1565" y="783"/>
                    </a:cubicBezTo>
                    <a:cubicBezTo>
                      <a:pt x="1565" y="351"/>
                      <a:pt x="1215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7"/>
              <p:cNvSpPr/>
              <p:nvPr/>
            </p:nvSpPr>
            <p:spPr>
              <a:xfrm>
                <a:off x="8343874" y="4861525"/>
                <a:ext cx="236820" cy="236820"/>
              </a:xfrm>
              <a:custGeom>
                <a:rect b="b" l="l" r="r" t="t"/>
                <a:pathLst>
                  <a:path extrusionOk="0" h="4580" w="4580">
                    <a:moveTo>
                      <a:pt x="2291" y="154"/>
                    </a:moveTo>
                    <a:cubicBezTo>
                      <a:pt x="3468" y="154"/>
                      <a:pt x="4426" y="1113"/>
                      <a:pt x="4426" y="2290"/>
                    </a:cubicBezTo>
                    <a:cubicBezTo>
                      <a:pt x="4426" y="3468"/>
                      <a:pt x="3468" y="4427"/>
                      <a:pt x="2291" y="4427"/>
                    </a:cubicBezTo>
                    <a:cubicBezTo>
                      <a:pt x="1113" y="4427"/>
                      <a:pt x="155" y="3468"/>
                      <a:pt x="155" y="2290"/>
                    </a:cubicBezTo>
                    <a:cubicBezTo>
                      <a:pt x="155" y="1113"/>
                      <a:pt x="1113" y="154"/>
                      <a:pt x="2291" y="154"/>
                    </a:cubicBezTo>
                    <a:close/>
                    <a:moveTo>
                      <a:pt x="2291" y="1"/>
                    </a:moveTo>
                    <a:cubicBezTo>
                      <a:pt x="1028" y="1"/>
                      <a:pt x="1" y="1028"/>
                      <a:pt x="1" y="2290"/>
                    </a:cubicBezTo>
                    <a:cubicBezTo>
                      <a:pt x="1" y="3553"/>
                      <a:pt x="1028" y="4579"/>
                      <a:pt x="2291" y="4579"/>
                    </a:cubicBezTo>
                    <a:cubicBezTo>
                      <a:pt x="3553" y="4579"/>
                      <a:pt x="4579" y="3553"/>
                      <a:pt x="4579" y="2290"/>
                    </a:cubicBezTo>
                    <a:cubicBezTo>
                      <a:pt x="4579" y="1028"/>
                      <a:pt x="3553" y="1"/>
                      <a:pt x="22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7"/>
              <p:cNvSpPr/>
              <p:nvPr/>
            </p:nvSpPr>
            <p:spPr>
              <a:xfrm>
                <a:off x="7666740" y="4692281"/>
                <a:ext cx="128028" cy="127976"/>
              </a:xfrm>
              <a:custGeom>
                <a:rect b="b" l="l" r="r" t="t"/>
                <a:pathLst>
                  <a:path extrusionOk="0" h="2475" w="2476">
                    <a:moveTo>
                      <a:pt x="1237" y="0"/>
                    </a:moveTo>
                    <a:cubicBezTo>
                      <a:pt x="555" y="0"/>
                      <a:pt x="1" y="555"/>
                      <a:pt x="1" y="1238"/>
                    </a:cubicBezTo>
                    <a:cubicBezTo>
                      <a:pt x="1" y="1921"/>
                      <a:pt x="555" y="2474"/>
                      <a:pt x="1237" y="2474"/>
                    </a:cubicBezTo>
                    <a:cubicBezTo>
                      <a:pt x="1921" y="2474"/>
                      <a:pt x="2475" y="1921"/>
                      <a:pt x="2475" y="1238"/>
                    </a:cubicBezTo>
                    <a:cubicBezTo>
                      <a:pt x="2475" y="555"/>
                      <a:pt x="1921" y="0"/>
                      <a:pt x="12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7703816" y="4729304"/>
                <a:ext cx="53879" cy="53983"/>
              </a:xfrm>
              <a:custGeom>
                <a:rect b="b" l="l" r="r" t="t"/>
                <a:pathLst>
                  <a:path extrusionOk="0" h="1044" w="1042">
                    <a:moveTo>
                      <a:pt x="522" y="1"/>
                    </a:moveTo>
                    <a:cubicBezTo>
                      <a:pt x="233" y="1"/>
                      <a:pt x="0" y="235"/>
                      <a:pt x="0" y="522"/>
                    </a:cubicBezTo>
                    <a:cubicBezTo>
                      <a:pt x="0" y="809"/>
                      <a:pt x="233" y="1043"/>
                      <a:pt x="522" y="1043"/>
                    </a:cubicBezTo>
                    <a:cubicBezTo>
                      <a:pt x="809" y="1043"/>
                      <a:pt x="1042" y="809"/>
                      <a:pt x="1042" y="522"/>
                    </a:cubicBezTo>
                    <a:cubicBezTo>
                      <a:pt x="1042" y="233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7" name="Google Shape;347;p7"/>
              <p:cNvGrpSpPr/>
              <p:nvPr/>
            </p:nvGrpSpPr>
            <p:grpSpPr>
              <a:xfrm>
                <a:off x="6286778" y="4101548"/>
                <a:ext cx="2547661" cy="886439"/>
                <a:chOff x="777562" y="-26685"/>
                <a:chExt cx="2149018" cy="747735"/>
              </a:xfrm>
            </p:grpSpPr>
            <p:sp>
              <p:nvSpPr>
                <p:cNvPr id="348" name="Google Shape;348;p7"/>
                <p:cNvSpPr/>
                <p:nvPr/>
              </p:nvSpPr>
              <p:spPr>
                <a:xfrm rot="-5400000">
                  <a:off x="853791" y="565581"/>
                  <a:ext cx="79240" cy="79290"/>
                </a:xfrm>
                <a:custGeom>
                  <a:rect b="b" l="l" r="r" t="t"/>
                  <a:pathLst>
                    <a:path extrusionOk="0" h="1567" w="1566">
                      <a:moveTo>
                        <a:pt x="783" y="1"/>
                      </a:moveTo>
                      <a:cubicBezTo>
                        <a:pt x="350" y="1"/>
                        <a:pt x="0" y="352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6" y="1567"/>
                        <a:pt x="1565" y="1216"/>
                        <a:pt x="1565" y="784"/>
                      </a:cubicBezTo>
                      <a:cubicBezTo>
                        <a:pt x="1565" y="352"/>
                        <a:pt x="1216" y="1"/>
                        <a:pt x="7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9" name="Google Shape;349;p7"/>
                <p:cNvSpPr/>
                <p:nvPr/>
              </p:nvSpPr>
              <p:spPr>
                <a:xfrm rot="-5400000">
                  <a:off x="777587" y="489327"/>
                  <a:ext cx="231697" cy="231748"/>
                </a:xfrm>
                <a:custGeom>
                  <a:rect b="b" l="l" r="r" t="t"/>
                  <a:pathLst>
                    <a:path extrusionOk="0" h="4580" w="4579">
                      <a:moveTo>
                        <a:pt x="2289" y="154"/>
                      </a:moveTo>
                      <a:cubicBezTo>
                        <a:pt x="3466" y="154"/>
                        <a:pt x="4425" y="1112"/>
                        <a:pt x="4425" y="2290"/>
                      </a:cubicBezTo>
                      <a:cubicBezTo>
                        <a:pt x="4425" y="3468"/>
                        <a:pt x="3466" y="4425"/>
                        <a:pt x="2289" y="4425"/>
                      </a:cubicBezTo>
                      <a:cubicBezTo>
                        <a:pt x="1111" y="4425"/>
                        <a:pt x="154" y="3468"/>
                        <a:pt x="154" y="2290"/>
                      </a:cubicBezTo>
                      <a:cubicBezTo>
                        <a:pt x="154" y="1113"/>
                        <a:pt x="1111" y="154"/>
                        <a:pt x="2289" y="154"/>
                      </a:cubicBezTo>
                      <a:close/>
                      <a:moveTo>
                        <a:pt x="2289" y="0"/>
                      </a:moveTo>
                      <a:cubicBezTo>
                        <a:pt x="1026" y="0"/>
                        <a:pt x="0" y="1028"/>
                        <a:pt x="0" y="2290"/>
                      </a:cubicBezTo>
                      <a:cubicBezTo>
                        <a:pt x="0" y="3552"/>
                        <a:pt x="1026" y="4579"/>
                        <a:pt x="2289" y="4579"/>
                      </a:cubicBezTo>
                      <a:cubicBezTo>
                        <a:pt x="3551" y="4579"/>
                        <a:pt x="4579" y="3552"/>
                        <a:pt x="4579" y="2290"/>
                      </a:cubicBezTo>
                      <a:cubicBezTo>
                        <a:pt x="4579" y="1028"/>
                        <a:pt x="3551" y="0"/>
                        <a:pt x="22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0" name="Google Shape;350;p7"/>
                <p:cNvSpPr/>
                <p:nvPr/>
              </p:nvSpPr>
              <p:spPr>
                <a:xfrm rot="-5400000">
                  <a:off x="2806759" y="-26685"/>
                  <a:ext cx="119821" cy="119821"/>
                </a:xfrm>
                <a:custGeom>
                  <a:rect b="b" l="l" r="r" t="t"/>
                  <a:pathLst>
                    <a:path extrusionOk="0" h="2368" w="2368">
                      <a:moveTo>
                        <a:pt x="1184" y="154"/>
                      </a:moveTo>
                      <a:cubicBezTo>
                        <a:pt x="1751" y="154"/>
                        <a:pt x="2214" y="616"/>
                        <a:pt x="2214" y="1184"/>
                      </a:cubicBezTo>
                      <a:cubicBezTo>
                        <a:pt x="2214" y="1751"/>
                        <a:pt x="1751" y="2213"/>
                        <a:pt x="1184" y="2213"/>
                      </a:cubicBezTo>
                      <a:cubicBezTo>
                        <a:pt x="617" y="2213"/>
                        <a:pt x="156" y="1751"/>
                        <a:pt x="156" y="1184"/>
                      </a:cubicBezTo>
                      <a:cubicBezTo>
                        <a:pt x="156" y="616"/>
                        <a:pt x="617" y="154"/>
                        <a:pt x="1184" y="154"/>
                      </a:cubicBezTo>
                      <a:close/>
                      <a:moveTo>
                        <a:pt x="1184" y="0"/>
                      </a:moveTo>
                      <a:cubicBezTo>
                        <a:pt x="531" y="0"/>
                        <a:pt x="1" y="531"/>
                        <a:pt x="1" y="1184"/>
                      </a:cubicBezTo>
                      <a:cubicBezTo>
                        <a:pt x="1" y="1836"/>
                        <a:pt x="531" y="2367"/>
                        <a:pt x="1184" y="2367"/>
                      </a:cubicBezTo>
                      <a:cubicBezTo>
                        <a:pt x="1837" y="2367"/>
                        <a:pt x="2367" y="1836"/>
                        <a:pt x="2367" y="1184"/>
                      </a:cubicBezTo>
                      <a:cubicBezTo>
                        <a:pt x="2367" y="531"/>
                        <a:pt x="1837" y="0"/>
                        <a:pt x="118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51" name="Google Shape;351;p7"/>
            <p:cNvGrpSpPr/>
            <p:nvPr/>
          </p:nvGrpSpPr>
          <p:grpSpPr>
            <a:xfrm>
              <a:off x="309177" y="5"/>
              <a:ext cx="453017" cy="2163752"/>
              <a:chOff x="309177" y="5"/>
              <a:chExt cx="453017" cy="2163752"/>
            </a:xfrm>
          </p:grpSpPr>
          <p:sp>
            <p:nvSpPr>
              <p:cNvPr id="352" name="Google Shape;352;p7"/>
              <p:cNvSpPr/>
              <p:nvPr/>
            </p:nvSpPr>
            <p:spPr>
              <a:xfrm rot="10800000">
                <a:off x="313425" y="5"/>
                <a:ext cx="448769" cy="2163752"/>
              </a:xfrm>
              <a:custGeom>
                <a:rect b="b" l="l" r="r" t="t"/>
                <a:pathLst>
                  <a:path extrusionOk="0" h="41846" w="8679">
                    <a:moveTo>
                      <a:pt x="4204" y="1"/>
                    </a:moveTo>
                    <a:cubicBezTo>
                      <a:pt x="3521" y="1"/>
                      <a:pt x="2966" y="554"/>
                      <a:pt x="2966" y="1237"/>
                    </a:cubicBezTo>
                    <a:cubicBezTo>
                      <a:pt x="2966" y="1921"/>
                      <a:pt x="3521" y="2475"/>
                      <a:pt x="4204" y="2475"/>
                    </a:cubicBezTo>
                    <a:cubicBezTo>
                      <a:pt x="4482" y="2475"/>
                      <a:pt x="4736" y="2381"/>
                      <a:pt x="4943" y="2226"/>
                    </a:cubicBezTo>
                    <a:lnTo>
                      <a:pt x="8371" y="5654"/>
                    </a:lnTo>
                    <a:lnTo>
                      <a:pt x="8371" y="15908"/>
                    </a:lnTo>
                    <a:lnTo>
                      <a:pt x="6318" y="17962"/>
                    </a:lnTo>
                    <a:cubicBezTo>
                      <a:pt x="6289" y="17990"/>
                      <a:pt x="6273" y="18029"/>
                      <a:pt x="6273" y="18070"/>
                    </a:cubicBezTo>
                    <a:lnTo>
                      <a:pt x="6273" y="28208"/>
                    </a:lnTo>
                    <a:lnTo>
                      <a:pt x="3244" y="31238"/>
                    </a:lnTo>
                    <a:cubicBezTo>
                      <a:pt x="3215" y="31266"/>
                      <a:pt x="3198" y="31305"/>
                      <a:pt x="3198" y="31346"/>
                    </a:cubicBezTo>
                    <a:lnTo>
                      <a:pt x="3198" y="38444"/>
                    </a:lnTo>
                    <a:lnTo>
                      <a:pt x="61" y="41583"/>
                    </a:lnTo>
                    <a:cubicBezTo>
                      <a:pt x="0" y="41642"/>
                      <a:pt x="0" y="41740"/>
                      <a:pt x="61" y="41799"/>
                    </a:cubicBezTo>
                    <a:cubicBezTo>
                      <a:pt x="90" y="41830"/>
                      <a:pt x="129" y="41845"/>
                      <a:pt x="169" y="41845"/>
                    </a:cubicBezTo>
                    <a:cubicBezTo>
                      <a:pt x="208" y="41845"/>
                      <a:pt x="247" y="41830"/>
                      <a:pt x="278" y="41799"/>
                    </a:cubicBezTo>
                    <a:lnTo>
                      <a:pt x="3462" y="38617"/>
                    </a:lnTo>
                    <a:cubicBezTo>
                      <a:pt x="3490" y="38587"/>
                      <a:pt x="3507" y="38548"/>
                      <a:pt x="3507" y="38508"/>
                    </a:cubicBezTo>
                    <a:lnTo>
                      <a:pt x="3507" y="31409"/>
                    </a:lnTo>
                    <a:lnTo>
                      <a:pt x="6535" y="28379"/>
                    </a:lnTo>
                    <a:cubicBezTo>
                      <a:pt x="6565" y="28351"/>
                      <a:pt x="6580" y="28312"/>
                      <a:pt x="6580" y="28270"/>
                    </a:cubicBezTo>
                    <a:lnTo>
                      <a:pt x="6580" y="18134"/>
                    </a:lnTo>
                    <a:lnTo>
                      <a:pt x="8634" y="16081"/>
                    </a:lnTo>
                    <a:cubicBezTo>
                      <a:pt x="8662" y="16051"/>
                      <a:pt x="8679" y="16013"/>
                      <a:pt x="8679" y="15972"/>
                    </a:cubicBezTo>
                    <a:lnTo>
                      <a:pt x="8679" y="5590"/>
                    </a:lnTo>
                    <a:cubicBezTo>
                      <a:pt x="8679" y="5550"/>
                      <a:pt x="8662" y="5511"/>
                      <a:pt x="8634" y="5481"/>
                    </a:cubicBezTo>
                    <a:lnTo>
                      <a:pt x="8634" y="5483"/>
                    </a:lnTo>
                    <a:lnTo>
                      <a:pt x="5163" y="2012"/>
                    </a:lnTo>
                    <a:cubicBezTo>
                      <a:pt x="5334" y="1799"/>
                      <a:pt x="5442" y="1532"/>
                      <a:pt x="5442" y="1237"/>
                    </a:cubicBezTo>
                    <a:cubicBezTo>
                      <a:pt x="5442" y="554"/>
                      <a:pt x="4887" y="1"/>
                      <a:pt x="4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7"/>
              <p:cNvSpPr/>
              <p:nvPr/>
            </p:nvSpPr>
            <p:spPr>
              <a:xfrm rot="10800000">
                <a:off x="517818" y="2072802"/>
                <a:ext cx="53983" cy="53879"/>
              </a:xfrm>
              <a:custGeom>
                <a:rect b="b" l="l" r="r" t="t"/>
                <a:pathLst>
                  <a:path extrusionOk="0" h="1042" w="1044">
                    <a:moveTo>
                      <a:pt x="522" y="0"/>
                    </a:moveTo>
                    <a:cubicBezTo>
                      <a:pt x="235" y="0"/>
                      <a:pt x="1" y="233"/>
                      <a:pt x="1" y="520"/>
                    </a:cubicBezTo>
                    <a:cubicBezTo>
                      <a:pt x="1" y="809"/>
                      <a:pt x="235" y="1042"/>
                      <a:pt x="522" y="1042"/>
                    </a:cubicBezTo>
                    <a:cubicBezTo>
                      <a:pt x="811" y="1042"/>
                      <a:pt x="1043" y="809"/>
                      <a:pt x="1043" y="520"/>
                    </a:cubicBezTo>
                    <a:cubicBezTo>
                      <a:pt x="1043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7"/>
              <p:cNvSpPr/>
              <p:nvPr/>
            </p:nvSpPr>
            <p:spPr>
              <a:xfrm rot="10800000">
                <a:off x="387149" y="1188832"/>
                <a:ext cx="80974" cy="81026"/>
              </a:xfrm>
              <a:custGeom>
                <a:rect b="b" l="l" r="r" t="t"/>
                <a:pathLst>
                  <a:path extrusionOk="0" h="1567" w="1566">
                    <a:moveTo>
                      <a:pt x="783" y="1"/>
                    </a:moveTo>
                    <a:cubicBezTo>
                      <a:pt x="351" y="1"/>
                      <a:pt x="1" y="351"/>
                      <a:pt x="1" y="783"/>
                    </a:cubicBezTo>
                    <a:cubicBezTo>
                      <a:pt x="1" y="1216"/>
                      <a:pt x="351" y="1566"/>
                      <a:pt x="783" y="1566"/>
                    </a:cubicBezTo>
                    <a:cubicBezTo>
                      <a:pt x="1216" y="1566"/>
                      <a:pt x="1566" y="1216"/>
                      <a:pt x="1566" y="783"/>
                    </a:cubicBezTo>
                    <a:cubicBezTo>
                      <a:pt x="1566" y="351"/>
                      <a:pt x="1216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7"/>
              <p:cNvSpPr/>
              <p:nvPr/>
            </p:nvSpPr>
            <p:spPr>
              <a:xfrm rot="10800000">
                <a:off x="309177" y="1110963"/>
                <a:ext cx="236820" cy="236820"/>
              </a:xfrm>
              <a:custGeom>
                <a:rect b="b" l="l" r="r" t="t"/>
                <a:pathLst>
                  <a:path extrusionOk="0" h="4580" w="4580">
                    <a:moveTo>
                      <a:pt x="2289" y="154"/>
                    </a:moveTo>
                    <a:cubicBezTo>
                      <a:pt x="3467" y="154"/>
                      <a:pt x="4426" y="1113"/>
                      <a:pt x="4426" y="2290"/>
                    </a:cubicBezTo>
                    <a:cubicBezTo>
                      <a:pt x="4426" y="3468"/>
                      <a:pt x="3467" y="4426"/>
                      <a:pt x="2289" y="4426"/>
                    </a:cubicBezTo>
                    <a:cubicBezTo>
                      <a:pt x="1112" y="4426"/>
                      <a:pt x="154" y="3468"/>
                      <a:pt x="154" y="2290"/>
                    </a:cubicBezTo>
                    <a:cubicBezTo>
                      <a:pt x="154" y="1113"/>
                      <a:pt x="1112" y="154"/>
                      <a:pt x="2289" y="154"/>
                    </a:cubicBezTo>
                    <a:close/>
                    <a:moveTo>
                      <a:pt x="2289" y="1"/>
                    </a:moveTo>
                    <a:cubicBezTo>
                      <a:pt x="1028" y="1"/>
                      <a:pt x="1" y="1028"/>
                      <a:pt x="1" y="2290"/>
                    </a:cubicBezTo>
                    <a:cubicBezTo>
                      <a:pt x="1" y="3552"/>
                      <a:pt x="1028" y="4579"/>
                      <a:pt x="2289" y="4579"/>
                    </a:cubicBezTo>
                    <a:cubicBezTo>
                      <a:pt x="3552" y="4579"/>
                      <a:pt x="4579" y="3553"/>
                      <a:pt x="4579" y="2290"/>
                    </a:cubicBezTo>
                    <a:cubicBezTo>
                      <a:pt x="4579" y="1028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6" name="Google Shape;356;p7"/>
          <p:cNvGrpSpPr/>
          <p:nvPr/>
        </p:nvGrpSpPr>
        <p:grpSpPr>
          <a:xfrm>
            <a:off x="145757" y="220677"/>
            <a:ext cx="8928235" cy="3880871"/>
            <a:chOff x="145757" y="220677"/>
            <a:chExt cx="8928235" cy="3880871"/>
          </a:xfrm>
        </p:grpSpPr>
        <p:grpSp>
          <p:nvGrpSpPr>
            <p:cNvPr id="357" name="Google Shape;357;p7"/>
            <p:cNvGrpSpPr/>
            <p:nvPr/>
          </p:nvGrpSpPr>
          <p:grpSpPr>
            <a:xfrm>
              <a:off x="145757" y="220677"/>
              <a:ext cx="322367" cy="2107361"/>
              <a:chOff x="145757" y="220677"/>
              <a:chExt cx="322367" cy="2107361"/>
            </a:xfrm>
          </p:grpSpPr>
          <p:sp>
            <p:nvSpPr>
              <p:cNvPr id="358" name="Google Shape;358;p7"/>
              <p:cNvSpPr/>
              <p:nvPr/>
            </p:nvSpPr>
            <p:spPr>
              <a:xfrm rot="10800000">
                <a:off x="234503" y="220677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1"/>
                      <a:pt x="243" y="1084"/>
                      <a:pt x="542" y="1084"/>
                    </a:cubicBezTo>
                    <a:cubicBezTo>
                      <a:pt x="841" y="1084"/>
                      <a:pt x="1085" y="841"/>
                      <a:pt x="1085" y="542"/>
                    </a:cubicBezTo>
                    <a:cubicBezTo>
                      <a:pt x="1085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7"/>
              <p:cNvSpPr/>
              <p:nvPr/>
            </p:nvSpPr>
            <p:spPr>
              <a:xfrm rot="10800000">
                <a:off x="322047" y="308221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3" y="1085"/>
                      <a:pt x="1085" y="842"/>
                      <a:pt x="1085" y="542"/>
                    </a:cubicBezTo>
                    <a:cubicBezTo>
                      <a:pt x="1085" y="243"/>
                      <a:pt x="843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 rot="10800000">
                <a:off x="412021" y="398195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2" y="1084"/>
                      <a:pt x="1085" y="842"/>
                      <a:pt x="1085" y="542"/>
                    </a:cubicBezTo>
                    <a:cubicBezTo>
                      <a:pt x="1085" y="243"/>
                      <a:pt x="842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7"/>
              <p:cNvSpPr/>
              <p:nvPr/>
            </p:nvSpPr>
            <p:spPr>
              <a:xfrm rot="10800000">
                <a:off x="145757" y="2094417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7"/>
              <p:cNvSpPr/>
              <p:nvPr/>
            </p:nvSpPr>
            <p:spPr>
              <a:xfrm rot="10800000">
                <a:off x="233249" y="2181961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 rot="10800000">
                <a:off x="323223" y="2271935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4" name="Google Shape;364;p7"/>
            <p:cNvGrpSpPr/>
            <p:nvPr/>
          </p:nvGrpSpPr>
          <p:grpSpPr>
            <a:xfrm>
              <a:off x="8840370" y="3867927"/>
              <a:ext cx="233621" cy="233621"/>
              <a:chOff x="8840370" y="3867927"/>
              <a:chExt cx="233621" cy="233621"/>
            </a:xfrm>
          </p:grpSpPr>
          <p:sp>
            <p:nvSpPr>
              <p:cNvPr id="365" name="Google Shape;365;p7"/>
              <p:cNvSpPr/>
              <p:nvPr/>
            </p:nvSpPr>
            <p:spPr>
              <a:xfrm>
                <a:off x="9017889" y="4045445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1" y="1084"/>
                      <a:pt x="1085" y="842"/>
                      <a:pt x="1085" y="542"/>
                    </a:cubicBezTo>
                    <a:cubicBezTo>
                      <a:pt x="1085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7"/>
              <p:cNvSpPr/>
              <p:nvPr/>
            </p:nvSpPr>
            <p:spPr>
              <a:xfrm>
                <a:off x="8930345" y="3957901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3" y="1084"/>
                      <a:pt x="1085" y="842"/>
                      <a:pt x="1085" y="542"/>
                    </a:cubicBezTo>
                    <a:cubicBezTo>
                      <a:pt x="1085" y="243"/>
                      <a:pt x="843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7"/>
              <p:cNvSpPr/>
              <p:nvPr/>
            </p:nvSpPr>
            <p:spPr>
              <a:xfrm>
                <a:off x="8840370" y="3867927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0"/>
                    </a:moveTo>
                    <a:cubicBezTo>
                      <a:pt x="243" y="0"/>
                      <a:pt x="1" y="243"/>
                      <a:pt x="1" y="543"/>
                    </a:cubicBezTo>
                    <a:cubicBezTo>
                      <a:pt x="1" y="842"/>
                      <a:pt x="243" y="1084"/>
                      <a:pt x="543" y="1084"/>
                    </a:cubicBezTo>
                    <a:cubicBezTo>
                      <a:pt x="842" y="1084"/>
                      <a:pt x="1085" y="842"/>
                      <a:pt x="1085" y="543"/>
                    </a:cubicBezTo>
                    <a:cubicBezTo>
                      <a:pt x="1085" y="243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8" name="Google Shape;368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8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8"/>
          <p:cNvSpPr txBox="1"/>
          <p:nvPr>
            <p:ph type="title"/>
          </p:nvPr>
        </p:nvSpPr>
        <p:spPr>
          <a:xfrm>
            <a:off x="713225" y="1750800"/>
            <a:ext cx="3596100" cy="164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72" name="Google Shape;372;p8"/>
          <p:cNvGrpSpPr/>
          <p:nvPr/>
        </p:nvGrpSpPr>
        <p:grpSpPr>
          <a:xfrm flipH="1">
            <a:off x="134600" y="-1279320"/>
            <a:ext cx="8943888" cy="6346620"/>
            <a:chOff x="134600" y="-1279320"/>
            <a:chExt cx="8943888" cy="6346620"/>
          </a:xfrm>
        </p:grpSpPr>
        <p:grpSp>
          <p:nvGrpSpPr>
            <p:cNvPr id="373" name="Google Shape;373;p8"/>
            <p:cNvGrpSpPr/>
            <p:nvPr/>
          </p:nvGrpSpPr>
          <p:grpSpPr>
            <a:xfrm>
              <a:off x="134600" y="-1279320"/>
              <a:ext cx="5364120" cy="4280940"/>
              <a:chOff x="134600" y="-1279320"/>
              <a:chExt cx="5364120" cy="4280940"/>
            </a:xfrm>
          </p:grpSpPr>
          <p:sp>
            <p:nvSpPr>
              <p:cNvPr id="374" name="Google Shape;374;p8"/>
              <p:cNvSpPr/>
              <p:nvPr/>
            </p:nvSpPr>
            <p:spPr>
              <a:xfrm rot="-2700000">
                <a:off x="1237905" y="-647365"/>
                <a:ext cx="3037132" cy="3017031"/>
              </a:xfrm>
              <a:custGeom>
                <a:rect b="b" l="l" r="r" t="t"/>
                <a:pathLst>
                  <a:path extrusionOk="0" h="30469" w="30672">
                    <a:moveTo>
                      <a:pt x="217" y="1"/>
                    </a:moveTo>
                    <a:cubicBezTo>
                      <a:pt x="167" y="1"/>
                      <a:pt x="116" y="20"/>
                      <a:pt x="78" y="59"/>
                    </a:cubicBezTo>
                    <a:cubicBezTo>
                      <a:pt x="1" y="136"/>
                      <a:pt x="1" y="261"/>
                      <a:pt x="78" y="340"/>
                    </a:cubicBezTo>
                    <a:lnTo>
                      <a:pt x="4122" y="4384"/>
                    </a:lnTo>
                    <a:cubicBezTo>
                      <a:pt x="4159" y="4420"/>
                      <a:pt x="4209" y="4442"/>
                      <a:pt x="4261" y="4442"/>
                    </a:cubicBezTo>
                    <a:lnTo>
                      <a:pt x="11938" y="4442"/>
                    </a:lnTo>
                    <a:lnTo>
                      <a:pt x="18041" y="10543"/>
                    </a:lnTo>
                    <a:lnTo>
                      <a:pt x="18041" y="18056"/>
                    </a:lnTo>
                    <a:cubicBezTo>
                      <a:pt x="18041" y="18109"/>
                      <a:pt x="18062" y="18159"/>
                      <a:pt x="18099" y="18195"/>
                    </a:cubicBezTo>
                    <a:lnTo>
                      <a:pt x="30314" y="30411"/>
                    </a:lnTo>
                    <a:cubicBezTo>
                      <a:pt x="30353" y="30450"/>
                      <a:pt x="30403" y="30469"/>
                      <a:pt x="30454" y="30469"/>
                    </a:cubicBezTo>
                    <a:cubicBezTo>
                      <a:pt x="30505" y="30469"/>
                      <a:pt x="30555" y="30449"/>
                      <a:pt x="30593" y="30411"/>
                    </a:cubicBezTo>
                    <a:cubicBezTo>
                      <a:pt x="30671" y="30333"/>
                      <a:pt x="30671" y="30207"/>
                      <a:pt x="30593" y="30130"/>
                    </a:cubicBezTo>
                    <a:lnTo>
                      <a:pt x="18437" y="17974"/>
                    </a:lnTo>
                    <a:lnTo>
                      <a:pt x="18437" y="10461"/>
                    </a:lnTo>
                    <a:cubicBezTo>
                      <a:pt x="18437" y="10408"/>
                      <a:pt x="18416" y="10359"/>
                      <a:pt x="18379" y="10322"/>
                    </a:cubicBezTo>
                    <a:lnTo>
                      <a:pt x="12161" y="4104"/>
                    </a:lnTo>
                    <a:cubicBezTo>
                      <a:pt x="12124" y="4066"/>
                      <a:pt x="12073" y="4046"/>
                      <a:pt x="12021" y="4046"/>
                    </a:cubicBezTo>
                    <a:lnTo>
                      <a:pt x="4344" y="4046"/>
                    </a:lnTo>
                    <a:lnTo>
                      <a:pt x="358" y="59"/>
                    </a:lnTo>
                    <a:cubicBezTo>
                      <a:pt x="319" y="20"/>
                      <a:pt x="268" y="1"/>
                      <a:pt x="217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75" name="Google Shape;375;p8"/>
              <p:cNvGrpSpPr/>
              <p:nvPr/>
            </p:nvGrpSpPr>
            <p:grpSpPr>
              <a:xfrm>
                <a:off x="4885820" y="554913"/>
                <a:ext cx="612900" cy="612600"/>
                <a:chOff x="325720" y="569450"/>
                <a:chExt cx="612900" cy="612600"/>
              </a:xfrm>
            </p:grpSpPr>
            <p:sp>
              <p:nvSpPr>
                <p:cNvPr id="376" name="Google Shape;376;p8"/>
                <p:cNvSpPr/>
                <p:nvPr/>
              </p:nvSpPr>
              <p:spPr>
                <a:xfrm>
                  <a:off x="468911" y="712638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7" name="Google Shape;377;p8"/>
                <p:cNvSpPr/>
                <p:nvPr/>
              </p:nvSpPr>
              <p:spPr>
                <a:xfrm>
                  <a:off x="325720" y="569450"/>
                  <a:ext cx="612900" cy="6126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78" name="Google Shape;378;p8"/>
              <p:cNvSpPr/>
              <p:nvPr/>
            </p:nvSpPr>
            <p:spPr>
              <a:xfrm>
                <a:off x="134600" y="611701"/>
                <a:ext cx="499200" cy="4989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9" name="Google Shape;379;p8"/>
            <p:cNvSpPr/>
            <p:nvPr/>
          </p:nvSpPr>
          <p:spPr>
            <a:xfrm>
              <a:off x="713237" y="4604000"/>
              <a:ext cx="1439100" cy="175800"/>
            </a:xfrm>
            <a:prstGeom prst="roundRect">
              <a:avLst>
                <a:gd fmla="val 50000" name="adj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0" name="Google Shape;380;p8"/>
            <p:cNvGrpSpPr/>
            <p:nvPr/>
          </p:nvGrpSpPr>
          <p:grpSpPr>
            <a:xfrm rot="5400000">
              <a:off x="8046575" y="1076100"/>
              <a:ext cx="1344400" cy="271200"/>
              <a:chOff x="3686625" y="4451550"/>
              <a:chExt cx="1344400" cy="271200"/>
            </a:xfrm>
          </p:grpSpPr>
          <p:sp>
            <p:nvSpPr>
              <p:cNvPr id="381" name="Google Shape;381;p8"/>
              <p:cNvSpPr/>
              <p:nvPr/>
            </p:nvSpPr>
            <p:spPr>
              <a:xfrm rot="-5400000">
                <a:off x="3638925" y="44992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 rot="-5400000">
                <a:off x="3931075" y="44992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8"/>
              <p:cNvSpPr/>
              <p:nvPr/>
            </p:nvSpPr>
            <p:spPr>
              <a:xfrm rot="-5400000">
                <a:off x="4223225" y="44992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8"/>
              <p:cNvSpPr/>
              <p:nvPr/>
            </p:nvSpPr>
            <p:spPr>
              <a:xfrm rot="-5400000">
                <a:off x="4515375" y="44992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 rot="-5400000">
                <a:off x="4807525" y="44992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6" name="Google Shape;386;p8"/>
            <p:cNvSpPr/>
            <p:nvPr/>
          </p:nvSpPr>
          <p:spPr>
            <a:xfrm>
              <a:off x="713237" y="4891500"/>
              <a:ext cx="1439100" cy="175800"/>
            </a:xfrm>
            <a:prstGeom prst="roundRect">
              <a:avLst>
                <a:gd fmla="val 50000" name="adj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7" name="Google Shape;387;p8"/>
            <p:cNvGrpSpPr/>
            <p:nvPr/>
          </p:nvGrpSpPr>
          <p:grpSpPr>
            <a:xfrm rot="-5400000">
              <a:off x="7309994" y="3298796"/>
              <a:ext cx="749901" cy="2787087"/>
              <a:chOff x="8293774" y="2233753"/>
              <a:chExt cx="749901" cy="2787087"/>
            </a:xfrm>
          </p:grpSpPr>
          <p:sp>
            <p:nvSpPr>
              <p:cNvPr id="388" name="Google Shape;388;p8"/>
              <p:cNvSpPr/>
              <p:nvPr/>
            </p:nvSpPr>
            <p:spPr>
              <a:xfrm>
                <a:off x="8430775" y="4408241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8"/>
              <p:cNvSpPr/>
              <p:nvPr/>
            </p:nvSpPr>
            <p:spPr>
              <a:xfrm>
                <a:off x="8293774" y="2233753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 flipH="1" rot="5400000">
                <a:off x="7659889" y="3338015"/>
                <a:ext cx="1868166" cy="312450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1" name="Google Shape;391;p8"/>
          <p:cNvGrpSpPr/>
          <p:nvPr/>
        </p:nvGrpSpPr>
        <p:grpSpPr>
          <a:xfrm>
            <a:off x="106959" y="-46587"/>
            <a:ext cx="8960806" cy="5277601"/>
            <a:chOff x="106959" y="-46587"/>
            <a:chExt cx="8960806" cy="5277601"/>
          </a:xfrm>
        </p:grpSpPr>
        <p:grpSp>
          <p:nvGrpSpPr>
            <p:cNvPr id="392" name="Google Shape;392;p8"/>
            <p:cNvGrpSpPr/>
            <p:nvPr/>
          </p:nvGrpSpPr>
          <p:grpSpPr>
            <a:xfrm>
              <a:off x="4224650" y="-46587"/>
              <a:ext cx="4499581" cy="632146"/>
              <a:chOff x="4224650" y="-46587"/>
              <a:chExt cx="4499581" cy="632146"/>
            </a:xfrm>
          </p:grpSpPr>
          <p:sp>
            <p:nvSpPr>
              <p:cNvPr id="393" name="Google Shape;393;p8"/>
              <p:cNvSpPr/>
              <p:nvPr/>
            </p:nvSpPr>
            <p:spPr>
              <a:xfrm flipH="1" rot="5400000">
                <a:off x="4687874" y="138777"/>
                <a:ext cx="535312" cy="164586"/>
              </a:xfrm>
              <a:custGeom>
                <a:rect b="b" l="l" r="r" t="t"/>
                <a:pathLst>
                  <a:path extrusionOk="0" h="3022" w="9829">
                    <a:moveTo>
                      <a:pt x="1238" y="1"/>
                    </a:moveTo>
                    <a:cubicBezTo>
                      <a:pt x="555" y="1"/>
                      <a:pt x="0" y="555"/>
                      <a:pt x="0" y="1239"/>
                    </a:cubicBezTo>
                    <a:cubicBezTo>
                      <a:pt x="0" y="1922"/>
                      <a:pt x="555" y="2475"/>
                      <a:pt x="1238" y="2475"/>
                    </a:cubicBezTo>
                    <a:cubicBezTo>
                      <a:pt x="1512" y="2475"/>
                      <a:pt x="1764" y="2383"/>
                      <a:pt x="1968" y="2232"/>
                    </a:cubicBezTo>
                    <a:lnTo>
                      <a:pt x="2713" y="2976"/>
                    </a:lnTo>
                    <a:cubicBezTo>
                      <a:pt x="2742" y="3005"/>
                      <a:pt x="2781" y="3021"/>
                      <a:pt x="2822" y="3021"/>
                    </a:cubicBezTo>
                    <a:lnTo>
                      <a:pt x="4763" y="3021"/>
                    </a:lnTo>
                    <a:cubicBezTo>
                      <a:pt x="4804" y="3021"/>
                      <a:pt x="4843" y="3005"/>
                      <a:pt x="4872" y="2976"/>
                    </a:cubicBezTo>
                    <a:lnTo>
                      <a:pt x="6539" y="1310"/>
                    </a:lnTo>
                    <a:lnTo>
                      <a:pt x="9675" y="1310"/>
                    </a:lnTo>
                    <a:cubicBezTo>
                      <a:pt x="9760" y="1310"/>
                      <a:pt x="9829" y="1241"/>
                      <a:pt x="9829" y="1156"/>
                    </a:cubicBezTo>
                    <a:cubicBezTo>
                      <a:pt x="9829" y="1071"/>
                      <a:pt x="9760" y="1002"/>
                      <a:pt x="9675" y="1002"/>
                    </a:cubicBezTo>
                    <a:lnTo>
                      <a:pt x="6475" y="1002"/>
                    </a:lnTo>
                    <a:cubicBezTo>
                      <a:pt x="6435" y="1002"/>
                      <a:pt x="6394" y="1019"/>
                      <a:pt x="6366" y="1047"/>
                    </a:cubicBezTo>
                    <a:lnTo>
                      <a:pt x="4700" y="2714"/>
                    </a:lnTo>
                    <a:lnTo>
                      <a:pt x="2885" y="2714"/>
                    </a:lnTo>
                    <a:lnTo>
                      <a:pt x="2191" y="2019"/>
                    </a:lnTo>
                    <a:cubicBezTo>
                      <a:pt x="2366" y="1805"/>
                      <a:pt x="2476" y="1535"/>
                      <a:pt x="2476" y="1239"/>
                    </a:cubicBezTo>
                    <a:cubicBezTo>
                      <a:pt x="2476" y="555"/>
                      <a:pt x="1921" y="1"/>
                      <a:pt x="12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8"/>
              <p:cNvSpPr/>
              <p:nvPr/>
            </p:nvSpPr>
            <p:spPr>
              <a:xfrm flipH="1" rot="5400000">
                <a:off x="4941914" y="392872"/>
                <a:ext cx="56859" cy="56859"/>
              </a:xfrm>
              <a:custGeom>
                <a:rect b="b" l="l" r="r" t="t"/>
                <a:pathLst>
                  <a:path extrusionOk="0" h="1044" w="1044">
                    <a:moveTo>
                      <a:pt x="522" y="0"/>
                    </a:moveTo>
                    <a:cubicBezTo>
                      <a:pt x="233" y="0"/>
                      <a:pt x="0" y="234"/>
                      <a:pt x="0" y="522"/>
                    </a:cubicBezTo>
                    <a:cubicBezTo>
                      <a:pt x="0" y="809"/>
                      <a:pt x="235" y="1043"/>
                      <a:pt x="522" y="1043"/>
                    </a:cubicBezTo>
                    <a:cubicBezTo>
                      <a:pt x="809" y="1043"/>
                      <a:pt x="1043" y="809"/>
                      <a:pt x="1043" y="522"/>
                    </a:cubicBezTo>
                    <a:cubicBezTo>
                      <a:pt x="1043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 rot="5400000">
                <a:off x="6106748" y="126522"/>
                <a:ext cx="632146" cy="285928"/>
              </a:xfrm>
              <a:custGeom>
                <a:rect b="b" l="l" r="r" t="t"/>
                <a:pathLst>
                  <a:path extrusionOk="0" h="5250" w="11607">
                    <a:moveTo>
                      <a:pt x="7737" y="0"/>
                    </a:moveTo>
                    <a:cubicBezTo>
                      <a:pt x="7697" y="0"/>
                      <a:pt x="7658" y="16"/>
                      <a:pt x="7629" y="45"/>
                    </a:cubicBezTo>
                    <a:lnTo>
                      <a:pt x="6105" y="1569"/>
                    </a:lnTo>
                    <a:lnTo>
                      <a:pt x="3503" y="1569"/>
                    </a:lnTo>
                    <a:cubicBezTo>
                      <a:pt x="3462" y="1569"/>
                      <a:pt x="3422" y="1584"/>
                      <a:pt x="3394" y="1614"/>
                    </a:cubicBezTo>
                    <a:lnTo>
                      <a:pt x="1980" y="3028"/>
                    </a:lnTo>
                    <a:cubicBezTo>
                      <a:pt x="1772" y="2871"/>
                      <a:pt x="1517" y="2775"/>
                      <a:pt x="1237" y="2775"/>
                    </a:cubicBezTo>
                    <a:cubicBezTo>
                      <a:pt x="553" y="2775"/>
                      <a:pt x="0" y="3328"/>
                      <a:pt x="0" y="4011"/>
                    </a:cubicBezTo>
                    <a:cubicBezTo>
                      <a:pt x="0" y="4695"/>
                      <a:pt x="553" y="5249"/>
                      <a:pt x="1237" y="5249"/>
                    </a:cubicBezTo>
                    <a:cubicBezTo>
                      <a:pt x="1920" y="5249"/>
                      <a:pt x="2474" y="4695"/>
                      <a:pt x="2474" y="4011"/>
                    </a:cubicBezTo>
                    <a:cubicBezTo>
                      <a:pt x="2474" y="3719"/>
                      <a:pt x="2369" y="3455"/>
                      <a:pt x="2199" y="3243"/>
                    </a:cubicBezTo>
                    <a:lnTo>
                      <a:pt x="3567" y="1876"/>
                    </a:lnTo>
                    <a:lnTo>
                      <a:pt x="6169" y="1876"/>
                    </a:lnTo>
                    <a:cubicBezTo>
                      <a:pt x="6209" y="1876"/>
                      <a:pt x="6248" y="1860"/>
                      <a:pt x="6277" y="1831"/>
                    </a:cubicBezTo>
                    <a:lnTo>
                      <a:pt x="7801" y="308"/>
                    </a:lnTo>
                    <a:lnTo>
                      <a:pt x="11453" y="308"/>
                    </a:lnTo>
                    <a:cubicBezTo>
                      <a:pt x="11538" y="308"/>
                      <a:pt x="11607" y="239"/>
                      <a:pt x="11607" y="154"/>
                    </a:cubicBezTo>
                    <a:cubicBezTo>
                      <a:pt x="11607" y="69"/>
                      <a:pt x="11538" y="0"/>
                      <a:pt x="114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 rot="5400000">
                <a:off x="6318906" y="489815"/>
                <a:ext cx="56750" cy="56750"/>
              </a:xfrm>
              <a:custGeom>
                <a:rect b="b" l="l" r="r" t="t"/>
                <a:pathLst>
                  <a:path extrusionOk="0" h="1042" w="1042">
                    <a:moveTo>
                      <a:pt x="522" y="0"/>
                    </a:moveTo>
                    <a:cubicBezTo>
                      <a:pt x="233" y="0"/>
                      <a:pt x="0" y="233"/>
                      <a:pt x="0" y="520"/>
                    </a:cubicBezTo>
                    <a:cubicBezTo>
                      <a:pt x="0" y="809"/>
                      <a:pt x="233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 rot="5400000">
                <a:off x="4306697" y="142881"/>
                <a:ext cx="85288" cy="85343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3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6" y="1567"/>
                      <a:pt x="1566" y="1216"/>
                      <a:pt x="1566" y="783"/>
                    </a:cubicBezTo>
                    <a:cubicBezTo>
                      <a:pt x="1566" y="351"/>
                      <a:pt x="1216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 rot="5400000">
                <a:off x="4224650" y="60833"/>
                <a:ext cx="249384" cy="249384"/>
              </a:xfrm>
              <a:custGeom>
                <a:rect b="b" l="l" r="r" t="t"/>
                <a:pathLst>
                  <a:path extrusionOk="0" h="4579" w="4579">
                    <a:moveTo>
                      <a:pt x="2289" y="154"/>
                    </a:moveTo>
                    <a:cubicBezTo>
                      <a:pt x="3466" y="154"/>
                      <a:pt x="4425" y="1111"/>
                      <a:pt x="4425" y="2289"/>
                    </a:cubicBezTo>
                    <a:cubicBezTo>
                      <a:pt x="4425" y="3468"/>
                      <a:pt x="3466" y="4425"/>
                      <a:pt x="2289" y="4425"/>
                    </a:cubicBezTo>
                    <a:cubicBezTo>
                      <a:pt x="1112" y="4425"/>
                      <a:pt x="154" y="3466"/>
                      <a:pt x="154" y="2289"/>
                    </a:cubicBezTo>
                    <a:cubicBezTo>
                      <a:pt x="154" y="1111"/>
                      <a:pt x="1112" y="154"/>
                      <a:pt x="2289" y="154"/>
                    </a:cubicBezTo>
                    <a:close/>
                    <a:moveTo>
                      <a:pt x="2289" y="0"/>
                    </a:moveTo>
                    <a:cubicBezTo>
                      <a:pt x="1026" y="0"/>
                      <a:pt x="0" y="1027"/>
                      <a:pt x="0" y="2289"/>
                    </a:cubicBezTo>
                    <a:cubicBezTo>
                      <a:pt x="0" y="3551"/>
                      <a:pt x="1026" y="4579"/>
                      <a:pt x="2289" y="4579"/>
                    </a:cubicBezTo>
                    <a:cubicBezTo>
                      <a:pt x="3552" y="4579"/>
                      <a:pt x="4579" y="3551"/>
                      <a:pt x="4579" y="2289"/>
                    </a:cubicBezTo>
                    <a:cubicBezTo>
                      <a:pt x="4579" y="1027"/>
                      <a:pt x="3552" y="0"/>
                      <a:pt x="22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 rot="5400000">
                <a:off x="4609156" y="238716"/>
                <a:ext cx="128967" cy="128967"/>
              </a:xfrm>
              <a:custGeom>
                <a:rect b="b" l="l" r="r" t="t"/>
                <a:pathLst>
                  <a:path extrusionOk="0" h="2368" w="2368">
                    <a:moveTo>
                      <a:pt x="1184" y="154"/>
                    </a:moveTo>
                    <a:cubicBezTo>
                      <a:pt x="1751" y="154"/>
                      <a:pt x="2214" y="616"/>
                      <a:pt x="2214" y="1184"/>
                    </a:cubicBezTo>
                    <a:cubicBezTo>
                      <a:pt x="2214" y="1751"/>
                      <a:pt x="1751" y="2213"/>
                      <a:pt x="1184" y="2213"/>
                    </a:cubicBezTo>
                    <a:cubicBezTo>
                      <a:pt x="617" y="2213"/>
                      <a:pt x="156" y="1751"/>
                      <a:pt x="156" y="1184"/>
                    </a:cubicBezTo>
                    <a:cubicBezTo>
                      <a:pt x="156" y="616"/>
                      <a:pt x="617" y="154"/>
                      <a:pt x="1184" y="154"/>
                    </a:cubicBezTo>
                    <a:close/>
                    <a:moveTo>
                      <a:pt x="1184" y="0"/>
                    </a:moveTo>
                    <a:cubicBezTo>
                      <a:pt x="531" y="0"/>
                      <a:pt x="1" y="531"/>
                      <a:pt x="1" y="1184"/>
                    </a:cubicBezTo>
                    <a:cubicBezTo>
                      <a:pt x="1" y="1836"/>
                      <a:pt x="531" y="2367"/>
                      <a:pt x="1184" y="2367"/>
                    </a:cubicBezTo>
                    <a:cubicBezTo>
                      <a:pt x="1837" y="2367"/>
                      <a:pt x="2367" y="1836"/>
                      <a:pt x="2367" y="1184"/>
                    </a:cubicBezTo>
                    <a:cubicBezTo>
                      <a:pt x="2367" y="531"/>
                      <a:pt x="1837" y="0"/>
                      <a:pt x="11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8"/>
              <p:cNvSpPr/>
              <p:nvPr/>
            </p:nvSpPr>
            <p:spPr>
              <a:xfrm flipH="1" rot="5400000">
                <a:off x="6660970" y="138777"/>
                <a:ext cx="535312" cy="164586"/>
              </a:xfrm>
              <a:custGeom>
                <a:rect b="b" l="l" r="r" t="t"/>
                <a:pathLst>
                  <a:path extrusionOk="0" h="3022" w="9829">
                    <a:moveTo>
                      <a:pt x="1238" y="1"/>
                    </a:moveTo>
                    <a:cubicBezTo>
                      <a:pt x="555" y="1"/>
                      <a:pt x="0" y="555"/>
                      <a:pt x="0" y="1239"/>
                    </a:cubicBezTo>
                    <a:cubicBezTo>
                      <a:pt x="0" y="1922"/>
                      <a:pt x="555" y="2475"/>
                      <a:pt x="1238" y="2475"/>
                    </a:cubicBezTo>
                    <a:cubicBezTo>
                      <a:pt x="1512" y="2475"/>
                      <a:pt x="1764" y="2383"/>
                      <a:pt x="1968" y="2232"/>
                    </a:cubicBezTo>
                    <a:lnTo>
                      <a:pt x="2713" y="2976"/>
                    </a:lnTo>
                    <a:cubicBezTo>
                      <a:pt x="2742" y="3005"/>
                      <a:pt x="2781" y="3021"/>
                      <a:pt x="2822" y="3021"/>
                    </a:cubicBezTo>
                    <a:lnTo>
                      <a:pt x="4763" y="3021"/>
                    </a:lnTo>
                    <a:cubicBezTo>
                      <a:pt x="4804" y="3021"/>
                      <a:pt x="4843" y="3005"/>
                      <a:pt x="4872" y="2976"/>
                    </a:cubicBezTo>
                    <a:lnTo>
                      <a:pt x="6539" y="1310"/>
                    </a:lnTo>
                    <a:lnTo>
                      <a:pt x="9675" y="1310"/>
                    </a:lnTo>
                    <a:cubicBezTo>
                      <a:pt x="9760" y="1310"/>
                      <a:pt x="9829" y="1241"/>
                      <a:pt x="9829" y="1156"/>
                    </a:cubicBezTo>
                    <a:cubicBezTo>
                      <a:pt x="9829" y="1071"/>
                      <a:pt x="9760" y="1002"/>
                      <a:pt x="9675" y="1002"/>
                    </a:cubicBezTo>
                    <a:lnTo>
                      <a:pt x="6475" y="1002"/>
                    </a:lnTo>
                    <a:cubicBezTo>
                      <a:pt x="6435" y="1002"/>
                      <a:pt x="6394" y="1019"/>
                      <a:pt x="6366" y="1047"/>
                    </a:cubicBezTo>
                    <a:lnTo>
                      <a:pt x="4700" y="2714"/>
                    </a:lnTo>
                    <a:lnTo>
                      <a:pt x="2885" y="2714"/>
                    </a:lnTo>
                    <a:lnTo>
                      <a:pt x="2191" y="2019"/>
                    </a:lnTo>
                    <a:cubicBezTo>
                      <a:pt x="2366" y="1805"/>
                      <a:pt x="2476" y="1535"/>
                      <a:pt x="2476" y="1239"/>
                    </a:cubicBezTo>
                    <a:cubicBezTo>
                      <a:pt x="2476" y="555"/>
                      <a:pt x="1921" y="1"/>
                      <a:pt x="12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8"/>
              <p:cNvSpPr/>
              <p:nvPr/>
            </p:nvSpPr>
            <p:spPr>
              <a:xfrm flipH="1" rot="5400000">
                <a:off x="6915010" y="392872"/>
                <a:ext cx="56859" cy="56859"/>
              </a:xfrm>
              <a:custGeom>
                <a:rect b="b" l="l" r="r" t="t"/>
                <a:pathLst>
                  <a:path extrusionOk="0" h="1044" w="1044">
                    <a:moveTo>
                      <a:pt x="522" y="0"/>
                    </a:moveTo>
                    <a:cubicBezTo>
                      <a:pt x="233" y="0"/>
                      <a:pt x="0" y="234"/>
                      <a:pt x="0" y="522"/>
                    </a:cubicBezTo>
                    <a:cubicBezTo>
                      <a:pt x="0" y="809"/>
                      <a:pt x="235" y="1043"/>
                      <a:pt x="522" y="1043"/>
                    </a:cubicBezTo>
                    <a:cubicBezTo>
                      <a:pt x="809" y="1043"/>
                      <a:pt x="1043" y="809"/>
                      <a:pt x="1043" y="522"/>
                    </a:cubicBezTo>
                    <a:cubicBezTo>
                      <a:pt x="1043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 flipH="1" rot="5400000">
                <a:off x="7826899" y="126522"/>
                <a:ext cx="632146" cy="285928"/>
              </a:xfrm>
              <a:custGeom>
                <a:rect b="b" l="l" r="r" t="t"/>
                <a:pathLst>
                  <a:path extrusionOk="0" h="5250" w="11607">
                    <a:moveTo>
                      <a:pt x="7737" y="0"/>
                    </a:moveTo>
                    <a:cubicBezTo>
                      <a:pt x="7697" y="0"/>
                      <a:pt x="7658" y="16"/>
                      <a:pt x="7629" y="45"/>
                    </a:cubicBezTo>
                    <a:lnTo>
                      <a:pt x="6105" y="1569"/>
                    </a:lnTo>
                    <a:lnTo>
                      <a:pt x="3503" y="1569"/>
                    </a:lnTo>
                    <a:cubicBezTo>
                      <a:pt x="3462" y="1569"/>
                      <a:pt x="3422" y="1584"/>
                      <a:pt x="3394" y="1614"/>
                    </a:cubicBezTo>
                    <a:lnTo>
                      <a:pt x="1980" y="3028"/>
                    </a:lnTo>
                    <a:cubicBezTo>
                      <a:pt x="1772" y="2871"/>
                      <a:pt x="1517" y="2775"/>
                      <a:pt x="1237" y="2775"/>
                    </a:cubicBezTo>
                    <a:cubicBezTo>
                      <a:pt x="553" y="2775"/>
                      <a:pt x="0" y="3328"/>
                      <a:pt x="0" y="4011"/>
                    </a:cubicBezTo>
                    <a:cubicBezTo>
                      <a:pt x="0" y="4695"/>
                      <a:pt x="553" y="5249"/>
                      <a:pt x="1237" y="5249"/>
                    </a:cubicBezTo>
                    <a:cubicBezTo>
                      <a:pt x="1920" y="5249"/>
                      <a:pt x="2474" y="4695"/>
                      <a:pt x="2474" y="4011"/>
                    </a:cubicBezTo>
                    <a:cubicBezTo>
                      <a:pt x="2474" y="3719"/>
                      <a:pt x="2369" y="3455"/>
                      <a:pt x="2199" y="3243"/>
                    </a:cubicBezTo>
                    <a:lnTo>
                      <a:pt x="3567" y="1876"/>
                    </a:lnTo>
                    <a:lnTo>
                      <a:pt x="6169" y="1876"/>
                    </a:lnTo>
                    <a:cubicBezTo>
                      <a:pt x="6209" y="1876"/>
                      <a:pt x="6248" y="1860"/>
                      <a:pt x="6277" y="1831"/>
                    </a:cubicBezTo>
                    <a:lnTo>
                      <a:pt x="7801" y="308"/>
                    </a:lnTo>
                    <a:lnTo>
                      <a:pt x="11453" y="308"/>
                    </a:lnTo>
                    <a:cubicBezTo>
                      <a:pt x="11538" y="308"/>
                      <a:pt x="11607" y="239"/>
                      <a:pt x="11607" y="154"/>
                    </a:cubicBezTo>
                    <a:cubicBezTo>
                      <a:pt x="11607" y="69"/>
                      <a:pt x="11538" y="0"/>
                      <a:pt x="114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 flipH="1" rot="5400000">
                <a:off x="8039057" y="489815"/>
                <a:ext cx="56750" cy="56750"/>
              </a:xfrm>
              <a:custGeom>
                <a:rect b="b" l="l" r="r" t="t"/>
                <a:pathLst>
                  <a:path extrusionOk="0" h="1042" w="1042">
                    <a:moveTo>
                      <a:pt x="522" y="0"/>
                    </a:moveTo>
                    <a:cubicBezTo>
                      <a:pt x="233" y="0"/>
                      <a:pt x="0" y="233"/>
                      <a:pt x="0" y="520"/>
                    </a:cubicBezTo>
                    <a:cubicBezTo>
                      <a:pt x="0" y="809"/>
                      <a:pt x="233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 flipH="1" rot="5400000">
                <a:off x="8595264" y="444368"/>
                <a:ext cx="128967" cy="128967"/>
              </a:xfrm>
              <a:custGeom>
                <a:rect b="b" l="l" r="r" t="t"/>
                <a:pathLst>
                  <a:path extrusionOk="0" h="2368" w="2368">
                    <a:moveTo>
                      <a:pt x="1184" y="154"/>
                    </a:moveTo>
                    <a:cubicBezTo>
                      <a:pt x="1751" y="154"/>
                      <a:pt x="2214" y="617"/>
                      <a:pt x="2214" y="1184"/>
                    </a:cubicBezTo>
                    <a:cubicBezTo>
                      <a:pt x="2214" y="1751"/>
                      <a:pt x="1751" y="2212"/>
                      <a:pt x="1184" y="2212"/>
                    </a:cubicBezTo>
                    <a:cubicBezTo>
                      <a:pt x="616" y="2212"/>
                      <a:pt x="155" y="1751"/>
                      <a:pt x="155" y="1184"/>
                    </a:cubicBezTo>
                    <a:cubicBezTo>
                      <a:pt x="155" y="617"/>
                      <a:pt x="616" y="154"/>
                      <a:pt x="1184" y="154"/>
                    </a:cubicBezTo>
                    <a:close/>
                    <a:moveTo>
                      <a:pt x="1184" y="1"/>
                    </a:moveTo>
                    <a:cubicBezTo>
                      <a:pt x="531" y="1"/>
                      <a:pt x="0" y="531"/>
                      <a:pt x="0" y="1184"/>
                    </a:cubicBezTo>
                    <a:cubicBezTo>
                      <a:pt x="0" y="1837"/>
                      <a:pt x="531" y="2367"/>
                      <a:pt x="1184" y="2367"/>
                    </a:cubicBezTo>
                    <a:cubicBezTo>
                      <a:pt x="1836" y="2367"/>
                      <a:pt x="2367" y="1837"/>
                      <a:pt x="2367" y="1184"/>
                    </a:cubicBezTo>
                    <a:cubicBezTo>
                      <a:pt x="2367" y="531"/>
                      <a:pt x="1836" y="1"/>
                      <a:pt x="11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5" name="Google Shape;405;p8"/>
            <p:cNvGrpSpPr/>
            <p:nvPr/>
          </p:nvGrpSpPr>
          <p:grpSpPr>
            <a:xfrm flipH="1">
              <a:off x="8120705" y="3878198"/>
              <a:ext cx="947059" cy="1331003"/>
              <a:chOff x="5463078" y="3878198"/>
              <a:chExt cx="947059" cy="1331003"/>
            </a:xfrm>
          </p:grpSpPr>
          <p:sp>
            <p:nvSpPr>
              <p:cNvPr id="406" name="Google Shape;406;p8"/>
              <p:cNvSpPr/>
              <p:nvPr/>
            </p:nvSpPr>
            <p:spPr>
              <a:xfrm>
                <a:off x="5737830" y="4152868"/>
                <a:ext cx="188422" cy="1056333"/>
              </a:xfrm>
              <a:custGeom>
                <a:rect b="b" l="l" r="r" t="t"/>
                <a:pathLst>
                  <a:path extrusionOk="0" h="20429" w="3644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>
                <a:off x="5835302" y="4189944"/>
                <a:ext cx="53931" cy="53931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>
                <a:off x="5925793" y="4025353"/>
                <a:ext cx="484344" cy="1183792"/>
              </a:xfrm>
              <a:custGeom>
                <a:rect b="b" l="l" r="r" t="t"/>
                <a:pathLst>
                  <a:path extrusionOk="0" h="22894" w="9367">
                    <a:moveTo>
                      <a:pt x="1897" y="1"/>
                    </a:moveTo>
                    <a:cubicBezTo>
                      <a:pt x="1214" y="1"/>
                      <a:pt x="661" y="555"/>
                      <a:pt x="661" y="1238"/>
                    </a:cubicBezTo>
                    <a:cubicBezTo>
                      <a:pt x="661" y="1847"/>
                      <a:pt x="1103" y="2352"/>
                      <a:pt x="1683" y="2454"/>
                    </a:cubicBezTo>
                    <a:lnTo>
                      <a:pt x="1683" y="8153"/>
                    </a:lnTo>
                    <a:lnTo>
                      <a:pt x="46" y="9790"/>
                    </a:lnTo>
                    <a:cubicBezTo>
                      <a:pt x="17" y="9819"/>
                      <a:pt x="1" y="9858"/>
                      <a:pt x="1" y="9899"/>
                    </a:cubicBezTo>
                    <a:lnTo>
                      <a:pt x="1" y="13697"/>
                    </a:lnTo>
                    <a:cubicBezTo>
                      <a:pt x="1" y="13738"/>
                      <a:pt x="17" y="13778"/>
                      <a:pt x="46" y="13806"/>
                    </a:cubicBezTo>
                    <a:lnTo>
                      <a:pt x="9090" y="22849"/>
                    </a:lnTo>
                    <a:cubicBezTo>
                      <a:pt x="9119" y="22879"/>
                      <a:pt x="9158" y="22894"/>
                      <a:pt x="9198" y="22894"/>
                    </a:cubicBezTo>
                    <a:cubicBezTo>
                      <a:pt x="9237" y="22894"/>
                      <a:pt x="9276" y="22879"/>
                      <a:pt x="9307" y="22849"/>
                    </a:cubicBezTo>
                    <a:cubicBezTo>
                      <a:pt x="9366" y="22790"/>
                      <a:pt x="9366" y="22692"/>
                      <a:pt x="9307" y="22631"/>
                    </a:cubicBezTo>
                    <a:lnTo>
                      <a:pt x="308" y="13634"/>
                    </a:lnTo>
                    <a:lnTo>
                      <a:pt x="308" y="9963"/>
                    </a:lnTo>
                    <a:lnTo>
                      <a:pt x="1946" y="8326"/>
                    </a:lnTo>
                    <a:cubicBezTo>
                      <a:pt x="1974" y="8297"/>
                      <a:pt x="1991" y="8258"/>
                      <a:pt x="1991" y="8217"/>
                    </a:cubicBezTo>
                    <a:lnTo>
                      <a:pt x="1991" y="2466"/>
                    </a:lnTo>
                    <a:cubicBezTo>
                      <a:pt x="2629" y="2417"/>
                      <a:pt x="3135" y="1890"/>
                      <a:pt x="3135" y="1238"/>
                    </a:cubicBezTo>
                    <a:cubicBezTo>
                      <a:pt x="3135" y="555"/>
                      <a:pt x="2580" y="1"/>
                      <a:pt x="18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5996893" y="4062429"/>
                <a:ext cx="53983" cy="53879"/>
              </a:xfrm>
              <a:custGeom>
                <a:rect b="b" l="l" r="r" t="t"/>
                <a:pathLst>
                  <a:path extrusionOk="0" h="1042" w="1044">
                    <a:moveTo>
                      <a:pt x="522" y="0"/>
                    </a:moveTo>
                    <a:cubicBezTo>
                      <a:pt x="235" y="0"/>
                      <a:pt x="1" y="233"/>
                      <a:pt x="1" y="521"/>
                    </a:cubicBezTo>
                    <a:cubicBezTo>
                      <a:pt x="1" y="809"/>
                      <a:pt x="235" y="1042"/>
                      <a:pt x="522" y="1042"/>
                    </a:cubicBezTo>
                    <a:cubicBezTo>
                      <a:pt x="811" y="1042"/>
                      <a:pt x="1043" y="809"/>
                      <a:pt x="1043" y="521"/>
                    </a:cubicBezTo>
                    <a:cubicBezTo>
                      <a:pt x="1043" y="233"/>
                      <a:pt x="81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5576031" y="4457126"/>
                <a:ext cx="138369" cy="752034"/>
              </a:xfrm>
              <a:custGeom>
                <a:rect b="b" l="l" r="r" t="t"/>
                <a:pathLst>
                  <a:path extrusionOk="0" h="14544" w="2676">
                    <a:moveTo>
                      <a:pt x="1438" y="0"/>
                    </a:moveTo>
                    <a:cubicBezTo>
                      <a:pt x="755" y="0"/>
                      <a:pt x="200" y="555"/>
                      <a:pt x="200" y="1238"/>
                    </a:cubicBezTo>
                    <a:cubicBezTo>
                      <a:pt x="200" y="1525"/>
                      <a:pt x="302" y="1786"/>
                      <a:pt x="466" y="1996"/>
                    </a:cubicBezTo>
                    <a:lnTo>
                      <a:pt x="45" y="2417"/>
                    </a:lnTo>
                    <a:cubicBezTo>
                      <a:pt x="17" y="2445"/>
                      <a:pt x="1" y="2484"/>
                      <a:pt x="1" y="2526"/>
                    </a:cubicBezTo>
                    <a:lnTo>
                      <a:pt x="1" y="8856"/>
                    </a:lnTo>
                    <a:cubicBezTo>
                      <a:pt x="1" y="8896"/>
                      <a:pt x="17" y="8935"/>
                      <a:pt x="45" y="8965"/>
                    </a:cubicBezTo>
                    <a:lnTo>
                      <a:pt x="1990" y="10908"/>
                    </a:lnTo>
                    <a:lnTo>
                      <a:pt x="1990" y="14390"/>
                    </a:lnTo>
                    <a:cubicBezTo>
                      <a:pt x="1990" y="14475"/>
                      <a:pt x="2059" y="14544"/>
                      <a:pt x="2144" y="14544"/>
                    </a:cubicBezTo>
                    <a:cubicBezTo>
                      <a:pt x="2229" y="14544"/>
                      <a:pt x="2297" y="14475"/>
                      <a:pt x="2297" y="14390"/>
                    </a:cubicBezTo>
                    <a:lnTo>
                      <a:pt x="2297" y="10846"/>
                    </a:lnTo>
                    <a:cubicBezTo>
                      <a:pt x="2297" y="10804"/>
                      <a:pt x="2281" y="10765"/>
                      <a:pt x="2253" y="10737"/>
                    </a:cubicBezTo>
                    <a:lnTo>
                      <a:pt x="308" y="8792"/>
                    </a:lnTo>
                    <a:lnTo>
                      <a:pt x="308" y="2589"/>
                    </a:lnTo>
                    <a:lnTo>
                      <a:pt x="684" y="2213"/>
                    </a:lnTo>
                    <a:lnTo>
                      <a:pt x="685" y="2213"/>
                    </a:lnTo>
                    <a:cubicBezTo>
                      <a:pt x="894" y="2375"/>
                      <a:pt x="1153" y="2475"/>
                      <a:pt x="1438" y="2475"/>
                    </a:cubicBezTo>
                    <a:cubicBezTo>
                      <a:pt x="2121" y="2475"/>
                      <a:pt x="2676" y="1921"/>
                      <a:pt x="2676" y="1238"/>
                    </a:cubicBezTo>
                    <a:cubicBezTo>
                      <a:pt x="2676" y="555"/>
                      <a:pt x="2121" y="0"/>
                      <a:pt x="1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5623397" y="4494150"/>
                <a:ext cx="53983" cy="53983"/>
              </a:xfrm>
              <a:custGeom>
                <a:rect b="b" l="l" r="r" t="t"/>
                <a:pathLst>
                  <a:path extrusionOk="0" h="1044" w="1044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09"/>
                      <a:pt x="235" y="1044"/>
                      <a:pt x="522" y="1044"/>
                    </a:cubicBezTo>
                    <a:cubicBezTo>
                      <a:pt x="809" y="1044"/>
                      <a:pt x="1043" y="809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5893320" y="4690956"/>
                <a:ext cx="80974" cy="81026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5815394" y="4613081"/>
                <a:ext cx="236820" cy="236769"/>
              </a:xfrm>
              <a:custGeom>
                <a:rect b="b" l="l" r="r" t="t"/>
                <a:pathLst>
                  <a:path extrusionOk="0" h="4579" w="458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14" name="Google Shape;414;p8"/>
              <p:cNvGrpSpPr/>
              <p:nvPr/>
            </p:nvGrpSpPr>
            <p:grpSpPr>
              <a:xfrm>
                <a:off x="5463078" y="3878198"/>
                <a:ext cx="274737" cy="274677"/>
                <a:chOff x="1111176" y="-150810"/>
                <a:chExt cx="231748" cy="231697"/>
              </a:xfrm>
            </p:grpSpPr>
            <p:sp>
              <p:nvSpPr>
                <p:cNvPr id="415" name="Google Shape;415;p8"/>
                <p:cNvSpPr/>
                <p:nvPr/>
              </p:nvSpPr>
              <p:spPr>
                <a:xfrm rot="-5400000">
                  <a:off x="1187406" y="-74582"/>
                  <a:ext cx="79240" cy="79290"/>
                </a:xfrm>
                <a:custGeom>
                  <a:rect b="b" l="l" r="r" t="t"/>
                  <a:pathLst>
                    <a:path extrusionOk="0" h="1567" w="1566">
                      <a:moveTo>
                        <a:pt x="783" y="1"/>
                      </a:moveTo>
                      <a:cubicBezTo>
                        <a:pt x="350" y="1"/>
                        <a:pt x="0" y="352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6" y="1567"/>
                        <a:pt x="1565" y="1216"/>
                        <a:pt x="1565" y="784"/>
                      </a:cubicBezTo>
                      <a:cubicBezTo>
                        <a:pt x="1565" y="352"/>
                        <a:pt x="1216" y="1"/>
                        <a:pt x="7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" name="Google Shape;416;p8"/>
                <p:cNvSpPr/>
                <p:nvPr/>
              </p:nvSpPr>
              <p:spPr>
                <a:xfrm rot="-5400000">
                  <a:off x="1111201" y="-150836"/>
                  <a:ext cx="231697" cy="231748"/>
                </a:xfrm>
                <a:custGeom>
                  <a:rect b="b" l="l" r="r" t="t"/>
                  <a:pathLst>
                    <a:path extrusionOk="0" h="4580" w="4579">
                      <a:moveTo>
                        <a:pt x="2289" y="154"/>
                      </a:moveTo>
                      <a:cubicBezTo>
                        <a:pt x="3466" y="154"/>
                        <a:pt x="4425" y="1112"/>
                        <a:pt x="4425" y="2290"/>
                      </a:cubicBezTo>
                      <a:cubicBezTo>
                        <a:pt x="4425" y="3468"/>
                        <a:pt x="3466" y="4425"/>
                        <a:pt x="2289" y="4425"/>
                      </a:cubicBezTo>
                      <a:cubicBezTo>
                        <a:pt x="1111" y="4425"/>
                        <a:pt x="154" y="3468"/>
                        <a:pt x="154" y="2290"/>
                      </a:cubicBezTo>
                      <a:cubicBezTo>
                        <a:pt x="154" y="1113"/>
                        <a:pt x="1111" y="154"/>
                        <a:pt x="2289" y="154"/>
                      </a:cubicBezTo>
                      <a:close/>
                      <a:moveTo>
                        <a:pt x="2289" y="0"/>
                      </a:moveTo>
                      <a:cubicBezTo>
                        <a:pt x="1026" y="0"/>
                        <a:pt x="0" y="1028"/>
                        <a:pt x="0" y="2290"/>
                      </a:cubicBezTo>
                      <a:cubicBezTo>
                        <a:pt x="0" y="3552"/>
                        <a:pt x="1026" y="4579"/>
                        <a:pt x="2289" y="4579"/>
                      </a:cubicBezTo>
                      <a:cubicBezTo>
                        <a:pt x="3551" y="4579"/>
                        <a:pt x="4579" y="3552"/>
                        <a:pt x="4579" y="2290"/>
                      </a:cubicBezTo>
                      <a:cubicBezTo>
                        <a:pt x="4579" y="1028"/>
                        <a:pt x="3551" y="0"/>
                        <a:pt x="22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17" name="Google Shape;417;p8"/>
            <p:cNvGrpSpPr/>
            <p:nvPr/>
          </p:nvGrpSpPr>
          <p:grpSpPr>
            <a:xfrm>
              <a:off x="106959" y="3375371"/>
              <a:ext cx="2388523" cy="1855644"/>
              <a:chOff x="106959" y="3375371"/>
              <a:chExt cx="2388523" cy="1855644"/>
            </a:xfrm>
          </p:grpSpPr>
          <p:sp>
            <p:nvSpPr>
              <p:cNvPr id="418" name="Google Shape;418;p8"/>
              <p:cNvSpPr/>
              <p:nvPr/>
            </p:nvSpPr>
            <p:spPr>
              <a:xfrm flipH="1" rot="-5400000">
                <a:off x="380773" y="3910916"/>
                <a:ext cx="1283316" cy="1274823"/>
              </a:xfrm>
              <a:custGeom>
                <a:rect b="b" l="l" r="r" t="t"/>
                <a:pathLst>
                  <a:path extrusionOk="0" h="30469" w="30672">
                    <a:moveTo>
                      <a:pt x="217" y="1"/>
                    </a:moveTo>
                    <a:cubicBezTo>
                      <a:pt x="167" y="1"/>
                      <a:pt x="116" y="20"/>
                      <a:pt x="78" y="59"/>
                    </a:cubicBezTo>
                    <a:cubicBezTo>
                      <a:pt x="1" y="136"/>
                      <a:pt x="1" y="261"/>
                      <a:pt x="78" y="340"/>
                    </a:cubicBezTo>
                    <a:lnTo>
                      <a:pt x="4122" y="4384"/>
                    </a:lnTo>
                    <a:cubicBezTo>
                      <a:pt x="4159" y="4420"/>
                      <a:pt x="4209" y="4442"/>
                      <a:pt x="4261" y="4442"/>
                    </a:cubicBezTo>
                    <a:lnTo>
                      <a:pt x="11938" y="4442"/>
                    </a:lnTo>
                    <a:lnTo>
                      <a:pt x="18041" y="10543"/>
                    </a:lnTo>
                    <a:lnTo>
                      <a:pt x="18041" y="18056"/>
                    </a:lnTo>
                    <a:cubicBezTo>
                      <a:pt x="18041" y="18109"/>
                      <a:pt x="18062" y="18159"/>
                      <a:pt x="18099" y="18195"/>
                    </a:cubicBezTo>
                    <a:lnTo>
                      <a:pt x="30314" y="30411"/>
                    </a:lnTo>
                    <a:cubicBezTo>
                      <a:pt x="30353" y="30450"/>
                      <a:pt x="30403" y="30469"/>
                      <a:pt x="30454" y="30469"/>
                    </a:cubicBezTo>
                    <a:cubicBezTo>
                      <a:pt x="30505" y="30469"/>
                      <a:pt x="30555" y="30449"/>
                      <a:pt x="30593" y="30411"/>
                    </a:cubicBezTo>
                    <a:cubicBezTo>
                      <a:pt x="30671" y="30333"/>
                      <a:pt x="30671" y="30207"/>
                      <a:pt x="30593" y="30130"/>
                    </a:cubicBezTo>
                    <a:lnTo>
                      <a:pt x="18437" y="17974"/>
                    </a:lnTo>
                    <a:lnTo>
                      <a:pt x="18437" y="10461"/>
                    </a:lnTo>
                    <a:cubicBezTo>
                      <a:pt x="18437" y="10408"/>
                      <a:pt x="18416" y="10359"/>
                      <a:pt x="18379" y="10322"/>
                    </a:cubicBezTo>
                    <a:lnTo>
                      <a:pt x="12161" y="4104"/>
                    </a:lnTo>
                    <a:cubicBezTo>
                      <a:pt x="12124" y="4066"/>
                      <a:pt x="12073" y="4046"/>
                      <a:pt x="12021" y="4046"/>
                    </a:cubicBezTo>
                    <a:lnTo>
                      <a:pt x="4344" y="4046"/>
                    </a:lnTo>
                    <a:lnTo>
                      <a:pt x="358" y="59"/>
                    </a:lnTo>
                    <a:cubicBezTo>
                      <a:pt x="319" y="20"/>
                      <a:pt x="268" y="1"/>
                      <a:pt x="2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8"/>
              <p:cNvSpPr/>
              <p:nvPr/>
            </p:nvSpPr>
            <p:spPr>
              <a:xfrm flipH="1" rot="-5400000">
                <a:off x="414815" y="4316978"/>
                <a:ext cx="691029" cy="1137044"/>
              </a:xfrm>
              <a:custGeom>
                <a:rect b="b" l="l" r="r" t="t"/>
                <a:pathLst>
                  <a:path extrusionOk="0" h="27176" w="16516">
                    <a:moveTo>
                      <a:pt x="199" y="1"/>
                    </a:moveTo>
                    <a:cubicBezTo>
                      <a:pt x="89" y="1"/>
                      <a:pt x="0" y="89"/>
                      <a:pt x="0" y="198"/>
                    </a:cubicBezTo>
                    <a:lnTo>
                      <a:pt x="0" y="3234"/>
                    </a:lnTo>
                    <a:cubicBezTo>
                      <a:pt x="0" y="3287"/>
                      <a:pt x="22" y="3337"/>
                      <a:pt x="58" y="3375"/>
                    </a:cubicBezTo>
                    <a:lnTo>
                      <a:pt x="8117" y="11432"/>
                    </a:lnTo>
                    <a:lnTo>
                      <a:pt x="8117" y="18999"/>
                    </a:lnTo>
                    <a:cubicBezTo>
                      <a:pt x="8117" y="20426"/>
                      <a:pt x="15344" y="26448"/>
                      <a:pt x="16168" y="27129"/>
                    </a:cubicBezTo>
                    <a:cubicBezTo>
                      <a:pt x="16205" y="27160"/>
                      <a:pt x="16249" y="27175"/>
                      <a:pt x="16293" y="27175"/>
                    </a:cubicBezTo>
                    <a:cubicBezTo>
                      <a:pt x="16350" y="27175"/>
                      <a:pt x="16407" y="27151"/>
                      <a:pt x="16446" y="27103"/>
                    </a:cubicBezTo>
                    <a:cubicBezTo>
                      <a:pt x="16515" y="27019"/>
                      <a:pt x="16504" y="26895"/>
                      <a:pt x="16420" y="26826"/>
                    </a:cubicBezTo>
                    <a:cubicBezTo>
                      <a:pt x="13363" y="24296"/>
                      <a:pt x="8513" y="19933"/>
                      <a:pt x="8513" y="18999"/>
                    </a:cubicBezTo>
                    <a:lnTo>
                      <a:pt x="8513" y="11351"/>
                    </a:lnTo>
                    <a:cubicBezTo>
                      <a:pt x="8513" y="11298"/>
                      <a:pt x="8492" y="11248"/>
                      <a:pt x="8455" y="11210"/>
                    </a:cubicBezTo>
                    <a:lnTo>
                      <a:pt x="396" y="3152"/>
                    </a:lnTo>
                    <a:lnTo>
                      <a:pt x="396" y="198"/>
                    </a:lnTo>
                    <a:cubicBezTo>
                      <a:pt x="396" y="89"/>
                      <a:pt x="308" y="1"/>
                      <a:pt x="1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8"/>
              <p:cNvSpPr/>
              <p:nvPr/>
            </p:nvSpPr>
            <p:spPr>
              <a:xfrm flipH="1" rot="-5400000">
                <a:off x="625092" y="4842774"/>
                <a:ext cx="84391" cy="84391"/>
              </a:xfrm>
              <a:custGeom>
                <a:rect b="b" l="l" r="r" t="t"/>
                <a:pathLst>
                  <a:path extrusionOk="0" h="2017" w="2017">
                    <a:moveTo>
                      <a:pt x="1009" y="1"/>
                    </a:moveTo>
                    <a:cubicBezTo>
                      <a:pt x="452" y="1"/>
                      <a:pt x="1" y="452"/>
                      <a:pt x="1" y="1009"/>
                    </a:cubicBezTo>
                    <a:cubicBezTo>
                      <a:pt x="1" y="1566"/>
                      <a:pt x="452" y="2016"/>
                      <a:pt x="1009" y="2016"/>
                    </a:cubicBezTo>
                    <a:cubicBezTo>
                      <a:pt x="1566" y="2016"/>
                      <a:pt x="2016" y="1566"/>
                      <a:pt x="2016" y="1009"/>
                    </a:cubicBezTo>
                    <a:cubicBezTo>
                      <a:pt x="2016" y="452"/>
                      <a:pt x="1566" y="1"/>
                      <a:pt x="1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 flipH="1" rot="-5400000">
                <a:off x="543966" y="4761648"/>
                <a:ext cx="246689" cy="246689"/>
              </a:xfrm>
              <a:custGeom>
                <a:rect b="b" l="l" r="r" t="t"/>
                <a:pathLst>
                  <a:path extrusionOk="0" h="5896" w="5896">
                    <a:moveTo>
                      <a:pt x="2948" y="198"/>
                    </a:moveTo>
                    <a:cubicBezTo>
                      <a:pt x="4464" y="198"/>
                      <a:pt x="5697" y="1431"/>
                      <a:pt x="5697" y="2948"/>
                    </a:cubicBezTo>
                    <a:cubicBezTo>
                      <a:pt x="5697" y="4463"/>
                      <a:pt x="4464" y="5697"/>
                      <a:pt x="2948" y="5697"/>
                    </a:cubicBezTo>
                    <a:cubicBezTo>
                      <a:pt x="1433" y="5697"/>
                      <a:pt x="200" y="4463"/>
                      <a:pt x="200" y="2948"/>
                    </a:cubicBezTo>
                    <a:cubicBezTo>
                      <a:pt x="200" y="1432"/>
                      <a:pt x="1433" y="198"/>
                      <a:pt x="2948" y="198"/>
                    </a:cubicBezTo>
                    <a:close/>
                    <a:moveTo>
                      <a:pt x="2948" y="1"/>
                    </a:moveTo>
                    <a:cubicBezTo>
                      <a:pt x="1324" y="1"/>
                      <a:pt x="1" y="1322"/>
                      <a:pt x="1" y="2948"/>
                    </a:cubicBezTo>
                    <a:cubicBezTo>
                      <a:pt x="1" y="4572"/>
                      <a:pt x="1324" y="5895"/>
                      <a:pt x="2948" y="5895"/>
                    </a:cubicBezTo>
                    <a:cubicBezTo>
                      <a:pt x="4574" y="5895"/>
                      <a:pt x="5895" y="4572"/>
                      <a:pt x="5895" y="2948"/>
                    </a:cubicBezTo>
                    <a:cubicBezTo>
                      <a:pt x="5895" y="1322"/>
                      <a:pt x="4574" y="1"/>
                      <a:pt x="2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 flipH="1" rot="-5400000">
                <a:off x="311195" y="3830418"/>
                <a:ext cx="133344" cy="133302"/>
              </a:xfrm>
              <a:custGeom>
                <a:rect b="b" l="l" r="r" t="t"/>
                <a:pathLst>
                  <a:path extrusionOk="0" h="3186" w="3187">
                    <a:moveTo>
                      <a:pt x="1593" y="0"/>
                    </a:moveTo>
                    <a:cubicBezTo>
                      <a:pt x="714" y="0"/>
                      <a:pt x="1" y="713"/>
                      <a:pt x="1" y="1593"/>
                    </a:cubicBezTo>
                    <a:cubicBezTo>
                      <a:pt x="1" y="2472"/>
                      <a:pt x="714" y="3185"/>
                      <a:pt x="1593" y="3185"/>
                    </a:cubicBezTo>
                    <a:cubicBezTo>
                      <a:pt x="2473" y="3185"/>
                      <a:pt x="3187" y="2472"/>
                      <a:pt x="3187" y="1593"/>
                    </a:cubicBezTo>
                    <a:cubicBezTo>
                      <a:pt x="3187" y="713"/>
                      <a:pt x="2473" y="0"/>
                      <a:pt x="15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 flipH="1" rot="-5400000">
                <a:off x="349771" y="3868993"/>
                <a:ext cx="56191" cy="56149"/>
              </a:xfrm>
              <a:custGeom>
                <a:rect b="b" l="l" r="r" t="t"/>
                <a:pathLst>
                  <a:path extrusionOk="0" h="1342" w="1343">
                    <a:moveTo>
                      <a:pt x="671" y="1"/>
                    </a:moveTo>
                    <a:cubicBezTo>
                      <a:pt x="301" y="1"/>
                      <a:pt x="1" y="301"/>
                      <a:pt x="1" y="671"/>
                    </a:cubicBezTo>
                    <a:cubicBezTo>
                      <a:pt x="1" y="1041"/>
                      <a:pt x="301" y="1341"/>
                      <a:pt x="671" y="1341"/>
                    </a:cubicBezTo>
                    <a:cubicBezTo>
                      <a:pt x="1042" y="1341"/>
                      <a:pt x="1343" y="1041"/>
                      <a:pt x="1343" y="671"/>
                    </a:cubicBezTo>
                    <a:cubicBezTo>
                      <a:pt x="1343" y="301"/>
                      <a:pt x="1042" y="1"/>
                      <a:pt x="6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8"/>
              <p:cNvSpPr/>
              <p:nvPr/>
            </p:nvSpPr>
            <p:spPr>
              <a:xfrm flipH="1" rot="-5400000">
                <a:off x="106959" y="4481662"/>
                <a:ext cx="133302" cy="133302"/>
              </a:xfrm>
              <a:custGeom>
                <a:rect b="b" l="l" r="r" t="t"/>
                <a:pathLst>
                  <a:path extrusionOk="0" h="3186" w="3186">
                    <a:moveTo>
                      <a:pt x="1593" y="0"/>
                    </a:moveTo>
                    <a:cubicBezTo>
                      <a:pt x="713" y="0"/>
                      <a:pt x="1" y="713"/>
                      <a:pt x="1" y="1592"/>
                    </a:cubicBezTo>
                    <a:cubicBezTo>
                      <a:pt x="1" y="2472"/>
                      <a:pt x="713" y="3186"/>
                      <a:pt x="1593" y="3186"/>
                    </a:cubicBezTo>
                    <a:cubicBezTo>
                      <a:pt x="2473" y="3186"/>
                      <a:pt x="3185" y="2472"/>
                      <a:pt x="3185" y="1592"/>
                    </a:cubicBezTo>
                    <a:cubicBezTo>
                      <a:pt x="3185" y="713"/>
                      <a:pt x="2473" y="0"/>
                      <a:pt x="15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8"/>
              <p:cNvSpPr/>
              <p:nvPr/>
            </p:nvSpPr>
            <p:spPr>
              <a:xfrm flipH="1" rot="-5400000">
                <a:off x="145534" y="4520237"/>
                <a:ext cx="56149" cy="56149"/>
              </a:xfrm>
              <a:custGeom>
                <a:rect b="b" l="l" r="r" t="t"/>
                <a:pathLst>
                  <a:path extrusionOk="0" h="1342" w="1342">
                    <a:moveTo>
                      <a:pt x="671" y="0"/>
                    </a:moveTo>
                    <a:cubicBezTo>
                      <a:pt x="301" y="0"/>
                      <a:pt x="1" y="300"/>
                      <a:pt x="1" y="670"/>
                    </a:cubicBezTo>
                    <a:cubicBezTo>
                      <a:pt x="1" y="1042"/>
                      <a:pt x="301" y="1342"/>
                      <a:pt x="671" y="1342"/>
                    </a:cubicBezTo>
                    <a:cubicBezTo>
                      <a:pt x="1041" y="1342"/>
                      <a:pt x="1341" y="1042"/>
                      <a:pt x="1341" y="670"/>
                    </a:cubicBezTo>
                    <a:cubicBezTo>
                      <a:pt x="1341" y="300"/>
                      <a:pt x="1041" y="0"/>
                      <a:pt x="6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8"/>
              <p:cNvSpPr/>
              <p:nvPr/>
            </p:nvSpPr>
            <p:spPr>
              <a:xfrm flipH="1" rot="-5400000">
                <a:off x="2329961" y="4788504"/>
                <a:ext cx="84391" cy="84391"/>
              </a:xfrm>
              <a:custGeom>
                <a:rect b="b" l="l" r="r" t="t"/>
                <a:pathLst>
                  <a:path extrusionOk="0" h="2017" w="2017">
                    <a:moveTo>
                      <a:pt x="1009" y="1"/>
                    </a:moveTo>
                    <a:cubicBezTo>
                      <a:pt x="453" y="1"/>
                      <a:pt x="1" y="452"/>
                      <a:pt x="1" y="1008"/>
                    </a:cubicBezTo>
                    <a:cubicBezTo>
                      <a:pt x="1" y="1565"/>
                      <a:pt x="453" y="2016"/>
                      <a:pt x="1009" y="2016"/>
                    </a:cubicBezTo>
                    <a:cubicBezTo>
                      <a:pt x="1566" y="2016"/>
                      <a:pt x="2017" y="1565"/>
                      <a:pt x="2017" y="1008"/>
                    </a:cubicBezTo>
                    <a:cubicBezTo>
                      <a:pt x="2017" y="452"/>
                      <a:pt x="1566" y="1"/>
                      <a:pt x="1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8"/>
              <p:cNvSpPr/>
              <p:nvPr/>
            </p:nvSpPr>
            <p:spPr>
              <a:xfrm flipH="1" rot="-5400000">
                <a:off x="2248814" y="4707400"/>
                <a:ext cx="246647" cy="246689"/>
              </a:xfrm>
              <a:custGeom>
                <a:rect b="b" l="l" r="r" t="t"/>
                <a:pathLst>
                  <a:path extrusionOk="0" h="5896" w="5895">
                    <a:moveTo>
                      <a:pt x="2947" y="199"/>
                    </a:moveTo>
                    <a:cubicBezTo>
                      <a:pt x="4463" y="199"/>
                      <a:pt x="5696" y="1432"/>
                      <a:pt x="5696" y="2948"/>
                    </a:cubicBezTo>
                    <a:cubicBezTo>
                      <a:pt x="5696" y="4465"/>
                      <a:pt x="4463" y="5698"/>
                      <a:pt x="2947" y="5698"/>
                    </a:cubicBezTo>
                    <a:cubicBezTo>
                      <a:pt x="1432" y="5698"/>
                      <a:pt x="199" y="4465"/>
                      <a:pt x="199" y="2948"/>
                    </a:cubicBezTo>
                    <a:cubicBezTo>
                      <a:pt x="199" y="1432"/>
                      <a:pt x="1432" y="199"/>
                      <a:pt x="2947" y="199"/>
                    </a:cubicBezTo>
                    <a:close/>
                    <a:moveTo>
                      <a:pt x="2947" y="1"/>
                    </a:moveTo>
                    <a:cubicBezTo>
                      <a:pt x="1322" y="1"/>
                      <a:pt x="0" y="1324"/>
                      <a:pt x="0" y="2948"/>
                    </a:cubicBezTo>
                    <a:cubicBezTo>
                      <a:pt x="0" y="4573"/>
                      <a:pt x="1322" y="5895"/>
                      <a:pt x="2947" y="5895"/>
                    </a:cubicBezTo>
                    <a:cubicBezTo>
                      <a:pt x="4573" y="5895"/>
                      <a:pt x="5895" y="4573"/>
                      <a:pt x="5895" y="2948"/>
                    </a:cubicBezTo>
                    <a:cubicBezTo>
                      <a:pt x="5895" y="1324"/>
                      <a:pt x="4572" y="1"/>
                      <a:pt x="2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8"/>
              <p:cNvSpPr/>
              <p:nvPr/>
            </p:nvSpPr>
            <p:spPr>
              <a:xfrm flipH="1" rot="-5400000">
                <a:off x="212773" y="3456454"/>
                <a:ext cx="84391" cy="84391"/>
              </a:xfrm>
              <a:custGeom>
                <a:rect b="b" l="l" r="r" t="t"/>
                <a:pathLst>
                  <a:path extrusionOk="0" h="2017" w="2017">
                    <a:moveTo>
                      <a:pt x="1009" y="1"/>
                    </a:moveTo>
                    <a:cubicBezTo>
                      <a:pt x="453" y="1"/>
                      <a:pt x="1" y="452"/>
                      <a:pt x="1" y="1008"/>
                    </a:cubicBezTo>
                    <a:cubicBezTo>
                      <a:pt x="1" y="1565"/>
                      <a:pt x="453" y="2016"/>
                      <a:pt x="1009" y="2016"/>
                    </a:cubicBezTo>
                    <a:cubicBezTo>
                      <a:pt x="1566" y="2016"/>
                      <a:pt x="2017" y="1565"/>
                      <a:pt x="2017" y="1008"/>
                    </a:cubicBezTo>
                    <a:cubicBezTo>
                      <a:pt x="2017" y="452"/>
                      <a:pt x="1566" y="1"/>
                      <a:pt x="1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8"/>
              <p:cNvSpPr/>
              <p:nvPr/>
            </p:nvSpPr>
            <p:spPr>
              <a:xfrm flipH="1" rot="-5400000">
                <a:off x="131627" y="3375350"/>
                <a:ext cx="246647" cy="246689"/>
              </a:xfrm>
              <a:custGeom>
                <a:rect b="b" l="l" r="r" t="t"/>
                <a:pathLst>
                  <a:path extrusionOk="0" h="5896" w="5895">
                    <a:moveTo>
                      <a:pt x="2947" y="199"/>
                    </a:moveTo>
                    <a:cubicBezTo>
                      <a:pt x="4463" y="199"/>
                      <a:pt x="5696" y="1432"/>
                      <a:pt x="5696" y="2948"/>
                    </a:cubicBezTo>
                    <a:cubicBezTo>
                      <a:pt x="5696" y="4465"/>
                      <a:pt x="4463" y="5698"/>
                      <a:pt x="2947" y="5698"/>
                    </a:cubicBezTo>
                    <a:cubicBezTo>
                      <a:pt x="1432" y="5698"/>
                      <a:pt x="199" y="4465"/>
                      <a:pt x="199" y="2948"/>
                    </a:cubicBezTo>
                    <a:cubicBezTo>
                      <a:pt x="199" y="1432"/>
                      <a:pt x="1432" y="199"/>
                      <a:pt x="2947" y="199"/>
                    </a:cubicBezTo>
                    <a:close/>
                    <a:moveTo>
                      <a:pt x="2947" y="1"/>
                    </a:moveTo>
                    <a:cubicBezTo>
                      <a:pt x="1322" y="1"/>
                      <a:pt x="0" y="1324"/>
                      <a:pt x="0" y="2948"/>
                    </a:cubicBezTo>
                    <a:cubicBezTo>
                      <a:pt x="0" y="4573"/>
                      <a:pt x="1322" y="5895"/>
                      <a:pt x="2947" y="5895"/>
                    </a:cubicBezTo>
                    <a:cubicBezTo>
                      <a:pt x="4573" y="5895"/>
                      <a:pt x="5895" y="4573"/>
                      <a:pt x="5895" y="2948"/>
                    </a:cubicBezTo>
                    <a:cubicBezTo>
                      <a:pt x="5895" y="1324"/>
                      <a:pt x="4572" y="1"/>
                      <a:pt x="2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30" name="Google Shape;430;p8"/>
          <p:cNvGrpSpPr/>
          <p:nvPr/>
        </p:nvGrpSpPr>
        <p:grpSpPr>
          <a:xfrm>
            <a:off x="133259" y="146445"/>
            <a:ext cx="8895191" cy="4883855"/>
            <a:chOff x="133259" y="146445"/>
            <a:chExt cx="8895191" cy="4883855"/>
          </a:xfrm>
        </p:grpSpPr>
        <p:grpSp>
          <p:nvGrpSpPr>
            <p:cNvPr id="431" name="Google Shape;431;p8"/>
            <p:cNvGrpSpPr/>
            <p:nvPr/>
          </p:nvGrpSpPr>
          <p:grpSpPr>
            <a:xfrm>
              <a:off x="1865472" y="4598780"/>
              <a:ext cx="243379" cy="243295"/>
              <a:chOff x="1713072" y="4522580"/>
              <a:chExt cx="243379" cy="243295"/>
            </a:xfrm>
          </p:grpSpPr>
          <p:sp>
            <p:nvSpPr>
              <p:cNvPr id="432" name="Google Shape;432;p8"/>
              <p:cNvSpPr/>
              <p:nvPr/>
            </p:nvSpPr>
            <p:spPr>
              <a:xfrm flipH="1" rot="-5400000">
                <a:off x="1897979" y="4707404"/>
                <a:ext cx="58450" cy="58492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 flipH="1" rot="-5400000">
                <a:off x="1806812" y="4616278"/>
                <a:ext cx="58450" cy="58409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8"/>
              <p:cNvSpPr/>
              <p:nvPr/>
            </p:nvSpPr>
            <p:spPr>
              <a:xfrm flipH="1" rot="-5400000">
                <a:off x="1713113" y="4522538"/>
                <a:ext cx="58409" cy="58492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5" name="Google Shape;435;p8"/>
            <p:cNvGrpSpPr/>
            <p:nvPr/>
          </p:nvGrpSpPr>
          <p:grpSpPr>
            <a:xfrm>
              <a:off x="133259" y="3989218"/>
              <a:ext cx="335775" cy="1041083"/>
              <a:chOff x="133259" y="3989218"/>
              <a:chExt cx="335775" cy="1041083"/>
            </a:xfrm>
          </p:grpSpPr>
          <p:sp>
            <p:nvSpPr>
              <p:cNvPr id="436" name="Google Shape;436;p8"/>
              <p:cNvSpPr/>
              <p:nvPr/>
            </p:nvSpPr>
            <p:spPr>
              <a:xfrm flipH="1" rot="-5400000">
                <a:off x="410605" y="4174125"/>
                <a:ext cx="58450" cy="58409"/>
              </a:xfrm>
              <a:custGeom>
                <a:rect b="b" l="l" r="r" t="t"/>
                <a:pathLst>
                  <a:path extrusionOk="0" h="1396" w="1397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3"/>
                      <a:pt x="313" y="1396"/>
                      <a:pt x="698" y="1396"/>
                    </a:cubicBezTo>
                    <a:cubicBezTo>
                      <a:pt x="1084" y="1396"/>
                      <a:pt x="1397" y="1083"/>
                      <a:pt x="1397" y="698"/>
                    </a:cubicBezTo>
                    <a:cubicBezTo>
                      <a:pt x="1397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 flipH="1" rot="-5400000">
                <a:off x="319438" y="4082958"/>
                <a:ext cx="58409" cy="58450"/>
              </a:xfrm>
              <a:custGeom>
                <a:rect b="b" l="l" r="r" t="t"/>
                <a:pathLst>
                  <a:path extrusionOk="0" h="1397" w="1396">
                    <a:moveTo>
                      <a:pt x="698" y="1"/>
                    </a:moveTo>
                    <a:cubicBezTo>
                      <a:pt x="312" y="1"/>
                      <a:pt x="0" y="314"/>
                      <a:pt x="0" y="699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699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 flipH="1" rot="-5400000">
                <a:off x="225718" y="3989238"/>
                <a:ext cx="58450" cy="58409"/>
              </a:xfrm>
              <a:custGeom>
                <a:rect b="b" l="l" r="r" t="t"/>
                <a:pathLst>
                  <a:path extrusionOk="0" h="1396" w="1397">
                    <a:moveTo>
                      <a:pt x="700" y="1"/>
                    </a:moveTo>
                    <a:cubicBezTo>
                      <a:pt x="314" y="1"/>
                      <a:pt x="1" y="313"/>
                      <a:pt x="1" y="698"/>
                    </a:cubicBezTo>
                    <a:cubicBezTo>
                      <a:pt x="1" y="1083"/>
                      <a:pt x="314" y="1396"/>
                      <a:pt x="700" y="1396"/>
                    </a:cubicBezTo>
                    <a:cubicBezTo>
                      <a:pt x="1085" y="1396"/>
                      <a:pt x="1397" y="1083"/>
                      <a:pt x="1397" y="698"/>
                    </a:cubicBezTo>
                    <a:cubicBezTo>
                      <a:pt x="1397" y="313"/>
                      <a:pt x="1085" y="1"/>
                      <a:pt x="7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 flipH="1" rot="-5400000">
                <a:off x="318166" y="4971829"/>
                <a:ext cx="58450" cy="58492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 flipH="1" rot="-5400000">
                <a:off x="226999" y="4880703"/>
                <a:ext cx="58450" cy="58409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 flipH="1" rot="-5400000">
                <a:off x="133301" y="4786963"/>
                <a:ext cx="58409" cy="58492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2" name="Google Shape;442;p8"/>
            <p:cNvGrpSpPr/>
            <p:nvPr/>
          </p:nvGrpSpPr>
          <p:grpSpPr>
            <a:xfrm>
              <a:off x="8782387" y="146445"/>
              <a:ext cx="246063" cy="246061"/>
              <a:chOff x="8782387" y="146445"/>
              <a:chExt cx="246063" cy="246061"/>
            </a:xfrm>
          </p:grpSpPr>
          <p:sp>
            <p:nvSpPr>
              <p:cNvPr id="443" name="Google Shape;443;p8"/>
              <p:cNvSpPr/>
              <p:nvPr/>
            </p:nvSpPr>
            <p:spPr>
              <a:xfrm flipH="1" rot="5400000">
                <a:off x="8782387" y="333414"/>
                <a:ext cx="59092" cy="59092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1"/>
                      <a:pt x="244" y="1085"/>
                      <a:pt x="543" y="1085"/>
                    </a:cubicBezTo>
                    <a:cubicBezTo>
                      <a:pt x="842" y="1085"/>
                      <a:pt x="1084" y="841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8"/>
              <p:cNvSpPr/>
              <p:nvPr/>
            </p:nvSpPr>
            <p:spPr>
              <a:xfrm flipH="1" rot="5400000">
                <a:off x="8874538" y="241264"/>
                <a:ext cx="59092" cy="59092"/>
              </a:xfrm>
              <a:custGeom>
                <a:rect b="b" l="l" r="r" t="t"/>
                <a:pathLst>
                  <a:path extrusionOk="0" h="1085" w="1085">
                    <a:moveTo>
                      <a:pt x="544" y="0"/>
                    </a:moveTo>
                    <a:cubicBezTo>
                      <a:pt x="243" y="0"/>
                      <a:pt x="1" y="242"/>
                      <a:pt x="1" y="541"/>
                    </a:cubicBezTo>
                    <a:cubicBezTo>
                      <a:pt x="1" y="841"/>
                      <a:pt x="243" y="1084"/>
                      <a:pt x="544" y="1084"/>
                    </a:cubicBezTo>
                    <a:cubicBezTo>
                      <a:pt x="843" y="1084"/>
                      <a:pt x="1085" y="841"/>
                      <a:pt x="1085" y="541"/>
                    </a:cubicBezTo>
                    <a:cubicBezTo>
                      <a:pt x="1085" y="242"/>
                      <a:pt x="843" y="0"/>
                      <a:pt x="5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8"/>
              <p:cNvSpPr/>
              <p:nvPr/>
            </p:nvSpPr>
            <p:spPr>
              <a:xfrm flipH="1" rot="5400000">
                <a:off x="8969358" y="146445"/>
                <a:ext cx="59092" cy="59092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2" y="1"/>
                      <a:pt x="0" y="243"/>
                      <a:pt x="0" y="542"/>
                    </a:cubicBezTo>
                    <a:cubicBezTo>
                      <a:pt x="0" y="843"/>
                      <a:pt x="242" y="1085"/>
                      <a:pt x="542" y="1085"/>
                    </a:cubicBezTo>
                    <a:cubicBezTo>
                      <a:pt x="842" y="1085"/>
                      <a:pt x="1084" y="843"/>
                      <a:pt x="1084" y="542"/>
                    </a:cubicBezTo>
                    <a:cubicBezTo>
                      <a:pt x="1084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6" name="Google Shape;446;p8"/>
            <p:cNvGrpSpPr/>
            <p:nvPr/>
          </p:nvGrpSpPr>
          <p:grpSpPr>
            <a:xfrm flipH="1">
              <a:off x="8582019" y="3644575"/>
              <a:ext cx="233569" cy="233621"/>
              <a:chOff x="6183667" y="4661300"/>
              <a:chExt cx="233569" cy="233621"/>
            </a:xfrm>
          </p:grpSpPr>
          <p:sp>
            <p:nvSpPr>
              <p:cNvPr id="447" name="Google Shape;447;p8"/>
              <p:cNvSpPr/>
              <p:nvPr/>
            </p:nvSpPr>
            <p:spPr>
              <a:xfrm>
                <a:off x="6361134" y="4838818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8"/>
              <p:cNvSpPr/>
              <p:nvPr/>
            </p:nvSpPr>
            <p:spPr>
              <a:xfrm>
                <a:off x="6273642" y="4751274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8"/>
              <p:cNvSpPr/>
              <p:nvPr/>
            </p:nvSpPr>
            <p:spPr>
              <a:xfrm>
                <a:off x="6183667" y="4661300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0" name="Google Shape;450;p8"/>
            <p:cNvGrpSpPr/>
            <p:nvPr/>
          </p:nvGrpSpPr>
          <p:grpSpPr>
            <a:xfrm flipH="1">
              <a:off x="8113606" y="4661300"/>
              <a:ext cx="233569" cy="233621"/>
              <a:chOff x="6183667" y="4661300"/>
              <a:chExt cx="233569" cy="233621"/>
            </a:xfrm>
          </p:grpSpPr>
          <p:sp>
            <p:nvSpPr>
              <p:cNvPr id="451" name="Google Shape;451;p8"/>
              <p:cNvSpPr/>
              <p:nvPr/>
            </p:nvSpPr>
            <p:spPr>
              <a:xfrm>
                <a:off x="6361134" y="4838818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8"/>
              <p:cNvSpPr/>
              <p:nvPr/>
            </p:nvSpPr>
            <p:spPr>
              <a:xfrm>
                <a:off x="6273642" y="4751274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8"/>
              <p:cNvSpPr/>
              <p:nvPr/>
            </p:nvSpPr>
            <p:spPr>
              <a:xfrm>
                <a:off x="6183667" y="4661300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54" name="Google Shape;45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9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9"/>
          <p:cNvSpPr txBox="1"/>
          <p:nvPr>
            <p:ph type="title"/>
          </p:nvPr>
        </p:nvSpPr>
        <p:spPr>
          <a:xfrm>
            <a:off x="2680800" y="1575150"/>
            <a:ext cx="3782400" cy="10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58" name="Google Shape;458;p9"/>
          <p:cNvSpPr txBox="1"/>
          <p:nvPr>
            <p:ph idx="1" type="subTitle"/>
          </p:nvPr>
        </p:nvSpPr>
        <p:spPr>
          <a:xfrm>
            <a:off x="2680800" y="2662050"/>
            <a:ext cx="37824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59" name="Google Shape;459;p9"/>
          <p:cNvGrpSpPr/>
          <p:nvPr/>
        </p:nvGrpSpPr>
        <p:grpSpPr>
          <a:xfrm>
            <a:off x="134600" y="-1231097"/>
            <a:ext cx="8567375" cy="6298397"/>
            <a:chOff x="134600" y="-1231097"/>
            <a:chExt cx="8567375" cy="6298397"/>
          </a:xfrm>
        </p:grpSpPr>
        <p:grpSp>
          <p:nvGrpSpPr>
            <p:cNvPr id="460" name="Google Shape;460;p9"/>
            <p:cNvGrpSpPr/>
            <p:nvPr/>
          </p:nvGrpSpPr>
          <p:grpSpPr>
            <a:xfrm>
              <a:off x="134600" y="-1231097"/>
              <a:ext cx="5253445" cy="4180669"/>
              <a:chOff x="134600" y="-1231097"/>
              <a:chExt cx="5253445" cy="4180669"/>
            </a:xfrm>
          </p:grpSpPr>
          <p:sp>
            <p:nvSpPr>
              <p:cNvPr id="461" name="Google Shape;461;p9"/>
              <p:cNvSpPr/>
              <p:nvPr/>
            </p:nvSpPr>
            <p:spPr>
              <a:xfrm rot="-2700000">
                <a:off x="1222266" y="-613944"/>
                <a:ext cx="2965994" cy="2946364"/>
              </a:xfrm>
              <a:custGeom>
                <a:rect b="b" l="l" r="r" t="t"/>
                <a:pathLst>
                  <a:path extrusionOk="0" h="30469" w="30672">
                    <a:moveTo>
                      <a:pt x="217" y="1"/>
                    </a:moveTo>
                    <a:cubicBezTo>
                      <a:pt x="167" y="1"/>
                      <a:pt x="116" y="20"/>
                      <a:pt x="78" y="59"/>
                    </a:cubicBezTo>
                    <a:cubicBezTo>
                      <a:pt x="1" y="136"/>
                      <a:pt x="1" y="261"/>
                      <a:pt x="78" y="340"/>
                    </a:cubicBezTo>
                    <a:lnTo>
                      <a:pt x="4122" y="4384"/>
                    </a:lnTo>
                    <a:cubicBezTo>
                      <a:pt x="4159" y="4420"/>
                      <a:pt x="4209" y="4442"/>
                      <a:pt x="4261" y="4442"/>
                    </a:cubicBezTo>
                    <a:lnTo>
                      <a:pt x="11938" y="4442"/>
                    </a:lnTo>
                    <a:lnTo>
                      <a:pt x="18041" y="10543"/>
                    </a:lnTo>
                    <a:lnTo>
                      <a:pt x="18041" y="18056"/>
                    </a:lnTo>
                    <a:cubicBezTo>
                      <a:pt x="18041" y="18109"/>
                      <a:pt x="18062" y="18159"/>
                      <a:pt x="18099" y="18195"/>
                    </a:cubicBezTo>
                    <a:lnTo>
                      <a:pt x="30314" y="30411"/>
                    </a:lnTo>
                    <a:cubicBezTo>
                      <a:pt x="30353" y="30450"/>
                      <a:pt x="30403" y="30469"/>
                      <a:pt x="30454" y="30469"/>
                    </a:cubicBezTo>
                    <a:cubicBezTo>
                      <a:pt x="30505" y="30469"/>
                      <a:pt x="30555" y="30449"/>
                      <a:pt x="30593" y="30411"/>
                    </a:cubicBezTo>
                    <a:cubicBezTo>
                      <a:pt x="30671" y="30333"/>
                      <a:pt x="30671" y="30207"/>
                      <a:pt x="30593" y="30130"/>
                    </a:cubicBezTo>
                    <a:lnTo>
                      <a:pt x="18437" y="17974"/>
                    </a:lnTo>
                    <a:lnTo>
                      <a:pt x="18437" y="10461"/>
                    </a:lnTo>
                    <a:cubicBezTo>
                      <a:pt x="18437" y="10408"/>
                      <a:pt x="18416" y="10359"/>
                      <a:pt x="18379" y="10322"/>
                    </a:cubicBezTo>
                    <a:lnTo>
                      <a:pt x="12161" y="4104"/>
                    </a:lnTo>
                    <a:cubicBezTo>
                      <a:pt x="12124" y="4066"/>
                      <a:pt x="12073" y="4046"/>
                      <a:pt x="12021" y="4046"/>
                    </a:cubicBezTo>
                    <a:lnTo>
                      <a:pt x="4344" y="4046"/>
                    </a:lnTo>
                    <a:lnTo>
                      <a:pt x="358" y="59"/>
                    </a:lnTo>
                    <a:cubicBezTo>
                      <a:pt x="319" y="20"/>
                      <a:pt x="268" y="1"/>
                      <a:pt x="217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62" name="Google Shape;462;p9"/>
              <p:cNvGrpSpPr/>
              <p:nvPr/>
            </p:nvGrpSpPr>
            <p:grpSpPr>
              <a:xfrm>
                <a:off x="4775145" y="548019"/>
                <a:ext cx="612900" cy="612600"/>
                <a:chOff x="215045" y="562556"/>
                <a:chExt cx="612900" cy="612600"/>
              </a:xfrm>
            </p:grpSpPr>
            <p:sp>
              <p:nvSpPr>
                <p:cNvPr id="463" name="Google Shape;463;p9"/>
                <p:cNvSpPr/>
                <p:nvPr/>
              </p:nvSpPr>
              <p:spPr>
                <a:xfrm>
                  <a:off x="358236" y="705745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4" name="Google Shape;464;p9"/>
                <p:cNvSpPr/>
                <p:nvPr/>
              </p:nvSpPr>
              <p:spPr>
                <a:xfrm>
                  <a:off x="215045" y="562556"/>
                  <a:ext cx="612900" cy="6126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65" name="Google Shape;465;p9"/>
              <p:cNvSpPr/>
              <p:nvPr/>
            </p:nvSpPr>
            <p:spPr>
              <a:xfrm>
                <a:off x="134600" y="611701"/>
                <a:ext cx="499200" cy="4989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6" name="Google Shape;466;p9"/>
            <p:cNvSpPr/>
            <p:nvPr/>
          </p:nvSpPr>
          <p:spPr>
            <a:xfrm>
              <a:off x="713237" y="4604000"/>
              <a:ext cx="1439100" cy="175800"/>
            </a:xfrm>
            <a:prstGeom prst="roundRect">
              <a:avLst>
                <a:gd fmla="val 50000" name="adj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7" name="Google Shape;467;p9"/>
            <p:cNvGrpSpPr/>
            <p:nvPr/>
          </p:nvGrpSpPr>
          <p:grpSpPr>
            <a:xfrm rot="5400000">
              <a:off x="7894175" y="1076100"/>
              <a:ext cx="1344400" cy="271200"/>
              <a:chOff x="3686625" y="4603950"/>
              <a:chExt cx="1344400" cy="271200"/>
            </a:xfrm>
          </p:grpSpPr>
          <p:sp>
            <p:nvSpPr>
              <p:cNvPr id="468" name="Google Shape;468;p9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9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9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9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9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3" name="Google Shape;473;p9"/>
            <p:cNvSpPr/>
            <p:nvPr/>
          </p:nvSpPr>
          <p:spPr>
            <a:xfrm>
              <a:off x="713237" y="4891500"/>
              <a:ext cx="1439100" cy="175800"/>
            </a:xfrm>
            <a:prstGeom prst="roundRect">
              <a:avLst>
                <a:gd fmla="val 50000" name="adj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4" name="Google Shape;474;p9"/>
          <p:cNvGrpSpPr/>
          <p:nvPr/>
        </p:nvGrpSpPr>
        <p:grpSpPr>
          <a:xfrm>
            <a:off x="133259" y="78406"/>
            <a:ext cx="8924380" cy="4951894"/>
            <a:chOff x="133259" y="78406"/>
            <a:chExt cx="8924380" cy="4951894"/>
          </a:xfrm>
        </p:grpSpPr>
        <p:grpSp>
          <p:nvGrpSpPr>
            <p:cNvPr id="475" name="Google Shape;475;p9"/>
            <p:cNvGrpSpPr/>
            <p:nvPr/>
          </p:nvGrpSpPr>
          <p:grpSpPr>
            <a:xfrm>
              <a:off x="133259" y="3989218"/>
              <a:ext cx="335775" cy="1041083"/>
              <a:chOff x="133259" y="3989218"/>
              <a:chExt cx="335775" cy="1041083"/>
            </a:xfrm>
          </p:grpSpPr>
          <p:sp>
            <p:nvSpPr>
              <p:cNvPr id="476" name="Google Shape;476;p9"/>
              <p:cNvSpPr/>
              <p:nvPr/>
            </p:nvSpPr>
            <p:spPr>
              <a:xfrm flipH="1" rot="-5400000">
                <a:off x="410605" y="4174125"/>
                <a:ext cx="58450" cy="58409"/>
              </a:xfrm>
              <a:custGeom>
                <a:rect b="b" l="l" r="r" t="t"/>
                <a:pathLst>
                  <a:path extrusionOk="0" h="1396" w="1397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3"/>
                      <a:pt x="313" y="1396"/>
                      <a:pt x="698" y="1396"/>
                    </a:cubicBezTo>
                    <a:cubicBezTo>
                      <a:pt x="1084" y="1396"/>
                      <a:pt x="1397" y="1083"/>
                      <a:pt x="1397" y="698"/>
                    </a:cubicBezTo>
                    <a:cubicBezTo>
                      <a:pt x="1397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9"/>
              <p:cNvSpPr/>
              <p:nvPr/>
            </p:nvSpPr>
            <p:spPr>
              <a:xfrm flipH="1" rot="-5400000">
                <a:off x="319438" y="4082958"/>
                <a:ext cx="58409" cy="58450"/>
              </a:xfrm>
              <a:custGeom>
                <a:rect b="b" l="l" r="r" t="t"/>
                <a:pathLst>
                  <a:path extrusionOk="0" h="1397" w="1396">
                    <a:moveTo>
                      <a:pt x="698" y="1"/>
                    </a:moveTo>
                    <a:cubicBezTo>
                      <a:pt x="312" y="1"/>
                      <a:pt x="0" y="314"/>
                      <a:pt x="0" y="699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699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 flipH="1" rot="-5400000">
                <a:off x="225718" y="3989238"/>
                <a:ext cx="58450" cy="58409"/>
              </a:xfrm>
              <a:custGeom>
                <a:rect b="b" l="l" r="r" t="t"/>
                <a:pathLst>
                  <a:path extrusionOk="0" h="1396" w="1397">
                    <a:moveTo>
                      <a:pt x="700" y="1"/>
                    </a:moveTo>
                    <a:cubicBezTo>
                      <a:pt x="314" y="1"/>
                      <a:pt x="1" y="313"/>
                      <a:pt x="1" y="698"/>
                    </a:cubicBezTo>
                    <a:cubicBezTo>
                      <a:pt x="1" y="1083"/>
                      <a:pt x="314" y="1396"/>
                      <a:pt x="700" y="1396"/>
                    </a:cubicBezTo>
                    <a:cubicBezTo>
                      <a:pt x="1085" y="1396"/>
                      <a:pt x="1397" y="1083"/>
                      <a:pt x="1397" y="698"/>
                    </a:cubicBezTo>
                    <a:cubicBezTo>
                      <a:pt x="1397" y="313"/>
                      <a:pt x="1085" y="1"/>
                      <a:pt x="7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 flipH="1" rot="-5400000">
                <a:off x="318166" y="4971829"/>
                <a:ext cx="58450" cy="58492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 flipH="1" rot="-5400000">
                <a:off x="226999" y="4880703"/>
                <a:ext cx="58450" cy="58409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 flipH="1" rot="-5400000">
                <a:off x="133301" y="4786963"/>
                <a:ext cx="58409" cy="58492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2" name="Google Shape;482;p9"/>
            <p:cNvGrpSpPr/>
            <p:nvPr/>
          </p:nvGrpSpPr>
          <p:grpSpPr>
            <a:xfrm>
              <a:off x="6064674" y="78406"/>
              <a:ext cx="2992965" cy="515083"/>
              <a:chOff x="6064674" y="78406"/>
              <a:chExt cx="2992965" cy="515083"/>
            </a:xfrm>
          </p:grpSpPr>
          <p:sp>
            <p:nvSpPr>
              <p:cNvPr id="483" name="Google Shape;483;p9"/>
              <p:cNvSpPr/>
              <p:nvPr/>
            </p:nvSpPr>
            <p:spPr>
              <a:xfrm flipH="1" rot="-5400000">
                <a:off x="9003476" y="539326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2" y="1"/>
                      <a:pt x="0" y="243"/>
                      <a:pt x="0" y="542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9"/>
              <p:cNvSpPr/>
              <p:nvPr/>
            </p:nvSpPr>
            <p:spPr>
              <a:xfrm flipH="1" rot="-5400000">
                <a:off x="8919009" y="454809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0"/>
                    </a:moveTo>
                    <a:cubicBezTo>
                      <a:pt x="243" y="0"/>
                      <a:pt x="0" y="242"/>
                      <a:pt x="0" y="541"/>
                    </a:cubicBezTo>
                    <a:cubicBezTo>
                      <a:pt x="0" y="842"/>
                      <a:pt x="243" y="1084"/>
                      <a:pt x="543" y="1084"/>
                    </a:cubicBezTo>
                    <a:cubicBezTo>
                      <a:pt x="842" y="1084"/>
                      <a:pt x="1084" y="842"/>
                      <a:pt x="1084" y="541"/>
                    </a:cubicBezTo>
                    <a:cubicBezTo>
                      <a:pt x="1084" y="242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9"/>
              <p:cNvSpPr/>
              <p:nvPr/>
            </p:nvSpPr>
            <p:spPr>
              <a:xfrm flipH="1" rot="-5400000">
                <a:off x="8832095" y="367945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2" y="1"/>
                      <a:pt x="0" y="243"/>
                      <a:pt x="0" y="544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4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 flipH="1" rot="-5400000">
                <a:off x="6236055" y="249737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2"/>
                      <a:pt x="244" y="1085"/>
                      <a:pt x="543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9"/>
              <p:cNvSpPr/>
              <p:nvPr/>
            </p:nvSpPr>
            <p:spPr>
              <a:xfrm flipH="1" rot="-5400000">
                <a:off x="6151538" y="165220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3"/>
                      <a:pt x="244" y="1085"/>
                      <a:pt x="543" y="1085"/>
                    </a:cubicBezTo>
                    <a:cubicBezTo>
                      <a:pt x="842" y="1085"/>
                      <a:pt x="1085" y="843"/>
                      <a:pt x="1085" y="542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 flipH="1" rot="-5400000">
                <a:off x="6064699" y="78381"/>
                <a:ext cx="54113" cy="54163"/>
              </a:xfrm>
              <a:custGeom>
                <a:rect b="b" l="l" r="r" t="t"/>
                <a:pathLst>
                  <a:path extrusionOk="0" h="1085" w="1084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4" y="842"/>
                      <a:pt x="1084" y="543"/>
                    </a:cubicBezTo>
                    <a:cubicBezTo>
                      <a:pt x="1084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9" name="Google Shape;489;p9"/>
          <p:cNvGrpSpPr/>
          <p:nvPr/>
        </p:nvGrpSpPr>
        <p:grpSpPr>
          <a:xfrm>
            <a:off x="106959" y="-66472"/>
            <a:ext cx="8680702" cy="5297486"/>
            <a:chOff x="106959" y="-66472"/>
            <a:chExt cx="8680702" cy="5297486"/>
          </a:xfrm>
        </p:grpSpPr>
        <p:grpSp>
          <p:nvGrpSpPr>
            <p:cNvPr id="490" name="Google Shape;490;p9"/>
            <p:cNvGrpSpPr/>
            <p:nvPr/>
          </p:nvGrpSpPr>
          <p:grpSpPr>
            <a:xfrm>
              <a:off x="106959" y="-66472"/>
              <a:ext cx="8680702" cy="5297486"/>
              <a:chOff x="106959" y="-66472"/>
              <a:chExt cx="8680702" cy="5297486"/>
            </a:xfrm>
          </p:grpSpPr>
          <p:grpSp>
            <p:nvGrpSpPr>
              <p:cNvPr id="491" name="Google Shape;491;p9"/>
              <p:cNvGrpSpPr/>
              <p:nvPr/>
            </p:nvGrpSpPr>
            <p:grpSpPr>
              <a:xfrm>
                <a:off x="106959" y="3375371"/>
                <a:ext cx="2388523" cy="1855644"/>
                <a:chOff x="106959" y="3375371"/>
                <a:chExt cx="2388523" cy="1855644"/>
              </a:xfrm>
            </p:grpSpPr>
            <p:sp>
              <p:nvSpPr>
                <p:cNvPr id="492" name="Google Shape;492;p9"/>
                <p:cNvSpPr/>
                <p:nvPr/>
              </p:nvSpPr>
              <p:spPr>
                <a:xfrm flipH="1" rot="-5400000">
                  <a:off x="380773" y="3910916"/>
                  <a:ext cx="1283316" cy="1274823"/>
                </a:xfrm>
                <a:custGeom>
                  <a:rect b="b" l="l" r="r" t="t"/>
                  <a:pathLst>
                    <a:path extrusionOk="0" h="30469" w="30672">
                      <a:moveTo>
                        <a:pt x="217" y="1"/>
                      </a:moveTo>
                      <a:cubicBezTo>
                        <a:pt x="167" y="1"/>
                        <a:pt x="116" y="20"/>
                        <a:pt x="78" y="59"/>
                      </a:cubicBezTo>
                      <a:cubicBezTo>
                        <a:pt x="1" y="136"/>
                        <a:pt x="1" y="261"/>
                        <a:pt x="78" y="340"/>
                      </a:cubicBezTo>
                      <a:lnTo>
                        <a:pt x="4122" y="4384"/>
                      </a:lnTo>
                      <a:cubicBezTo>
                        <a:pt x="4159" y="4420"/>
                        <a:pt x="4209" y="4442"/>
                        <a:pt x="4261" y="4442"/>
                      </a:cubicBezTo>
                      <a:lnTo>
                        <a:pt x="11938" y="4442"/>
                      </a:lnTo>
                      <a:lnTo>
                        <a:pt x="18041" y="10543"/>
                      </a:lnTo>
                      <a:lnTo>
                        <a:pt x="18041" y="18056"/>
                      </a:lnTo>
                      <a:cubicBezTo>
                        <a:pt x="18041" y="18109"/>
                        <a:pt x="18062" y="18159"/>
                        <a:pt x="18099" y="18195"/>
                      </a:cubicBezTo>
                      <a:lnTo>
                        <a:pt x="30314" y="30411"/>
                      </a:lnTo>
                      <a:cubicBezTo>
                        <a:pt x="30353" y="30450"/>
                        <a:pt x="30403" y="30469"/>
                        <a:pt x="30454" y="30469"/>
                      </a:cubicBezTo>
                      <a:cubicBezTo>
                        <a:pt x="30505" y="30469"/>
                        <a:pt x="30555" y="30449"/>
                        <a:pt x="30593" y="30411"/>
                      </a:cubicBezTo>
                      <a:cubicBezTo>
                        <a:pt x="30671" y="30333"/>
                        <a:pt x="30671" y="30207"/>
                        <a:pt x="30593" y="30130"/>
                      </a:cubicBezTo>
                      <a:lnTo>
                        <a:pt x="18437" y="17974"/>
                      </a:lnTo>
                      <a:lnTo>
                        <a:pt x="18437" y="10461"/>
                      </a:lnTo>
                      <a:cubicBezTo>
                        <a:pt x="18437" y="10408"/>
                        <a:pt x="18416" y="10359"/>
                        <a:pt x="18379" y="10322"/>
                      </a:cubicBezTo>
                      <a:lnTo>
                        <a:pt x="12161" y="4104"/>
                      </a:lnTo>
                      <a:cubicBezTo>
                        <a:pt x="12124" y="4066"/>
                        <a:pt x="12073" y="4046"/>
                        <a:pt x="12021" y="4046"/>
                      </a:cubicBezTo>
                      <a:lnTo>
                        <a:pt x="4344" y="4046"/>
                      </a:lnTo>
                      <a:lnTo>
                        <a:pt x="358" y="59"/>
                      </a:lnTo>
                      <a:cubicBezTo>
                        <a:pt x="319" y="20"/>
                        <a:pt x="268" y="1"/>
                        <a:pt x="21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" name="Google Shape;493;p9"/>
                <p:cNvSpPr/>
                <p:nvPr/>
              </p:nvSpPr>
              <p:spPr>
                <a:xfrm flipH="1" rot="-5400000">
                  <a:off x="414815" y="4316978"/>
                  <a:ext cx="691029" cy="1137044"/>
                </a:xfrm>
                <a:custGeom>
                  <a:rect b="b" l="l" r="r" t="t"/>
                  <a:pathLst>
                    <a:path extrusionOk="0" h="27176" w="16516">
                      <a:moveTo>
                        <a:pt x="199" y="1"/>
                      </a:moveTo>
                      <a:cubicBezTo>
                        <a:pt x="89" y="1"/>
                        <a:pt x="0" y="89"/>
                        <a:pt x="0" y="198"/>
                      </a:cubicBezTo>
                      <a:lnTo>
                        <a:pt x="0" y="3234"/>
                      </a:lnTo>
                      <a:cubicBezTo>
                        <a:pt x="0" y="3287"/>
                        <a:pt x="22" y="3337"/>
                        <a:pt x="58" y="3375"/>
                      </a:cubicBezTo>
                      <a:lnTo>
                        <a:pt x="8117" y="11432"/>
                      </a:lnTo>
                      <a:lnTo>
                        <a:pt x="8117" y="18999"/>
                      </a:lnTo>
                      <a:cubicBezTo>
                        <a:pt x="8117" y="20426"/>
                        <a:pt x="15344" y="26448"/>
                        <a:pt x="16168" y="27129"/>
                      </a:cubicBezTo>
                      <a:cubicBezTo>
                        <a:pt x="16205" y="27160"/>
                        <a:pt x="16249" y="27175"/>
                        <a:pt x="16293" y="27175"/>
                      </a:cubicBezTo>
                      <a:cubicBezTo>
                        <a:pt x="16350" y="27175"/>
                        <a:pt x="16407" y="27151"/>
                        <a:pt x="16446" y="27103"/>
                      </a:cubicBezTo>
                      <a:cubicBezTo>
                        <a:pt x="16515" y="27019"/>
                        <a:pt x="16504" y="26895"/>
                        <a:pt x="16420" y="26826"/>
                      </a:cubicBezTo>
                      <a:cubicBezTo>
                        <a:pt x="13363" y="24296"/>
                        <a:pt x="8513" y="19933"/>
                        <a:pt x="8513" y="18999"/>
                      </a:cubicBezTo>
                      <a:lnTo>
                        <a:pt x="8513" y="11351"/>
                      </a:lnTo>
                      <a:cubicBezTo>
                        <a:pt x="8513" y="11298"/>
                        <a:pt x="8492" y="11248"/>
                        <a:pt x="8455" y="11210"/>
                      </a:cubicBezTo>
                      <a:lnTo>
                        <a:pt x="396" y="3152"/>
                      </a:lnTo>
                      <a:lnTo>
                        <a:pt x="396" y="198"/>
                      </a:lnTo>
                      <a:cubicBezTo>
                        <a:pt x="396" y="89"/>
                        <a:pt x="308" y="1"/>
                        <a:pt x="19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" name="Google Shape;494;p9"/>
                <p:cNvSpPr/>
                <p:nvPr/>
              </p:nvSpPr>
              <p:spPr>
                <a:xfrm flipH="1" rot="-5400000">
                  <a:off x="625092" y="4842774"/>
                  <a:ext cx="84391" cy="84391"/>
                </a:xfrm>
                <a:custGeom>
                  <a:rect b="b" l="l" r="r" t="t"/>
                  <a:pathLst>
                    <a:path extrusionOk="0" h="2017" w="2017">
                      <a:moveTo>
                        <a:pt x="1009" y="1"/>
                      </a:moveTo>
                      <a:cubicBezTo>
                        <a:pt x="452" y="1"/>
                        <a:pt x="1" y="452"/>
                        <a:pt x="1" y="1009"/>
                      </a:cubicBezTo>
                      <a:cubicBezTo>
                        <a:pt x="1" y="1566"/>
                        <a:pt x="452" y="2016"/>
                        <a:pt x="1009" y="2016"/>
                      </a:cubicBezTo>
                      <a:cubicBezTo>
                        <a:pt x="1566" y="2016"/>
                        <a:pt x="2016" y="1566"/>
                        <a:pt x="2016" y="1009"/>
                      </a:cubicBezTo>
                      <a:cubicBezTo>
                        <a:pt x="2016" y="452"/>
                        <a:pt x="1566" y="1"/>
                        <a:pt x="100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5" name="Google Shape;495;p9"/>
                <p:cNvSpPr/>
                <p:nvPr/>
              </p:nvSpPr>
              <p:spPr>
                <a:xfrm flipH="1" rot="-5400000">
                  <a:off x="543966" y="4761648"/>
                  <a:ext cx="246689" cy="246689"/>
                </a:xfrm>
                <a:custGeom>
                  <a:rect b="b" l="l" r="r" t="t"/>
                  <a:pathLst>
                    <a:path extrusionOk="0" h="5896" w="5896">
                      <a:moveTo>
                        <a:pt x="2948" y="198"/>
                      </a:moveTo>
                      <a:cubicBezTo>
                        <a:pt x="4464" y="198"/>
                        <a:pt x="5697" y="1431"/>
                        <a:pt x="5697" y="2948"/>
                      </a:cubicBezTo>
                      <a:cubicBezTo>
                        <a:pt x="5697" y="4463"/>
                        <a:pt x="4464" y="5697"/>
                        <a:pt x="2948" y="5697"/>
                      </a:cubicBezTo>
                      <a:cubicBezTo>
                        <a:pt x="1433" y="5697"/>
                        <a:pt x="200" y="4463"/>
                        <a:pt x="200" y="2948"/>
                      </a:cubicBezTo>
                      <a:cubicBezTo>
                        <a:pt x="200" y="1432"/>
                        <a:pt x="1433" y="198"/>
                        <a:pt x="2948" y="198"/>
                      </a:cubicBezTo>
                      <a:close/>
                      <a:moveTo>
                        <a:pt x="2948" y="1"/>
                      </a:moveTo>
                      <a:cubicBezTo>
                        <a:pt x="1324" y="1"/>
                        <a:pt x="1" y="1322"/>
                        <a:pt x="1" y="2948"/>
                      </a:cubicBezTo>
                      <a:cubicBezTo>
                        <a:pt x="1" y="4572"/>
                        <a:pt x="1324" y="5895"/>
                        <a:pt x="2948" y="5895"/>
                      </a:cubicBezTo>
                      <a:cubicBezTo>
                        <a:pt x="4574" y="5895"/>
                        <a:pt x="5895" y="4572"/>
                        <a:pt x="5895" y="2948"/>
                      </a:cubicBezTo>
                      <a:cubicBezTo>
                        <a:pt x="5895" y="1322"/>
                        <a:pt x="4574" y="1"/>
                        <a:pt x="294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" name="Google Shape;496;p9"/>
                <p:cNvSpPr/>
                <p:nvPr/>
              </p:nvSpPr>
              <p:spPr>
                <a:xfrm flipH="1" rot="-5400000">
                  <a:off x="311195" y="3830418"/>
                  <a:ext cx="133344" cy="133302"/>
                </a:xfrm>
                <a:custGeom>
                  <a:rect b="b" l="l" r="r" t="t"/>
                  <a:pathLst>
                    <a:path extrusionOk="0" h="3186" w="3187">
                      <a:moveTo>
                        <a:pt x="1593" y="0"/>
                      </a:moveTo>
                      <a:cubicBezTo>
                        <a:pt x="714" y="0"/>
                        <a:pt x="1" y="713"/>
                        <a:pt x="1" y="1593"/>
                      </a:cubicBezTo>
                      <a:cubicBezTo>
                        <a:pt x="1" y="2472"/>
                        <a:pt x="714" y="3185"/>
                        <a:pt x="1593" y="3185"/>
                      </a:cubicBezTo>
                      <a:cubicBezTo>
                        <a:pt x="2473" y="3185"/>
                        <a:pt x="3187" y="2472"/>
                        <a:pt x="3187" y="1593"/>
                      </a:cubicBezTo>
                      <a:cubicBezTo>
                        <a:pt x="3187" y="713"/>
                        <a:pt x="2473" y="0"/>
                        <a:pt x="159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" name="Google Shape;497;p9"/>
                <p:cNvSpPr/>
                <p:nvPr/>
              </p:nvSpPr>
              <p:spPr>
                <a:xfrm flipH="1" rot="-5400000">
                  <a:off x="349771" y="3868993"/>
                  <a:ext cx="56191" cy="56149"/>
                </a:xfrm>
                <a:custGeom>
                  <a:rect b="b" l="l" r="r" t="t"/>
                  <a:pathLst>
                    <a:path extrusionOk="0" h="1342" w="1343">
                      <a:moveTo>
                        <a:pt x="671" y="1"/>
                      </a:moveTo>
                      <a:cubicBezTo>
                        <a:pt x="301" y="1"/>
                        <a:pt x="1" y="301"/>
                        <a:pt x="1" y="671"/>
                      </a:cubicBezTo>
                      <a:cubicBezTo>
                        <a:pt x="1" y="1041"/>
                        <a:pt x="301" y="1341"/>
                        <a:pt x="671" y="1341"/>
                      </a:cubicBezTo>
                      <a:cubicBezTo>
                        <a:pt x="1042" y="1341"/>
                        <a:pt x="1343" y="1041"/>
                        <a:pt x="1343" y="671"/>
                      </a:cubicBezTo>
                      <a:cubicBezTo>
                        <a:pt x="1343" y="301"/>
                        <a:pt x="1042" y="1"/>
                        <a:pt x="6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8" name="Google Shape;498;p9"/>
                <p:cNvSpPr/>
                <p:nvPr/>
              </p:nvSpPr>
              <p:spPr>
                <a:xfrm flipH="1" rot="-5400000">
                  <a:off x="106959" y="4481662"/>
                  <a:ext cx="133302" cy="133302"/>
                </a:xfrm>
                <a:custGeom>
                  <a:rect b="b" l="l" r="r" t="t"/>
                  <a:pathLst>
                    <a:path extrusionOk="0" h="3186" w="3186">
                      <a:moveTo>
                        <a:pt x="1593" y="0"/>
                      </a:moveTo>
                      <a:cubicBezTo>
                        <a:pt x="713" y="0"/>
                        <a:pt x="1" y="713"/>
                        <a:pt x="1" y="1592"/>
                      </a:cubicBezTo>
                      <a:cubicBezTo>
                        <a:pt x="1" y="2472"/>
                        <a:pt x="713" y="3186"/>
                        <a:pt x="1593" y="3186"/>
                      </a:cubicBezTo>
                      <a:cubicBezTo>
                        <a:pt x="2473" y="3186"/>
                        <a:pt x="3185" y="2472"/>
                        <a:pt x="3185" y="1592"/>
                      </a:cubicBezTo>
                      <a:cubicBezTo>
                        <a:pt x="3185" y="713"/>
                        <a:pt x="2473" y="0"/>
                        <a:pt x="159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" name="Google Shape;499;p9"/>
                <p:cNvSpPr/>
                <p:nvPr/>
              </p:nvSpPr>
              <p:spPr>
                <a:xfrm flipH="1" rot="-5400000">
                  <a:off x="145534" y="4520237"/>
                  <a:ext cx="56149" cy="56149"/>
                </a:xfrm>
                <a:custGeom>
                  <a:rect b="b" l="l" r="r" t="t"/>
                  <a:pathLst>
                    <a:path extrusionOk="0" h="1342" w="1342">
                      <a:moveTo>
                        <a:pt x="671" y="0"/>
                      </a:moveTo>
                      <a:cubicBezTo>
                        <a:pt x="301" y="0"/>
                        <a:pt x="1" y="300"/>
                        <a:pt x="1" y="670"/>
                      </a:cubicBezTo>
                      <a:cubicBezTo>
                        <a:pt x="1" y="1042"/>
                        <a:pt x="301" y="1342"/>
                        <a:pt x="671" y="1342"/>
                      </a:cubicBezTo>
                      <a:cubicBezTo>
                        <a:pt x="1041" y="1342"/>
                        <a:pt x="1341" y="1042"/>
                        <a:pt x="1341" y="670"/>
                      </a:cubicBezTo>
                      <a:cubicBezTo>
                        <a:pt x="1341" y="300"/>
                        <a:pt x="1041" y="0"/>
                        <a:pt x="6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" name="Google Shape;500;p9"/>
                <p:cNvSpPr/>
                <p:nvPr/>
              </p:nvSpPr>
              <p:spPr>
                <a:xfrm flipH="1" rot="-5400000">
                  <a:off x="2329961" y="4788504"/>
                  <a:ext cx="84391" cy="84391"/>
                </a:xfrm>
                <a:custGeom>
                  <a:rect b="b" l="l" r="r" t="t"/>
                  <a:pathLst>
                    <a:path extrusionOk="0" h="2017" w="2017">
                      <a:moveTo>
                        <a:pt x="1009" y="1"/>
                      </a:moveTo>
                      <a:cubicBezTo>
                        <a:pt x="453" y="1"/>
                        <a:pt x="1" y="452"/>
                        <a:pt x="1" y="1008"/>
                      </a:cubicBezTo>
                      <a:cubicBezTo>
                        <a:pt x="1" y="1565"/>
                        <a:pt x="453" y="2016"/>
                        <a:pt x="1009" y="2016"/>
                      </a:cubicBezTo>
                      <a:cubicBezTo>
                        <a:pt x="1566" y="2016"/>
                        <a:pt x="2017" y="1565"/>
                        <a:pt x="2017" y="1008"/>
                      </a:cubicBezTo>
                      <a:cubicBezTo>
                        <a:pt x="2017" y="452"/>
                        <a:pt x="1566" y="1"/>
                        <a:pt x="100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1" name="Google Shape;501;p9"/>
                <p:cNvSpPr/>
                <p:nvPr/>
              </p:nvSpPr>
              <p:spPr>
                <a:xfrm flipH="1" rot="-5400000">
                  <a:off x="2248814" y="4707400"/>
                  <a:ext cx="246647" cy="246689"/>
                </a:xfrm>
                <a:custGeom>
                  <a:rect b="b" l="l" r="r" t="t"/>
                  <a:pathLst>
                    <a:path extrusionOk="0" h="5896" w="5895">
                      <a:moveTo>
                        <a:pt x="2947" y="199"/>
                      </a:moveTo>
                      <a:cubicBezTo>
                        <a:pt x="4463" y="199"/>
                        <a:pt x="5696" y="1432"/>
                        <a:pt x="5696" y="2948"/>
                      </a:cubicBezTo>
                      <a:cubicBezTo>
                        <a:pt x="5696" y="4465"/>
                        <a:pt x="4463" y="5698"/>
                        <a:pt x="2947" y="5698"/>
                      </a:cubicBezTo>
                      <a:cubicBezTo>
                        <a:pt x="1432" y="5698"/>
                        <a:pt x="199" y="4465"/>
                        <a:pt x="199" y="2948"/>
                      </a:cubicBezTo>
                      <a:cubicBezTo>
                        <a:pt x="199" y="1432"/>
                        <a:pt x="1432" y="199"/>
                        <a:pt x="2947" y="199"/>
                      </a:cubicBezTo>
                      <a:close/>
                      <a:moveTo>
                        <a:pt x="2947" y="1"/>
                      </a:moveTo>
                      <a:cubicBezTo>
                        <a:pt x="1322" y="1"/>
                        <a:pt x="0" y="1324"/>
                        <a:pt x="0" y="2948"/>
                      </a:cubicBezTo>
                      <a:cubicBezTo>
                        <a:pt x="0" y="4573"/>
                        <a:pt x="1322" y="5895"/>
                        <a:pt x="2947" y="5895"/>
                      </a:cubicBezTo>
                      <a:cubicBezTo>
                        <a:pt x="4573" y="5895"/>
                        <a:pt x="5895" y="4573"/>
                        <a:pt x="5895" y="2948"/>
                      </a:cubicBezTo>
                      <a:cubicBezTo>
                        <a:pt x="5895" y="1324"/>
                        <a:pt x="4572" y="1"/>
                        <a:pt x="294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2" name="Google Shape;502;p9"/>
                <p:cNvSpPr/>
                <p:nvPr/>
              </p:nvSpPr>
              <p:spPr>
                <a:xfrm flipH="1" rot="-5400000">
                  <a:off x="212773" y="3456454"/>
                  <a:ext cx="84391" cy="84391"/>
                </a:xfrm>
                <a:custGeom>
                  <a:rect b="b" l="l" r="r" t="t"/>
                  <a:pathLst>
                    <a:path extrusionOk="0" h="2017" w="2017">
                      <a:moveTo>
                        <a:pt x="1009" y="1"/>
                      </a:moveTo>
                      <a:cubicBezTo>
                        <a:pt x="453" y="1"/>
                        <a:pt x="1" y="452"/>
                        <a:pt x="1" y="1008"/>
                      </a:cubicBezTo>
                      <a:cubicBezTo>
                        <a:pt x="1" y="1565"/>
                        <a:pt x="453" y="2016"/>
                        <a:pt x="1009" y="2016"/>
                      </a:cubicBezTo>
                      <a:cubicBezTo>
                        <a:pt x="1566" y="2016"/>
                        <a:pt x="2017" y="1565"/>
                        <a:pt x="2017" y="1008"/>
                      </a:cubicBezTo>
                      <a:cubicBezTo>
                        <a:pt x="2017" y="452"/>
                        <a:pt x="1566" y="1"/>
                        <a:pt x="100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3" name="Google Shape;503;p9"/>
                <p:cNvSpPr/>
                <p:nvPr/>
              </p:nvSpPr>
              <p:spPr>
                <a:xfrm flipH="1" rot="-5400000">
                  <a:off x="131627" y="3375350"/>
                  <a:ext cx="246647" cy="246689"/>
                </a:xfrm>
                <a:custGeom>
                  <a:rect b="b" l="l" r="r" t="t"/>
                  <a:pathLst>
                    <a:path extrusionOk="0" h="5896" w="5895">
                      <a:moveTo>
                        <a:pt x="2947" y="199"/>
                      </a:moveTo>
                      <a:cubicBezTo>
                        <a:pt x="4463" y="199"/>
                        <a:pt x="5696" y="1432"/>
                        <a:pt x="5696" y="2948"/>
                      </a:cubicBezTo>
                      <a:cubicBezTo>
                        <a:pt x="5696" y="4465"/>
                        <a:pt x="4463" y="5698"/>
                        <a:pt x="2947" y="5698"/>
                      </a:cubicBezTo>
                      <a:cubicBezTo>
                        <a:pt x="1432" y="5698"/>
                        <a:pt x="199" y="4465"/>
                        <a:pt x="199" y="2948"/>
                      </a:cubicBezTo>
                      <a:cubicBezTo>
                        <a:pt x="199" y="1432"/>
                        <a:pt x="1432" y="199"/>
                        <a:pt x="2947" y="199"/>
                      </a:cubicBezTo>
                      <a:close/>
                      <a:moveTo>
                        <a:pt x="2947" y="1"/>
                      </a:moveTo>
                      <a:cubicBezTo>
                        <a:pt x="1322" y="1"/>
                        <a:pt x="0" y="1324"/>
                        <a:pt x="0" y="2948"/>
                      </a:cubicBezTo>
                      <a:cubicBezTo>
                        <a:pt x="0" y="4573"/>
                        <a:pt x="1322" y="5895"/>
                        <a:pt x="2947" y="5895"/>
                      </a:cubicBezTo>
                      <a:cubicBezTo>
                        <a:pt x="4573" y="5895"/>
                        <a:pt x="5895" y="4573"/>
                        <a:pt x="5895" y="2948"/>
                      </a:cubicBezTo>
                      <a:cubicBezTo>
                        <a:pt x="5895" y="1324"/>
                        <a:pt x="4572" y="1"/>
                        <a:pt x="294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04" name="Google Shape;504;p9"/>
              <p:cNvGrpSpPr/>
              <p:nvPr/>
            </p:nvGrpSpPr>
            <p:grpSpPr>
              <a:xfrm>
                <a:off x="7573422" y="-66472"/>
                <a:ext cx="1214239" cy="1315478"/>
                <a:chOff x="7573422" y="-66472"/>
                <a:chExt cx="1214239" cy="1315478"/>
              </a:xfrm>
            </p:grpSpPr>
            <p:sp>
              <p:nvSpPr>
                <p:cNvPr id="505" name="Google Shape;505;p9"/>
                <p:cNvSpPr/>
                <p:nvPr/>
              </p:nvSpPr>
              <p:spPr>
                <a:xfrm flipH="1" rot="-5400000">
                  <a:off x="7523677" y="16421"/>
                  <a:ext cx="283146" cy="183656"/>
                </a:xfrm>
                <a:custGeom>
                  <a:rect b="b" l="l" r="r" t="t"/>
                  <a:pathLst>
                    <a:path extrusionOk="0" h="3679" w="5672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8"/>
                        <a:pt x="69" y="308"/>
                        <a:pt x="154" y="308"/>
                      </a:cubicBezTo>
                      <a:lnTo>
                        <a:pt x="3462" y="308"/>
                      </a:lnTo>
                      <a:lnTo>
                        <a:pt x="5364" y="2210"/>
                      </a:lnTo>
                      <a:lnTo>
                        <a:pt x="5364" y="3524"/>
                      </a:lnTo>
                      <a:cubicBezTo>
                        <a:pt x="5364" y="3610"/>
                        <a:pt x="5432" y="3678"/>
                        <a:pt x="5518" y="3678"/>
                      </a:cubicBezTo>
                      <a:cubicBezTo>
                        <a:pt x="5603" y="3678"/>
                        <a:pt x="5671" y="3610"/>
                        <a:pt x="5671" y="3524"/>
                      </a:cubicBezTo>
                      <a:lnTo>
                        <a:pt x="5671" y="2146"/>
                      </a:lnTo>
                      <a:cubicBezTo>
                        <a:pt x="5671" y="2105"/>
                        <a:pt x="5655" y="2066"/>
                        <a:pt x="5626" y="2037"/>
                      </a:cubicBezTo>
                      <a:lnTo>
                        <a:pt x="3634" y="45"/>
                      </a:lnTo>
                      <a:cubicBezTo>
                        <a:pt x="3605" y="16"/>
                        <a:pt x="3566" y="0"/>
                        <a:pt x="352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6" name="Google Shape;506;p9"/>
                <p:cNvSpPr/>
                <p:nvPr/>
              </p:nvSpPr>
              <p:spPr>
                <a:xfrm flipH="1" rot="-5400000">
                  <a:off x="8025348" y="279748"/>
                  <a:ext cx="831517" cy="139077"/>
                </a:xfrm>
                <a:custGeom>
                  <a:rect b="b" l="l" r="r" t="t"/>
                  <a:pathLst>
                    <a:path extrusionOk="0" h="2786" w="16657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9"/>
                        <a:pt x="69" y="308"/>
                        <a:pt x="154" y="308"/>
                      </a:cubicBezTo>
                      <a:lnTo>
                        <a:pt x="5453" y="308"/>
                      </a:lnTo>
                      <a:lnTo>
                        <a:pt x="7886" y="2740"/>
                      </a:lnTo>
                      <a:cubicBezTo>
                        <a:pt x="7916" y="2769"/>
                        <a:pt x="7955" y="2785"/>
                        <a:pt x="7995" y="2785"/>
                      </a:cubicBezTo>
                      <a:lnTo>
                        <a:pt x="16503" y="2785"/>
                      </a:lnTo>
                      <a:cubicBezTo>
                        <a:pt x="16588" y="2785"/>
                        <a:pt x="16657" y="2717"/>
                        <a:pt x="16657" y="2632"/>
                      </a:cubicBezTo>
                      <a:cubicBezTo>
                        <a:pt x="16657" y="2547"/>
                        <a:pt x="16588" y="2478"/>
                        <a:pt x="16503" y="2478"/>
                      </a:cubicBezTo>
                      <a:lnTo>
                        <a:pt x="8059" y="2478"/>
                      </a:lnTo>
                      <a:lnTo>
                        <a:pt x="5626" y="45"/>
                      </a:lnTo>
                      <a:cubicBezTo>
                        <a:pt x="5598" y="16"/>
                        <a:pt x="5557" y="0"/>
                        <a:pt x="551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7" name="Google Shape;507;p9"/>
                <p:cNvSpPr/>
                <p:nvPr/>
              </p:nvSpPr>
              <p:spPr>
                <a:xfrm flipH="1" rot="-5400000">
                  <a:off x="8027276" y="446057"/>
                  <a:ext cx="1221492" cy="196435"/>
                </a:xfrm>
                <a:custGeom>
                  <a:rect b="b" l="l" r="r" t="t"/>
                  <a:pathLst>
                    <a:path extrusionOk="0" h="3935" w="24469">
                      <a:moveTo>
                        <a:pt x="20637" y="1"/>
                      </a:moveTo>
                      <a:cubicBezTo>
                        <a:pt x="20596" y="1"/>
                        <a:pt x="20557" y="17"/>
                        <a:pt x="20529" y="47"/>
                      </a:cubicBezTo>
                      <a:lnTo>
                        <a:pt x="16947" y="3627"/>
                      </a:lnTo>
                      <a:lnTo>
                        <a:pt x="6092" y="3627"/>
                      </a:lnTo>
                      <a:lnTo>
                        <a:pt x="4400" y="1936"/>
                      </a:lnTo>
                      <a:cubicBezTo>
                        <a:pt x="4372" y="1907"/>
                        <a:pt x="4332" y="1891"/>
                        <a:pt x="4291" y="1891"/>
                      </a:cubicBezTo>
                      <a:lnTo>
                        <a:pt x="154" y="1891"/>
                      </a:lnTo>
                      <a:cubicBezTo>
                        <a:pt x="69" y="1891"/>
                        <a:pt x="0" y="1959"/>
                        <a:pt x="0" y="2045"/>
                      </a:cubicBezTo>
                      <a:cubicBezTo>
                        <a:pt x="0" y="2130"/>
                        <a:pt x="69" y="2198"/>
                        <a:pt x="154" y="2198"/>
                      </a:cubicBezTo>
                      <a:lnTo>
                        <a:pt x="4227" y="2198"/>
                      </a:lnTo>
                      <a:lnTo>
                        <a:pt x="5919" y="3890"/>
                      </a:lnTo>
                      <a:cubicBezTo>
                        <a:pt x="5949" y="3918"/>
                        <a:pt x="5988" y="3935"/>
                        <a:pt x="6028" y="3935"/>
                      </a:cubicBezTo>
                      <a:lnTo>
                        <a:pt x="17010" y="3935"/>
                      </a:lnTo>
                      <a:cubicBezTo>
                        <a:pt x="17051" y="3935"/>
                        <a:pt x="17090" y="3918"/>
                        <a:pt x="17119" y="3890"/>
                      </a:cubicBezTo>
                      <a:lnTo>
                        <a:pt x="20701" y="308"/>
                      </a:lnTo>
                      <a:lnTo>
                        <a:pt x="24315" y="308"/>
                      </a:lnTo>
                      <a:cubicBezTo>
                        <a:pt x="24400" y="308"/>
                        <a:pt x="24469" y="239"/>
                        <a:pt x="24469" y="154"/>
                      </a:cubicBezTo>
                      <a:cubicBezTo>
                        <a:pt x="24469" y="70"/>
                        <a:pt x="24400" y="1"/>
                        <a:pt x="243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8" name="Google Shape;508;p9"/>
                <p:cNvSpPr/>
                <p:nvPr/>
              </p:nvSpPr>
              <p:spPr>
                <a:xfrm flipH="1" rot="-5400000">
                  <a:off x="8388667" y="216708"/>
                  <a:ext cx="228584" cy="228634"/>
                </a:xfrm>
                <a:custGeom>
                  <a:rect b="b" l="l" r="r" t="t"/>
                  <a:pathLst>
                    <a:path extrusionOk="0" h="4580" w="4579">
                      <a:moveTo>
                        <a:pt x="2289" y="155"/>
                      </a:moveTo>
                      <a:cubicBezTo>
                        <a:pt x="3466" y="155"/>
                        <a:pt x="4425" y="1112"/>
                        <a:pt x="4425" y="2290"/>
                      </a:cubicBezTo>
                      <a:cubicBezTo>
                        <a:pt x="4425" y="3467"/>
                        <a:pt x="3466" y="4426"/>
                        <a:pt x="2289" y="4426"/>
                      </a:cubicBezTo>
                      <a:cubicBezTo>
                        <a:pt x="1112" y="4426"/>
                        <a:pt x="154" y="3467"/>
                        <a:pt x="154" y="2290"/>
                      </a:cubicBezTo>
                      <a:cubicBezTo>
                        <a:pt x="154" y="1112"/>
                        <a:pt x="1112" y="155"/>
                        <a:pt x="2289" y="155"/>
                      </a:cubicBezTo>
                      <a:close/>
                      <a:moveTo>
                        <a:pt x="2289" y="1"/>
                      </a:moveTo>
                      <a:cubicBezTo>
                        <a:pt x="1026" y="1"/>
                        <a:pt x="0" y="1028"/>
                        <a:pt x="0" y="2290"/>
                      </a:cubicBezTo>
                      <a:cubicBezTo>
                        <a:pt x="0" y="3552"/>
                        <a:pt x="1026" y="4580"/>
                        <a:pt x="2289" y="4580"/>
                      </a:cubicBezTo>
                      <a:cubicBezTo>
                        <a:pt x="3552" y="4580"/>
                        <a:pt x="4579" y="3552"/>
                        <a:pt x="4579" y="2290"/>
                      </a:cubicBezTo>
                      <a:cubicBezTo>
                        <a:pt x="4579" y="1028"/>
                        <a:pt x="3552" y="1"/>
                        <a:pt x="22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9" name="Google Shape;509;p9"/>
                <p:cNvSpPr/>
                <p:nvPr/>
              </p:nvSpPr>
              <p:spPr>
                <a:xfrm flipH="1" rot="-5400000">
                  <a:off x="8508404" y="930461"/>
                  <a:ext cx="78225" cy="78225"/>
                </a:xfrm>
                <a:custGeom>
                  <a:rect b="b" l="l" r="r" t="t"/>
                  <a:pathLst>
                    <a:path extrusionOk="0" h="1567" w="1567">
                      <a:moveTo>
                        <a:pt x="784" y="1"/>
                      </a:moveTo>
                      <a:cubicBezTo>
                        <a:pt x="352" y="1"/>
                        <a:pt x="1" y="352"/>
                        <a:pt x="1" y="783"/>
                      </a:cubicBezTo>
                      <a:cubicBezTo>
                        <a:pt x="1" y="1216"/>
                        <a:pt x="352" y="1567"/>
                        <a:pt x="784" y="1567"/>
                      </a:cubicBezTo>
                      <a:cubicBezTo>
                        <a:pt x="1216" y="1567"/>
                        <a:pt x="1567" y="1216"/>
                        <a:pt x="1567" y="783"/>
                      </a:cubicBezTo>
                      <a:cubicBezTo>
                        <a:pt x="1567" y="352"/>
                        <a:pt x="1216" y="1"/>
                        <a:pt x="7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0" name="Google Shape;510;p9"/>
                <p:cNvSpPr/>
                <p:nvPr/>
              </p:nvSpPr>
              <p:spPr>
                <a:xfrm flipH="1" rot="-5400000">
                  <a:off x="8433222" y="855279"/>
                  <a:ext cx="228634" cy="228634"/>
                </a:xfrm>
                <a:custGeom>
                  <a:rect b="b" l="l" r="r" t="t"/>
                  <a:pathLst>
                    <a:path extrusionOk="0" h="4580" w="4580">
                      <a:moveTo>
                        <a:pt x="2290" y="154"/>
                      </a:moveTo>
                      <a:cubicBezTo>
                        <a:pt x="3468" y="154"/>
                        <a:pt x="4425" y="1112"/>
                        <a:pt x="4425" y="2289"/>
                      </a:cubicBezTo>
                      <a:cubicBezTo>
                        <a:pt x="4425" y="3468"/>
                        <a:pt x="3468" y="4425"/>
                        <a:pt x="2290" y="4425"/>
                      </a:cubicBezTo>
                      <a:cubicBezTo>
                        <a:pt x="1113" y="4425"/>
                        <a:pt x="154" y="3468"/>
                        <a:pt x="154" y="2289"/>
                      </a:cubicBezTo>
                      <a:cubicBezTo>
                        <a:pt x="154" y="1112"/>
                        <a:pt x="1113" y="154"/>
                        <a:pt x="2290" y="154"/>
                      </a:cubicBezTo>
                      <a:close/>
                      <a:moveTo>
                        <a:pt x="2290" y="1"/>
                      </a:moveTo>
                      <a:cubicBezTo>
                        <a:pt x="1028" y="1"/>
                        <a:pt x="0" y="1028"/>
                        <a:pt x="0" y="2289"/>
                      </a:cubicBezTo>
                      <a:cubicBezTo>
                        <a:pt x="0" y="3552"/>
                        <a:pt x="1028" y="4579"/>
                        <a:pt x="2290" y="4579"/>
                      </a:cubicBezTo>
                      <a:cubicBezTo>
                        <a:pt x="3553" y="4579"/>
                        <a:pt x="4579" y="3552"/>
                        <a:pt x="4579" y="2289"/>
                      </a:cubicBezTo>
                      <a:cubicBezTo>
                        <a:pt x="4579" y="1028"/>
                        <a:pt x="3552" y="1"/>
                        <a:pt x="229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1" name="Google Shape;511;p9"/>
                <p:cNvSpPr/>
                <p:nvPr/>
              </p:nvSpPr>
              <p:spPr>
                <a:xfrm flipH="1" rot="-5400000">
                  <a:off x="8669451" y="585453"/>
                  <a:ext cx="118211" cy="118211"/>
                </a:xfrm>
                <a:custGeom>
                  <a:rect b="b" l="l" r="r" t="t"/>
                  <a:pathLst>
                    <a:path extrusionOk="0" h="2368" w="2368">
                      <a:moveTo>
                        <a:pt x="1184" y="154"/>
                      </a:moveTo>
                      <a:cubicBezTo>
                        <a:pt x="1751" y="154"/>
                        <a:pt x="2214" y="617"/>
                        <a:pt x="2214" y="1184"/>
                      </a:cubicBezTo>
                      <a:cubicBezTo>
                        <a:pt x="2214" y="1752"/>
                        <a:pt x="1751" y="2214"/>
                        <a:pt x="1184" y="2214"/>
                      </a:cubicBezTo>
                      <a:cubicBezTo>
                        <a:pt x="616" y="2214"/>
                        <a:pt x="155" y="1752"/>
                        <a:pt x="155" y="1184"/>
                      </a:cubicBezTo>
                      <a:cubicBezTo>
                        <a:pt x="155" y="617"/>
                        <a:pt x="616" y="154"/>
                        <a:pt x="1184" y="154"/>
                      </a:cubicBezTo>
                      <a:close/>
                      <a:moveTo>
                        <a:pt x="1184" y="1"/>
                      </a:moveTo>
                      <a:cubicBezTo>
                        <a:pt x="531" y="1"/>
                        <a:pt x="1" y="532"/>
                        <a:pt x="1" y="1184"/>
                      </a:cubicBezTo>
                      <a:cubicBezTo>
                        <a:pt x="1" y="1837"/>
                        <a:pt x="531" y="2368"/>
                        <a:pt x="1184" y="2368"/>
                      </a:cubicBezTo>
                      <a:cubicBezTo>
                        <a:pt x="1836" y="2368"/>
                        <a:pt x="2367" y="1837"/>
                        <a:pt x="2367" y="1184"/>
                      </a:cubicBezTo>
                      <a:cubicBezTo>
                        <a:pt x="2367" y="532"/>
                        <a:pt x="1836" y="1"/>
                        <a:pt x="118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2" name="Google Shape;512;p9"/>
                <p:cNvSpPr/>
                <p:nvPr/>
              </p:nvSpPr>
              <p:spPr>
                <a:xfrm flipH="1" rot="-5400000">
                  <a:off x="7687593" y="180290"/>
                  <a:ext cx="123602" cy="123602"/>
                </a:xfrm>
                <a:custGeom>
                  <a:rect b="b" l="l" r="r" t="t"/>
                  <a:pathLst>
                    <a:path extrusionOk="0" h="2476" w="2476">
                      <a:moveTo>
                        <a:pt x="1239" y="1"/>
                      </a:moveTo>
                      <a:cubicBezTo>
                        <a:pt x="555" y="1"/>
                        <a:pt x="1" y="554"/>
                        <a:pt x="1" y="1237"/>
                      </a:cubicBezTo>
                      <a:cubicBezTo>
                        <a:pt x="1" y="1921"/>
                        <a:pt x="555" y="2475"/>
                        <a:pt x="1239" y="2475"/>
                      </a:cubicBezTo>
                      <a:cubicBezTo>
                        <a:pt x="1922" y="2475"/>
                        <a:pt x="2475" y="1921"/>
                        <a:pt x="2475" y="1237"/>
                      </a:cubicBezTo>
                      <a:cubicBezTo>
                        <a:pt x="2475" y="554"/>
                        <a:pt x="1922" y="1"/>
                        <a:pt x="12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3" name="Google Shape;513;p9"/>
                <p:cNvSpPr/>
                <p:nvPr/>
              </p:nvSpPr>
              <p:spPr>
                <a:xfrm flipH="1" rot="-5400000">
                  <a:off x="7723361" y="216059"/>
                  <a:ext cx="52017" cy="52067"/>
                </a:xfrm>
                <a:custGeom>
                  <a:rect b="b" l="l" r="r" t="t"/>
                  <a:pathLst>
                    <a:path extrusionOk="0" h="1043" w="1042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10"/>
                        <a:pt x="233" y="1043"/>
                        <a:pt x="522" y="1043"/>
                      </a:cubicBezTo>
                      <a:cubicBezTo>
                        <a:pt x="809" y="1043"/>
                        <a:pt x="1042" y="810"/>
                        <a:pt x="1042" y="521"/>
                      </a:cubicBezTo>
                      <a:cubicBezTo>
                        <a:pt x="1042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4" name="Google Shape;514;p9"/>
                <p:cNvSpPr/>
                <p:nvPr/>
              </p:nvSpPr>
              <p:spPr>
                <a:xfrm flipH="1" rot="-5400000">
                  <a:off x="8441209" y="695630"/>
                  <a:ext cx="123552" cy="123552"/>
                </a:xfrm>
                <a:custGeom>
                  <a:rect b="b" l="l" r="r" t="t"/>
                  <a:pathLst>
                    <a:path extrusionOk="0" h="2475" w="2475">
                      <a:moveTo>
                        <a:pt x="1237" y="0"/>
                      </a:moveTo>
                      <a:cubicBezTo>
                        <a:pt x="554" y="0"/>
                        <a:pt x="1" y="553"/>
                        <a:pt x="1" y="1237"/>
                      </a:cubicBezTo>
                      <a:cubicBezTo>
                        <a:pt x="1" y="1920"/>
                        <a:pt x="554" y="2474"/>
                        <a:pt x="1237" y="2474"/>
                      </a:cubicBezTo>
                      <a:cubicBezTo>
                        <a:pt x="1922" y="2474"/>
                        <a:pt x="2475" y="1920"/>
                        <a:pt x="2475" y="1237"/>
                      </a:cubicBezTo>
                      <a:cubicBezTo>
                        <a:pt x="2475" y="553"/>
                        <a:pt x="1922" y="0"/>
                        <a:pt x="12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5" name="Google Shape;515;p9"/>
                <p:cNvSpPr/>
                <p:nvPr/>
              </p:nvSpPr>
              <p:spPr>
                <a:xfrm flipH="1" rot="-5400000">
                  <a:off x="8485739" y="1125455"/>
                  <a:ext cx="123552" cy="123552"/>
                </a:xfrm>
                <a:custGeom>
                  <a:rect b="b" l="l" r="r" t="t"/>
                  <a:pathLst>
                    <a:path extrusionOk="0" h="2475" w="2475">
                      <a:moveTo>
                        <a:pt x="1238" y="1"/>
                      </a:moveTo>
                      <a:cubicBezTo>
                        <a:pt x="555" y="1"/>
                        <a:pt x="0" y="554"/>
                        <a:pt x="0" y="1237"/>
                      </a:cubicBezTo>
                      <a:cubicBezTo>
                        <a:pt x="0" y="1921"/>
                        <a:pt x="555" y="2475"/>
                        <a:pt x="1238" y="2475"/>
                      </a:cubicBezTo>
                      <a:cubicBezTo>
                        <a:pt x="1922" y="2475"/>
                        <a:pt x="2475" y="1921"/>
                        <a:pt x="2475" y="1237"/>
                      </a:cubicBezTo>
                      <a:cubicBezTo>
                        <a:pt x="2475" y="554"/>
                        <a:pt x="1922" y="1"/>
                        <a:pt x="12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6" name="Google Shape;516;p9"/>
                <p:cNvSpPr/>
                <p:nvPr/>
              </p:nvSpPr>
              <p:spPr>
                <a:xfrm flipH="1" rot="-5400000">
                  <a:off x="8521508" y="1161223"/>
                  <a:ext cx="52067" cy="52017"/>
                </a:xfrm>
                <a:custGeom>
                  <a:rect b="b" l="l" r="r" t="t"/>
                  <a:pathLst>
                    <a:path extrusionOk="0" h="1042" w="1043">
                      <a:moveTo>
                        <a:pt x="522" y="0"/>
                      </a:moveTo>
                      <a:cubicBezTo>
                        <a:pt x="234" y="0"/>
                        <a:pt x="1" y="233"/>
                        <a:pt x="1" y="520"/>
                      </a:cubicBezTo>
                      <a:cubicBezTo>
                        <a:pt x="1" y="809"/>
                        <a:pt x="234" y="1042"/>
                        <a:pt x="522" y="1042"/>
                      </a:cubicBezTo>
                      <a:cubicBezTo>
                        <a:pt x="809" y="1042"/>
                        <a:pt x="1042" y="809"/>
                        <a:pt x="1042" y="520"/>
                      </a:cubicBezTo>
                      <a:cubicBezTo>
                        <a:pt x="1042" y="233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517" name="Google Shape;517;p9"/>
            <p:cNvSpPr/>
            <p:nvPr/>
          </p:nvSpPr>
          <p:spPr>
            <a:xfrm flipH="1" rot="-5400000">
              <a:off x="8474336" y="733073"/>
              <a:ext cx="52067" cy="52017"/>
            </a:xfrm>
            <a:custGeom>
              <a:rect b="b" l="l" r="r" t="t"/>
              <a:pathLst>
                <a:path extrusionOk="0" h="1042" w="1043">
                  <a:moveTo>
                    <a:pt x="522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2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8" name="Google Shape;518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0"/>
          <p:cNvSpPr txBox="1"/>
          <p:nvPr>
            <p:ph type="title"/>
          </p:nvPr>
        </p:nvSpPr>
        <p:spPr>
          <a:xfrm>
            <a:off x="713225" y="3799900"/>
            <a:ext cx="3081600" cy="804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21" name="Google Shape;521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2" name="Google Shape;522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11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1"/>
          <p:cNvSpPr txBox="1"/>
          <p:nvPr>
            <p:ph hasCustomPrompt="1" type="title"/>
          </p:nvPr>
        </p:nvSpPr>
        <p:spPr>
          <a:xfrm>
            <a:off x="713225" y="2571738"/>
            <a:ext cx="6576000" cy="106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26" name="Google Shape;526;p11"/>
          <p:cNvSpPr txBox="1"/>
          <p:nvPr>
            <p:ph idx="1" type="subTitle"/>
          </p:nvPr>
        </p:nvSpPr>
        <p:spPr>
          <a:xfrm>
            <a:off x="713225" y="3529463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527" name="Google Shape;527;p11"/>
          <p:cNvGrpSpPr/>
          <p:nvPr/>
        </p:nvGrpSpPr>
        <p:grpSpPr>
          <a:xfrm>
            <a:off x="442025" y="99502"/>
            <a:ext cx="10028300" cy="4792002"/>
            <a:chOff x="442025" y="99502"/>
            <a:chExt cx="10028300" cy="4792002"/>
          </a:xfrm>
        </p:grpSpPr>
        <p:grpSp>
          <p:nvGrpSpPr>
            <p:cNvPr id="528" name="Google Shape;528;p11"/>
            <p:cNvGrpSpPr/>
            <p:nvPr/>
          </p:nvGrpSpPr>
          <p:grpSpPr>
            <a:xfrm rot="-5400000">
              <a:off x="6390208" y="811386"/>
              <a:ext cx="4546693" cy="3613541"/>
              <a:chOff x="134600" y="-1281232"/>
              <a:chExt cx="5386439" cy="4280940"/>
            </a:xfrm>
          </p:grpSpPr>
          <p:sp>
            <p:nvSpPr>
              <p:cNvPr id="529" name="Google Shape;529;p11"/>
              <p:cNvSpPr/>
              <p:nvPr/>
            </p:nvSpPr>
            <p:spPr>
              <a:xfrm rot="-2700000">
                <a:off x="1238584" y="-649278"/>
                <a:ext cx="3037132" cy="3017031"/>
              </a:xfrm>
              <a:custGeom>
                <a:rect b="b" l="l" r="r" t="t"/>
                <a:pathLst>
                  <a:path extrusionOk="0" h="30469" w="30672">
                    <a:moveTo>
                      <a:pt x="217" y="1"/>
                    </a:moveTo>
                    <a:cubicBezTo>
                      <a:pt x="167" y="1"/>
                      <a:pt x="116" y="20"/>
                      <a:pt x="78" y="59"/>
                    </a:cubicBezTo>
                    <a:cubicBezTo>
                      <a:pt x="1" y="136"/>
                      <a:pt x="1" y="261"/>
                      <a:pt x="78" y="340"/>
                    </a:cubicBezTo>
                    <a:lnTo>
                      <a:pt x="4122" y="4384"/>
                    </a:lnTo>
                    <a:cubicBezTo>
                      <a:pt x="4159" y="4420"/>
                      <a:pt x="4209" y="4442"/>
                      <a:pt x="4261" y="4442"/>
                    </a:cubicBezTo>
                    <a:lnTo>
                      <a:pt x="11938" y="4442"/>
                    </a:lnTo>
                    <a:lnTo>
                      <a:pt x="18041" y="10543"/>
                    </a:lnTo>
                    <a:lnTo>
                      <a:pt x="18041" y="18056"/>
                    </a:lnTo>
                    <a:cubicBezTo>
                      <a:pt x="18041" y="18109"/>
                      <a:pt x="18062" y="18159"/>
                      <a:pt x="18099" y="18195"/>
                    </a:cubicBezTo>
                    <a:lnTo>
                      <a:pt x="30314" y="30411"/>
                    </a:lnTo>
                    <a:cubicBezTo>
                      <a:pt x="30353" y="30450"/>
                      <a:pt x="30403" y="30469"/>
                      <a:pt x="30454" y="30469"/>
                    </a:cubicBezTo>
                    <a:cubicBezTo>
                      <a:pt x="30505" y="30469"/>
                      <a:pt x="30555" y="30449"/>
                      <a:pt x="30593" y="30411"/>
                    </a:cubicBezTo>
                    <a:cubicBezTo>
                      <a:pt x="30671" y="30333"/>
                      <a:pt x="30671" y="30207"/>
                      <a:pt x="30593" y="30130"/>
                    </a:cubicBezTo>
                    <a:lnTo>
                      <a:pt x="18437" y="17974"/>
                    </a:lnTo>
                    <a:lnTo>
                      <a:pt x="18437" y="10461"/>
                    </a:lnTo>
                    <a:cubicBezTo>
                      <a:pt x="18437" y="10408"/>
                      <a:pt x="18416" y="10359"/>
                      <a:pt x="18379" y="10322"/>
                    </a:cubicBezTo>
                    <a:lnTo>
                      <a:pt x="12161" y="4104"/>
                    </a:lnTo>
                    <a:cubicBezTo>
                      <a:pt x="12124" y="4066"/>
                      <a:pt x="12073" y="4046"/>
                      <a:pt x="12021" y="4046"/>
                    </a:cubicBezTo>
                    <a:lnTo>
                      <a:pt x="4344" y="4046"/>
                    </a:lnTo>
                    <a:lnTo>
                      <a:pt x="358" y="59"/>
                    </a:lnTo>
                    <a:cubicBezTo>
                      <a:pt x="319" y="20"/>
                      <a:pt x="268" y="1"/>
                      <a:pt x="217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0" name="Google Shape;530;p11"/>
              <p:cNvGrpSpPr/>
              <p:nvPr/>
            </p:nvGrpSpPr>
            <p:grpSpPr>
              <a:xfrm>
                <a:off x="4908139" y="554913"/>
                <a:ext cx="612900" cy="612600"/>
                <a:chOff x="348039" y="569450"/>
                <a:chExt cx="612900" cy="612600"/>
              </a:xfrm>
            </p:grpSpPr>
            <p:sp>
              <p:nvSpPr>
                <p:cNvPr id="531" name="Google Shape;531;p11"/>
                <p:cNvSpPr/>
                <p:nvPr/>
              </p:nvSpPr>
              <p:spPr>
                <a:xfrm>
                  <a:off x="491230" y="712638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p11"/>
                <p:cNvSpPr/>
                <p:nvPr/>
              </p:nvSpPr>
              <p:spPr>
                <a:xfrm>
                  <a:off x="348039" y="569450"/>
                  <a:ext cx="612900" cy="6126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33" name="Google Shape;533;p11"/>
              <p:cNvSpPr/>
              <p:nvPr/>
            </p:nvSpPr>
            <p:spPr>
              <a:xfrm>
                <a:off x="134600" y="611701"/>
                <a:ext cx="499200" cy="4989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4" name="Google Shape;534;p11"/>
            <p:cNvSpPr/>
            <p:nvPr/>
          </p:nvSpPr>
          <p:spPr>
            <a:xfrm>
              <a:off x="6006362" y="4604000"/>
              <a:ext cx="1439100" cy="175800"/>
            </a:xfrm>
            <a:prstGeom prst="roundRect">
              <a:avLst>
                <a:gd fmla="val 50000" name="adj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5" name="Google Shape;535;p11"/>
            <p:cNvGrpSpPr/>
            <p:nvPr/>
          </p:nvGrpSpPr>
          <p:grpSpPr>
            <a:xfrm rot="5400000">
              <a:off x="-94575" y="1758800"/>
              <a:ext cx="1344400" cy="271200"/>
              <a:chOff x="3686625" y="4603950"/>
              <a:chExt cx="1344400" cy="271200"/>
            </a:xfrm>
          </p:grpSpPr>
          <p:sp>
            <p:nvSpPr>
              <p:cNvPr id="536" name="Google Shape;536;p11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1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1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11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1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41" name="Google Shape;541;p11"/>
            <p:cNvSpPr/>
            <p:nvPr/>
          </p:nvSpPr>
          <p:spPr>
            <a:xfrm>
              <a:off x="4248237" y="4604000"/>
              <a:ext cx="1439100" cy="175800"/>
            </a:xfrm>
            <a:prstGeom prst="roundRect">
              <a:avLst>
                <a:gd fmla="val 50000" name="adj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2" name="Google Shape;542;p11"/>
            <p:cNvGrpSpPr/>
            <p:nvPr/>
          </p:nvGrpSpPr>
          <p:grpSpPr>
            <a:xfrm rot="-5400000">
              <a:off x="2815300" y="-915923"/>
              <a:ext cx="749026" cy="2779875"/>
              <a:chOff x="8294649" y="2221728"/>
              <a:chExt cx="749026" cy="2779875"/>
            </a:xfrm>
          </p:grpSpPr>
          <p:sp>
            <p:nvSpPr>
              <p:cNvPr id="543" name="Google Shape;543;p11"/>
              <p:cNvSpPr/>
              <p:nvPr/>
            </p:nvSpPr>
            <p:spPr>
              <a:xfrm>
                <a:off x="8430775" y="4389003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1"/>
              <p:cNvSpPr/>
              <p:nvPr/>
            </p:nvSpPr>
            <p:spPr>
              <a:xfrm>
                <a:off x="8294649" y="222172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1"/>
              <p:cNvSpPr/>
              <p:nvPr/>
            </p:nvSpPr>
            <p:spPr>
              <a:xfrm flipH="1" rot="5400000">
                <a:off x="7659889" y="3312352"/>
                <a:ext cx="1868166" cy="312450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6" name="Google Shape;546;p11"/>
          <p:cNvGrpSpPr/>
          <p:nvPr/>
        </p:nvGrpSpPr>
        <p:grpSpPr>
          <a:xfrm>
            <a:off x="250885" y="-152402"/>
            <a:ext cx="8907371" cy="3922267"/>
            <a:chOff x="250885" y="-152402"/>
            <a:chExt cx="8907371" cy="3922267"/>
          </a:xfrm>
        </p:grpSpPr>
        <p:grpSp>
          <p:nvGrpSpPr>
            <p:cNvPr id="547" name="Google Shape;547;p11"/>
            <p:cNvGrpSpPr/>
            <p:nvPr/>
          </p:nvGrpSpPr>
          <p:grpSpPr>
            <a:xfrm>
              <a:off x="250885" y="-76249"/>
              <a:ext cx="8907371" cy="3846114"/>
              <a:chOff x="250885" y="-76249"/>
              <a:chExt cx="8907371" cy="3846114"/>
            </a:xfrm>
          </p:grpSpPr>
          <p:grpSp>
            <p:nvGrpSpPr>
              <p:cNvPr id="548" name="Google Shape;548;p11"/>
              <p:cNvGrpSpPr/>
              <p:nvPr/>
            </p:nvGrpSpPr>
            <p:grpSpPr>
              <a:xfrm>
                <a:off x="8393182" y="2160197"/>
                <a:ext cx="765074" cy="1609668"/>
                <a:chOff x="8393182" y="2160197"/>
                <a:chExt cx="765074" cy="1609668"/>
              </a:xfrm>
            </p:grpSpPr>
            <p:sp>
              <p:nvSpPr>
                <p:cNvPr id="549" name="Google Shape;549;p11"/>
                <p:cNvSpPr/>
                <p:nvPr/>
              </p:nvSpPr>
              <p:spPr>
                <a:xfrm flipH="1">
                  <a:off x="8393182" y="2160197"/>
                  <a:ext cx="765074" cy="1032795"/>
                </a:xfrm>
                <a:custGeom>
                  <a:rect b="b" l="l" r="r" t="t"/>
                  <a:pathLst>
                    <a:path extrusionOk="0" h="20689" w="15326">
                      <a:moveTo>
                        <a:pt x="168" y="0"/>
                      </a:moveTo>
                      <a:cubicBezTo>
                        <a:pt x="129" y="0"/>
                        <a:pt x="89" y="15"/>
                        <a:pt x="59" y="45"/>
                      </a:cubicBezTo>
                      <a:cubicBezTo>
                        <a:pt x="0" y="104"/>
                        <a:pt x="0" y="202"/>
                        <a:pt x="59" y="262"/>
                      </a:cubicBezTo>
                      <a:lnTo>
                        <a:pt x="2055" y="2257"/>
                      </a:lnTo>
                      <a:lnTo>
                        <a:pt x="2055" y="4649"/>
                      </a:lnTo>
                      <a:cubicBezTo>
                        <a:pt x="2055" y="4689"/>
                        <a:pt x="2071" y="4728"/>
                        <a:pt x="2100" y="4756"/>
                      </a:cubicBezTo>
                      <a:lnTo>
                        <a:pt x="7439" y="10096"/>
                      </a:lnTo>
                      <a:cubicBezTo>
                        <a:pt x="7468" y="10125"/>
                        <a:pt x="7507" y="10141"/>
                        <a:pt x="7548" y="10141"/>
                      </a:cubicBezTo>
                      <a:lnTo>
                        <a:pt x="13590" y="10141"/>
                      </a:lnTo>
                      <a:lnTo>
                        <a:pt x="15018" y="11570"/>
                      </a:lnTo>
                      <a:lnTo>
                        <a:pt x="15018" y="14341"/>
                      </a:lnTo>
                      <a:lnTo>
                        <a:pt x="13328" y="16032"/>
                      </a:lnTo>
                      <a:lnTo>
                        <a:pt x="11834" y="16032"/>
                      </a:lnTo>
                      <a:cubicBezTo>
                        <a:pt x="11793" y="16032"/>
                        <a:pt x="11754" y="16048"/>
                        <a:pt x="11725" y="16077"/>
                      </a:cubicBezTo>
                      <a:lnTo>
                        <a:pt x="9898" y="17903"/>
                      </a:lnTo>
                      <a:cubicBezTo>
                        <a:pt x="9870" y="17932"/>
                        <a:pt x="9853" y="17972"/>
                        <a:pt x="9853" y="18012"/>
                      </a:cubicBezTo>
                      <a:lnTo>
                        <a:pt x="9853" y="20535"/>
                      </a:lnTo>
                      <a:cubicBezTo>
                        <a:pt x="9853" y="20619"/>
                        <a:pt x="9922" y="20688"/>
                        <a:pt x="10007" y="20688"/>
                      </a:cubicBezTo>
                      <a:cubicBezTo>
                        <a:pt x="10092" y="20688"/>
                        <a:pt x="10161" y="20620"/>
                        <a:pt x="10161" y="20535"/>
                      </a:cubicBezTo>
                      <a:lnTo>
                        <a:pt x="10161" y="18076"/>
                      </a:lnTo>
                      <a:lnTo>
                        <a:pt x="11897" y="16339"/>
                      </a:lnTo>
                      <a:lnTo>
                        <a:pt x="13392" y="16339"/>
                      </a:lnTo>
                      <a:cubicBezTo>
                        <a:pt x="13432" y="16339"/>
                        <a:pt x="13471" y="16324"/>
                        <a:pt x="13500" y="16294"/>
                      </a:cubicBezTo>
                      <a:lnTo>
                        <a:pt x="15281" y="14514"/>
                      </a:lnTo>
                      <a:cubicBezTo>
                        <a:pt x="15310" y="14484"/>
                        <a:pt x="15326" y="14445"/>
                        <a:pt x="15326" y="14405"/>
                      </a:cubicBezTo>
                      <a:lnTo>
                        <a:pt x="15326" y="11506"/>
                      </a:lnTo>
                      <a:cubicBezTo>
                        <a:pt x="15326" y="11466"/>
                        <a:pt x="15310" y="11427"/>
                        <a:pt x="15281" y="11398"/>
                      </a:cubicBezTo>
                      <a:lnTo>
                        <a:pt x="13762" y="9879"/>
                      </a:lnTo>
                      <a:cubicBezTo>
                        <a:pt x="13733" y="9850"/>
                        <a:pt x="13694" y="9834"/>
                        <a:pt x="13653" y="9834"/>
                      </a:cubicBezTo>
                      <a:lnTo>
                        <a:pt x="7612" y="9834"/>
                      </a:lnTo>
                      <a:lnTo>
                        <a:pt x="2362" y="4585"/>
                      </a:lnTo>
                      <a:lnTo>
                        <a:pt x="2362" y="2193"/>
                      </a:lnTo>
                      <a:cubicBezTo>
                        <a:pt x="2362" y="2153"/>
                        <a:pt x="2345" y="2114"/>
                        <a:pt x="2317" y="2084"/>
                      </a:cubicBezTo>
                      <a:lnTo>
                        <a:pt x="277" y="45"/>
                      </a:lnTo>
                      <a:cubicBezTo>
                        <a:pt x="247" y="15"/>
                        <a:pt x="208" y="0"/>
                        <a:pt x="16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" name="Google Shape;550;p11"/>
                <p:cNvSpPr/>
                <p:nvPr/>
              </p:nvSpPr>
              <p:spPr>
                <a:xfrm flipH="1">
                  <a:off x="8856539" y="3532092"/>
                  <a:ext cx="283146" cy="183656"/>
                </a:xfrm>
                <a:custGeom>
                  <a:rect b="b" l="l" r="r" t="t"/>
                  <a:pathLst>
                    <a:path extrusionOk="0" h="3679" w="5672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8"/>
                        <a:pt x="69" y="308"/>
                        <a:pt x="154" y="308"/>
                      </a:cubicBezTo>
                      <a:lnTo>
                        <a:pt x="3462" y="308"/>
                      </a:lnTo>
                      <a:lnTo>
                        <a:pt x="5364" y="2210"/>
                      </a:lnTo>
                      <a:lnTo>
                        <a:pt x="5364" y="3524"/>
                      </a:lnTo>
                      <a:cubicBezTo>
                        <a:pt x="5364" y="3610"/>
                        <a:pt x="5432" y="3678"/>
                        <a:pt x="5518" y="3678"/>
                      </a:cubicBezTo>
                      <a:cubicBezTo>
                        <a:pt x="5603" y="3678"/>
                        <a:pt x="5671" y="3610"/>
                        <a:pt x="5671" y="3524"/>
                      </a:cubicBezTo>
                      <a:lnTo>
                        <a:pt x="5671" y="2146"/>
                      </a:lnTo>
                      <a:cubicBezTo>
                        <a:pt x="5671" y="2105"/>
                        <a:pt x="5655" y="2066"/>
                        <a:pt x="5626" y="2037"/>
                      </a:cubicBezTo>
                      <a:lnTo>
                        <a:pt x="3634" y="45"/>
                      </a:lnTo>
                      <a:cubicBezTo>
                        <a:pt x="3605" y="16"/>
                        <a:pt x="3566" y="0"/>
                        <a:pt x="352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" name="Google Shape;551;p11"/>
                <p:cNvSpPr/>
                <p:nvPr/>
              </p:nvSpPr>
              <p:spPr>
                <a:xfrm flipH="1">
                  <a:off x="8596343" y="3111303"/>
                  <a:ext cx="123602" cy="123552"/>
                </a:xfrm>
                <a:custGeom>
                  <a:rect b="b" l="l" r="r" t="t"/>
                  <a:pathLst>
                    <a:path extrusionOk="0" h="2475" w="2476">
                      <a:moveTo>
                        <a:pt x="1238" y="0"/>
                      </a:moveTo>
                      <a:cubicBezTo>
                        <a:pt x="554" y="0"/>
                        <a:pt x="0" y="554"/>
                        <a:pt x="0" y="1237"/>
                      </a:cubicBezTo>
                      <a:cubicBezTo>
                        <a:pt x="0" y="1920"/>
                        <a:pt x="554" y="2475"/>
                        <a:pt x="1238" y="2475"/>
                      </a:cubicBezTo>
                      <a:cubicBezTo>
                        <a:pt x="1921" y="2475"/>
                        <a:pt x="2476" y="1920"/>
                        <a:pt x="2476" y="1237"/>
                      </a:cubicBezTo>
                      <a:cubicBezTo>
                        <a:pt x="2476" y="554"/>
                        <a:pt x="1921" y="0"/>
                        <a:pt x="123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" name="Google Shape;552;p11"/>
                <p:cNvSpPr/>
                <p:nvPr/>
              </p:nvSpPr>
              <p:spPr>
                <a:xfrm flipH="1">
                  <a:off x="8632084" y="3146997"/>
                  <a:ext cx="52116" cy="52116"/>
                </a:xfrm>
                <a:custGeom>
                  <a:rect b="b" l="l" r="r" t="t"/>
                  <a:pathLst>
                    <a:path extrusionOk="0" h="1044" w="1044">
                      <a:moveTo>
                        <a:pt x="522" y="1"/>
                      </a:moveTo>
                      <a:cubicBezTo>
                        <a:pt x="235" y="1"/>
                        <a:pt x="0" y="235"/>
                        <a:pt x="0" y="522"/>
                      </a:cubicBezTo>
                      <a:cubicBezTo>
                        <a:pt x="0" y="810"/>
                        <a:pt x="233" y="1043"/>
                        <a:pt x="522" y="1043"/>
                      </a:cubicBezTo>
                      <a:cubicBezTo>
                        <a:pt x="809" y="1043"/>
                        <a:pt x="1043" y="810"/>
                        <a:pt x="1043" y="522"/>
                      </a:cubicBezTo>
                      <a:cubicBezTo>
                        <a:pt x="1043" y="235"/>
                        <a:pt x="809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3" name="Google Shape;553;p11"/>
                <p:cNvSpPr/>
                <p:nvPr/>
              </p:nvSpPr>
              <p:spPr>
                <a:xfrm flipH="1">
                  <a:off x="8802469" y="3646263"/>
                  <a:ext cx="123602" cy="123602"/>
                </a:xfrm>
                <a:custGeom>
                  <a:rect b="b" l="l" r="r" t="t"/>
                  <a:pathLst>
                    <a:path extrusionOk="0" h="2476" w="2476">
                      <a:moveTo>
                        <a:pt x="1239" y="1"/>
                      </a:moveTo>
                      <a:cubicBezTo>
                        <a:pt x="555" y="1"/>
                        <a:pt x="1" y="554"/>
                        <a:pt x="1" y="1237"/>
                      </a:cubicBezTo>
                      <a:cubicBezTo>
                        <a:pt x="1" y="1921"/>
                        <a:pt x="555" y="2475"/>
                        <a:pt x="1239" y="2475"/>
                      </a:cubicBezTo>
                      <a:cubicBezTo>
                        <a:pt x="1922" y="2475"/>
                        <a:pt x="2475" y="1921"/>
                        <a:pt x="2475" y="1237"/>
                      </a:cubicBezTo>
                      <a:cubicBezTo>
                        <a:pt x="2475" y="554"/>
                        <a:pt x="1922" y="1"/>
                        <a:pt x="12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4" name="Google Shape;554;p11"/>
                <p:cNvSpPr/>
                <p:nvPr/>
              </p:nvSpPr>
              <p:spPr>
                <a:xfrm flipH="1">
                  <a:off x="8838260" y="3682007"/>
                  <a:ext cx="52017" cy="52067"/>
                </a:xfrm>
                <a:custGeom>
                  <a:rect b="b" l="l" r="r" t="t"/>
                  <a:pathLst>
                    <a:path extrusionOk="0" h="1043" w="1042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10"/>
                        <a:pt x="233" y="1043"/>
                        <a:pt x="522" y="1043"/>
                      </a:cubicBezTo>
                      <a:cubicBezTo>
                        <a:pt x="809" y="1043"/>
                        <a:pt x="1042" y="810"/>
                        <a:pt x="1042" y="521"/>
                      </a:cubicBezTo>
                      <a:cubicBezTo>
                        <a:pt x="1042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55" name="Google Shape;555;p11"/>
              <p:cNvGrpSpPr/>
              <p:nvPr/>
            </p:nvGrpSpPr>
            <p:grpSpPr>
              <a:xfrm>
                <a:off x="250885" y="-76249"/>
                <a:ext cx="672308" cy="1183848"/>
                <a:chOff x="250885" y="-76249"/>
                <a:chExt cx="672308" cy="1183848"/>
              </a:xfrm>
            </p:grpSpPr>
            <p:sp>
              <p:nvSpPr>
                <p:cNvPr id="556" name="Google Shape;556;p11"/>
                <p:cNvSpPr/>
                <p:nvPr/>
              </p:nvSpPr>
              <p:spPr>
                <a:xfrm flipH="1" rot="10800000">
                  <a:off x="250885" y="-76249"/>
                  <a:ext cx="188422" cy="1056333"/>
                </a:xfrm>
                <a:custGeom>
                  <a:rect b="b" l="l" r="r" t="t"/>
                  <a:pathLst>
                    <a:path extrusionOk="0" h="20429" w="3644">
                      <a:moveTo>
                        <a:pt x="2406" y="1"/>
                      </a:moveTo>
                      <a:cubicBezTo>
                        <a:pt x="1723" y="1"/>
                        <a:pt x="1169" y="555"/>
                        <a:pt x="1169" y="1238"/>
                      </a:cubicBezTo>
                      <a:cubicBezTo>
                        <a:pt x="1169" y="1525"/>
                        <a:pt x="1270" y="1785"/>
                        <a:pt x="1434" y="1994"/>
                      </a:cubicBezTo>
                      <a:lnTo>
                        <a:pt x="46" y="3382"/>
                      </a:lnTo>
                      <a:cubicBezTo>
                        <a:pt x="17" y="3410"/>
                        <a:pt x="1" y="3449"/>
                        <a:pt x="1" y="3491"/>
                      </a:cubicBezTo>
                      <a:lnTo>
                        <a:pt x="1" y="13384"/>
                      </a:lnTo>
                      <a:cubicBezTo>
                        <a:pt x="1" y="13424"/>
                        <a:pt x="17" y="13463"/>
                        <a:pt x="46" y="13493"/>
                      </a:cubicBezTo>
                      <a:lnTo>
                        <a:pt x="2189" y="15636"/>
                      </a:lnTo>
                      <a:lnTo>
                        <a:pt x="2189" y="20275"/>
                      </a:lnTo>
                      <a:cubicBezTo>
                        <a:pt x="2189" y="20359"/>
                        <a:pt x="2258" y="20429"/>
                        <a:pt x="2343" y="20429"/>
                      </a:cubicBezTo>
                      <a:cubicBezTo>
                        <a:pt x="2428" y="20429"/>
                        <a:pt x="2496" y="20359"/>
                        <a:pt x="2496" y="20275"/>
                      </a:cubicBezTo>
                      <a:lnTo>
                        <a:pt x="2496" y="15572"/>
                      </a:lnTo>
                      <a:cubicBezTo>
                        <a:pt x="2496" y="15531"/>
                        <a:pt x="2480" y="15492"/>
                        <a:pt x="2451" y="15464"/>
                      </a:cubicBezTo>
                      <a:lnTo>
                        <a:pt x="308" y="13320"/>
                      </a:lnTo>
                      <a:lnTo>
                        <a:pt x="308" y="3554"/>
                      </a:lnTo>
                      <a:lnTo>
                        <a:pt x="1650" y="2211"/>
                      </a:lnTo>
                      <a:lnTo>
                        <a:pt x="1651" y="2211"/>
                      </a:lnTo>
                      <a:cubicBezTo>
                        <a:pt x="1860" y="2375"/>
                        <a:pt x="2120" y="2476"/>
                        <a:pt x="2406" y="2476"/>
                      </a:cubicBezTo>
                      <a:cubicBezTo>
                        <a:pt x="3090" y="2476"/>
                        <a:pt x="3643" y="1922"/>
                        <a:pt x="3643" y="1238"/>
                      </a:cubicBezTo>
                      <a:cubicBezTo>
                        <a:pt x="3643" y="555"/>
                        <a:pt x="3090" y="1"/>
                        <a:pt x="240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7" name="Google Shape;557;p11"/>
                <p:cNvSpPr/>
                <p:nvPr/>
              </p:nvSpPr>
              <p:spPr>
                <a:xfrm flipH="1" rot="10800000">
                  <a:off x="348357" y="889077"/>
                  <a:ext cx="53931" cy="53931"/>
                </a:xfrm>
                <a:custGeom>
                  <a:rect b="b" l="l" r="r" t="t"/>
                  <a:pathLst>
                    <a:path extrusionOk="0" h="1043" w="1043">
                      <a:moveTo>
                        <a:pt x="521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09"/>
                        <a:pt x="233" y="1043"/>
                        <a:pt x="521" y="1043"/>
                      </a:cubicBezTo>
                      <a:cubicBezTo>
                        <a:pt x="809" y="1043"/>
                        <a:pt x="1043" y="809"/>
                        <a:pt x="1043" y="521"/>
                      </a:cubicBezTo>
                      <a:cubicBezTo>
                        <a:pt x="1043" y="234"/>
                        <a:pt x="809" y="0"/>
                        <a:pt x="5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8" name="Google Shape;558;p11"/>
                <p:cNvSpPr/>
                <p:nvPr/>
              </p:nvSpPr>
              <p:spPr>
                <a:xfrm flipH="1" rot="10800000">
                  <a:off x="438848" y="-76193"/>
                  <a:ext cx="484344" cy="1183792"/>
                </a:xfrm>
                <a:custGeom>
                  <a:rect b="b" l="l" r="r" t="t"/>
                  <a:pathLst>
                    <a:path extrusionOk="0" h="22894" w="9367">
                      <a:moveTo>
                        <a:pt x="1897" y="1"/>
                      </a:moveTo>
                      <a:cubicBezTo>
                        <a:pt x="1214" y="1"/>
                        <a:pt x="661" y="555"/>
                        <a:pt x="661" y="1238"/>
                      </a:cubicBezTo>
                      <a:cubicBezTo>
                        <a:pt x="661" y="1847"/>
                        <a:pt x="1103" y="2352"/>
                        <a:pt x="1683" y="2454"/>
                      </a:cubicBezTo>
                      <a:lnTo>
                        <a:pt x="1683" y="8153"/>
                      </a:lnTo>
                      <a:lnTo>
                        <a:pt x="46" y="9790"/>
                      </a:lnTo>
                      <a:cubicBezTo>
                        <a:pt x="17" y="9819"/>
                        <a:pt x="1" y="9858"/>
                        <a:pt x="1" y="9899"/>
                      </a:cubicBezTo>
                      <a:lnTo>
                        <a:pt x="1" y="13697"/>
                      </a:lnTo>
                      <a:cubicBezTo>
                        <a:pt x="1" y="13738"/>
                        <a:pt x="17" y="13778"/>
                        <a:pt x="46" y="13806"/>
                      </a:cubicBezTo>
                      <a:lnTo>
                        <a:pt x="9090" y="22849"/>
                      </a:lnTo>
                      <a:cubicBezTo>
                        <a:pt x="9119" y="22879"/>
                        <a:pt x="9158" y="22894"/>
                        <a:pt x="9198" y="22894"/>
                      </a:cubicBezTo>
                      <a:cubicBezTo>
                        <a:pt x="9237" y="22894"/>
                        <a:pt x="9276" y="22879"/>
                        <a:pt x="9307" y="22849"/>
                      </a:cubicBezTo>
                      <a:cubicBezTo>
                        <a:pt x="9366" y="22790"/>
                        <a:pt x="9366" y="22692"/>
                        <a:pt x="9307" y="22631"/>
                      </a:cubicBezTo>
                      <a:lnTo>
                        <a:pt x="308" y="13634"/>
                      </a:lnTo>
                      <a:lnTo>
                        <a:pt x="308" y="9963"/>
                      </a:lnTo>
                      <a:lnTo>
                        <a:pt x="1946" y="8326"/>
                      </a:lnTo>
                      <a:cubicBezTo>
                        <a:pt x="1974" y="8297"/>
                        <a:pt x="1991" y="8258"/>
                        <a:pt x="1991" y="8217"/>
                      </a:cubicBezTo>
                      <a:lnTo>
                        <a:pt x="1991" y="2466"/>
                      </a:lnTo>
                      <a:cubicBezTo>
                        <a:pt x="2629" y="2417"/>
                        <a:pt x="3135" y="1890"/>
                        <a:pt x="3135" y="1238"/>
                      </a:cubicBezTo>
                      <a:cubicBezTo>
                        <a:pt x="3135" y="555"/>
                        <a:pt x="2580" y="1"/>
                        <a:pt x="18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9" name="Google Shape;559;p11"/>
                <p:cNvSpPr/>
                <p:nvPr/>
              </p:nvSpPr>
              <p:spPr>
                <a:xfrm flipH="1" rot="10800000">
                  <a:off x="509949" y="1016644"/>
                  <a:ext cx="53983" cy="53879"/>
                </a:xfrm>
                <a:custGeom>
                  <a:rect b="b" l="l" r="r" t="t"/>
                  <a:pathLst>
                    <a:path extrusionOk="0" h="1042" w="1044">
                      <a:moveTo>
                        <a:pt x="522" y="0"/>
                      </a:moveTo>
                      <a:cubicBezTo>
                        <a:pt x="235" y="0"/>
                        <a:pt x="1" y="233"/>
                        <a:pt x="1" y="521"/>
                      </a:cubicBezTo>
                      <a:cubicBezTo>
                        <a:pt x="1" y="809"/>
                        <a:pt x="235" y="1042"/>
                        <a:pt x="522" y="1042"/>
                      </a:cubicBezTo>
                      <a:cubicBezTo>
                        <a:pt x="811" y="1042"/>
                        <a:pt x="1043" y="809"/>
                        <a:pt x="1043" y="521"/>
                      </a:cubicBezTo>
                      <a:cubicBezTo>
                        <a:pt x="1043" y="233"/>
                        <a:pt x="811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0" name="Google Shape;560;p11"/>
                <p:cNvSpPr/>
                <p:nvPr/>
              </p:nvSpPr>
              <p:spPr>
                <a:xfrm flipH="1" rot="10800000">
                  <a:off x="406375" y="360970"/>
                  <a:ext cx="80974" cy="81026"/>
                </a:xfrm>
                <a:custGeom>
                  <a:rect b="b" l="l" r="r" t="t"/>
                  <a:pathLst>
                    <a:path extrusionOk="0" h="1567" w="1566">
                      <a:moveTo>
                        <a:pt x="783" y="0"/>
                      </a:moveTo>
                      <a:cubicBezTo>
                        <a:pt x="350" y="0"/>
                        <a:pt x="0" y="351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5" y="1567"/>
                        <a:pt x="1565" y="1216"/>
                        <a:pt x="1565" y="784"/>
                      </a:cubicBezTo>
                      <a:cubicBezTo>
                        <a:pt x="1565" y="351"/>
                        <a:pt x="1215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" name="Google Shape;561;p11"/>
                <p:cNvSpPr/>
                <p:nvPr/>
              </p:nvSpPr>
              <p:spPr>
                <a:xfrm flipH="1" rot="10800000">
                  <a:off x="328449" y="283102"/>
                  <a:ext cx="236820" cy="236769"/>
                </a:xfrm>
                <a:custGeom>
                  <a:rect b="b" l="l" r="r" t="t"/>
                  <a:pathLst>
                    <a:path extrusionOk="0" h="4579" w="4580">
                      <a:moveTo>
                        <a:pt x="2290" y="154"/>
                      </a:moveTo>
                      <a:cubicBezTo>
                        <a:pt x="3467" y="154"/>
                        <a:pt x="4426" y="1111"/>
                        <a:pt x="4426" y="2290"/>
                      </a:cubicBezTo>
                      <a:cubicBezTo>
                        <a:pt x="4426" y="3468"/>
                        <a:pt x="3467" y="4425"/>
                        <a:pt x="2290" y="4425"/>
                      </a:cubicBezTo>
                      <a:cubicBezTo>
                        <a:pt x="1112" y="4425"/>
                        <a:pt x="155" y="3468"/>
                        <a:pt x="155" y="2290"/>
                      </a:cubicBezTo>
                      <a:cubicBezTo>
                        <a:pt x="155" y="1113"/>
                        <a:pt x="1112" y="154"/>
                        <a:pt x="2290" y="154"/>
                      </a:cubicBezTo>
                      <a:close/>
                      <a:moveTo>
                        <a:pt x="2290" y="0"/>
                      </a:moveTo>
                      <a:cubicBezTo>
                        <a:pt x="1027" y="0"/>
                        <a:pt x="1" y="1028"/>
                        <a:pt x="1" y="2290"/>
                      </a:cubicBezTo>
                      <a:cubicBezTo>
                        <a:pt x="1" y="3553"/>
                        <a:pt x="1027" y="4579"/>
                        <a:pt x="2290" y="4579"/>
                      </a:cubicBezTo>
                      <a:cubicBezTo>
                        <a:pt x="3552" y="4579"/>
                        <a:pt x="4580" y="3551"/>
                        <a:pt x="4580" y="2290"/>
                      </a:cubicBezTo>
                      <a:cubicBezTo>
                        <a:pt x="4580" y="1028"/>
                        <a:pt x="3552" y="0"/>
                        <a:pt x="229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62" name="Google Shape;562;p11"/>
            <p:cNvGrpSpPr/>
            <p:nvPr/>
          </p:nvGrpSpPr>
          <p:grpSpPr>
            <a:xfrm>
              <a:off x="960595" y="-152402"/>
              <a:ext cx="972697" cy="916567"/>
              <a:chOff x="960595" y="-152402"/>
              <a:chExt cx="972697" cy="916567"/>
            </a:xfrm>
          </p:grpSpPr>
          <p:sp>
            <p:nvSpPr>
              <p:cNvPr id="563" name="Google Shape;563;p11"/>
              <p:cNvSpPr/>
              <p:nvPr/>
            </p:nvSpPr>
            <p:spPr>
              <a:xfrm flipH="1" rot="10800000">
                <a:off x="1027973" y="-76216"/>
                <a:ext cx="92712" cy="537861"/>
              </a:xfrm>
              <a:custGeom>
                <a:rect b="b" l="l" r="r" t="t"/>
                <a:pathLst>
                  <a:path extrusionOk="0" h="10402" w="1793">
                    <a:moveTo>
                      <a:pt x="1639" y="10402"/>
                    </a:moveTo>
                    <a:cubicBezTo>
                      <a:pt x="1554" y="10402"/>
                      <a:pt x="1485" y="10333"/>
                      <a:pt x="1485" y="10248"/>
                    </a:cubicBezTo>
                    <a:lnTo>
                      <a:pt x="1485" y="1703"/>
                    </a:lnTo>
                    <a:lnTo>
                      <a:pt x="61" y="279"/>
                    </a:lnTo>
                    <a:cubicBezTo>
                      <a:pt x="1" y="218"/>
                      <a:pt x="1" y="121"/>
                      <a:pt x="61" y="61"/>
                    </a:cubicBezTo>
                    <a:cubicBezTo>
                      <a:pt x="121" y="1"/>
                      <a:pt x="218" y="1"/>
                      <a:pt x="278" y="61"/>
                    </a:cubicBezTo>
                    <a:lnTo>
                      <a:pt x="1748" y="1531"/>
                    </a:lnTo>
                    <a:cubicBezTo>
                      <a:pt x="1776" y="1559"/>
                      <a:pt x="1793" y="1598"/>
                      <a:pt x="1793" y="1639"/>
                    </a:cubicBezTo>
                    <a:lnTo>
                      <a:pt x="1793" y="10248"/>
                    </a:lnTo>
                    <a:cubicBezTo>
                      <a:pt x="1793" y="10333"/>
                      <a:pt x="1724" y="10402"/>
                      <a:pt x="1639" y="1040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11"/>
              <p:cNvSpPr/>
              <p:nvPr/>
            </p:nvSpPr>
            <p:spPr>
              <a:xfrm flipH="1" rot="10800000">
                <a:off x="1073871" y="-152402"/>
                <a:ext cx="553994" cy="916567"/>
              </a:xfrm>
              <a:custGeom>
                <a:rect b="b" l="l" r="r" t="t"/>
                <a:pathLst>
                  <a:path extrusionOk="0" h="17726" w="10714">
                    <a:moveTo>
                      <a:pt x="1237" y="0"/>
                    </a:moveTo>
                    <a:cubicBezTo>
                      <a:pt x="553" y="0"/>
                      <a:pt x="0" y="553"/>
                      <a:pt x="0" y="1237"/>
                    </a:cubicBezTo>
                    <a:cubicBezTo>
                      <a:pt x="0" y="1920"/>
                      <a:pt x="553" y="2474"/>
                      <a:pt x="1237" y="2474"/>
                    </a:cubicBezTo>
                    <a:cubicBezTo>
                      <a:pt x="1539" y="2474"/>
                      <a:pt x="1813" y="2362"/>
                      <a:pt x="2026" y="2182"/>
                    </a:cubicBezTo>
                    <a:lnTo>
                      <a:pt x="5616" y="5771"/>
                    </a:lnTo>
                    <a:lnTo>
                      <a:pt x="5616" y="12797"/>
                    </a:lnTo>
                    <a:cubicBezTo>
                      <a:pt x="5616" y="12839"/>
                      <a:pt x="5632" y="12878"/>
                      <a:pt x="5662" y="12906"/>
                    </a:cubicBezTo>
                    <a:cubicBezTo>
                      <a:pt x="5662" y="12906"/>
                      <a:pt x="10291" y="17537"/>
                      <a:pt x="10437" y="17681"/>
                    </a:cubicBezTo>
                    <a:cubicBezTo>
                      <a:pt x="10466" y="17711"/>
                      <a:pt x="10505" y="17726"/>
                      <a:pt x="10544" y="17726"/>
                    </a:cubicBezTo>
                    <a:cubicBezTo>
                      <a:pt x="10584" y="17726"/>
                      <a:pt x="10623" y="17710"/>
                      <a:pt x="10654" y="17681"/>
                    </a:cubicBezTo>
                    <a:cubicBezTo>
                      <a:pt x="10713" y="17620"/>
                      <a:pt x="10713" y="17524"/>
                      <a:pt x="10653" y="17463"/>
                    </a:cubicBezTo>
                    <a:lnTo>
                      <a:pt x="10654" y="17463"/>
                    </a:lnTo>
                    <a:cubicBezTo>
                      <a:pt x="10517" y="17327"/>
                      <a:pt x="6402" y="13211"/>
                      <a:pt x="5924" y="12733"/>
                    </a:cubicBezTo>
                    <a:lnTo>
                      <a:pt x="5924" y="5708"/>
                    </a:lnTo>
                    <a:cubicBezTo>
                      <a:pt x="5924" y="5667"/>
                      <a:pt x="5908" y="5627"/>
                      <a:pt x="5879" y="5599"/>
                    </a:cubicBezTo>
                    <a:lnTo>
                      <a:pt x="2238" y="1959"/>
                    </a:lnTo>
                    <a:cubicBezTo>
                      <a:pt x="2386" y="1754"/>
                      <a:pt x="2475" y="1507"/>
                      <a:pt x="2475" y="1237"/>
                    </a:cubicBezTo>
                    <a:cubicBezTo>
                      <a:pt x="2475" y="553"/>
                      <a:pt x="1920" y="0"/>
                      <a:pt x="12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11"/>
              <p:cNvSpPr/>
              <p:nvPr/>
            </p:nvSpPr>
            <p:spPr>
              <a:xfrm flipH="1" rot="10800000">
                <a:off x="1110895" y="673262"/>
                <a:ext cx="53931" cy="53931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4" y="0"/>
                      <a:pt x="1" y="234"/>
                      <a:pt x="1" y="522"/>
                    </a:cubicBezTo>
                    <a:cubicBezTo>
                      <a:pt x="1" y="809"/>
                      <a:pt x="234" y="1043"/>
                      <a:pt x="521" y="1043"/>
                    </a:cubicBezTo>
                    <a:cubicBezTo>
                      <a:pt x="809" y="1043"/>
                      <a:pt x="1042" y="810"/>
                      <a:pt x="1042" y="522"/>
                    </a:cubicBezTo>
                    <a:cubicBezTo>
                      <a:pt x="1042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1"/>
              <p:cNvSpPr/>
              <p:nvPr/>
            </p:nvSpPr>
            <p:spPr>
              <a:xfrm flipH="1" rot="10800000">
                <a:off x="1748232" y="-76210"/>
                <a:ext cx="185061" cy="688020"/>
              </a:xfrm>
              <a:custGeom>
                <a:rect b="b" l="l" r="r" t="t"/>
                <a:pathLst>
                  <a:path extrusionOk="0" h="13306" w="3579">
                    <a:moveTo>
                      <a:pt x="2341" y="0"/>
                    </a:moveTo>
                    <a:cubicBezTo>
                      <a:pt x="1657" y="0"/>
                      <a:pt x="1104" y="555"/>
                      <a:pt x="1104" y="1237"/>
                    </a:cubicBezTo>
                    <a:cubicBezTo>
                      <a:pt x="1104" y="1875"/>
                      <a:pt x="1588" y="2393"/>
                      <a:pt x="2206" y="2462"/>
                    </a:cubicBezTo>
                    <a:lnTo>
                      <a:pt x="2206" y="5094"/>
                    </a:lnTo>
                    <a:lnTo>
                      <a:pt x="45" y="7256"/>
                    </a:lnTo>
                    <a:cubicBezTo>
                      <a:pt x="17" y="7285"/>
                      <a:pt x="0" y="7324"/>
                      <a:pt x="0" y="7365"/>
                    </a:cubicBezTo>
                    <a:lnTo>
                      <a:pt x="0" y="13152"/>
                    </a:lnTo>
                    <a:cubicBezTo>
                      <a:pt x="0" y="13237"/>
                      <a:pt x="69" y="13306"/>
                      <a:pt x="154" y="13306"/>
                    </a:cubicBezTo>
                    <a:cubicBezTo>
                      <a:pt x="239" y="13306"/>
                      <a:pt x="307" y="13237"/>
                      <a:pt x="307" y="13152"/>
                    </a:cubicBezTo>
                    <a:lnTo>
                      <a:pt x="307" y="7429"/>
                    </a:lnTo>
                    <a:lnTo>
                      <a:pt x="2468" y="5267"/>
                    </a:lnTo>
                    <a:cubicBezTo>
                      <a:pt x="2498" y="5238"/>
                      <a:pt x="2513" y="5199"/>
                      <a:pt x="2513" y="5158"/>
                    </a:cubicBezTo>
                    <a:lnTo>
                      <a:pt x="2513" y="2457"/>
                    </a:lnTo>
                    <a:cubicBezTo>
                      <a:pt x="3115" y="2373"/>
                      <a:pt x="3578" y="1862"/>
                      <a:pt x="3578" y="1238"/>
                    </a:cubicBezTo>
                    <a:lnTo>
                      <a:pt x="3578" y="1237"/>
                    </a:lnTo>
                    <a:cubicBezTo>
                      <a:pt x="3578" y="555"/>
                      <a:pt x="3024" y="0"/>
                      <a:pt x="23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11"/>
              <p:cNvSpPr/>
              <p:nvPr/>
            </p:nvSpPr>
            <p:spPr>
              <a:xfrm flipH="1" rot="10800000">
                <a:off x="1842291" y="520855"/>
                <a:ext cx="53983" cy="53931"/>
              </a:xfrm>
              <a:custGeom>
                <a:rect b="b" l="l" r="r" t="t"/>
                <a:pathLst>
                  <a:path extrusionOk="0" h="1043" w="1044">
                    <a:moveTo>
                      <a:pt x="522" y="1"/>
                    </a:moveTo>
                    <a:cubicBezTo>
                      <a:pt x="234" y="1"/>
                      <a:pt x="0" y="233"/>
                      <a:pt x="0" y="521"/>
                    </a:cubicBezTo>
                    <a:cubicBezTo>
                      <a:pt x="0" y="809"/>
                      <a:pt x="234" y="1042"/>
                      <a:pt x="522" y="1042"/>
                    </a:cubicBezTo>
                    <a:cubicBezTo>
                      <a:pt x="810" y="1042"/>
                      <a:pt x="1043" y="809"/>
                      <a:pt x="1043" y="521"/>
                    </a:cubicBezTo>
                    <a:cubicBezTo>
                      <a:pt x="1043" y="233"/>
                      <a:pt x="810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11"/>
              <p:cNvSpPr/>
              <p:nvPr/>
            </p:nvSpPr>
            <p:spPr>
              <a:xfrm flipH="1" rot="10800000">
                <a:off x="1322696" y="428522"/>
                <a:ext cx="81026" cy="81026"/>
              </a:xfrm>
              <a:custGeom>
                <a:rect b="b" l="l" r="r" t="t"/>
                <a:pathLst>
                  <a:path extrusionOk="0" h="1567" w="1567">
                    <a:moveTo>
                      <a:pt x="783" y="1"/>
                    </a:moveTo>
                    <a:cubicBezTo>
                      <a:pt x="351" y="1"/>
                      <a:pt x="1" y="351"/>
                      <a:pt x="1" y="784"/>
                    </a:cubicBezTo>
                    <a:cubicBezTo>
                      <a:pt x="1" y="1216"/>
                      <a:pt x="351" y="1566"/>
                      <a:pt x="783" y="1566"/>
                    </a:cubicBezTo>
                    <a:cubicBezTo>
                      <a:pt x="1216" y="1566"/>
                      <a:pt x="1566" y="1216"/>
                      <a:pt x="1566" y="784"/>
                    </a:cubicBezTo>
                    <a:cubicBezTo>
                      <a:pt x="1566" y="351"/>
                      <a:pt x="1216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1"/>
              <p:cNvSpPr/>
              <p:nvPr/>
            </p:nvSpPr>
            <p:spPr>
              <a:xfrm flipH="1" rot="10800000">
                <a:off x="1244770" y="350602"/>
                <a:ext cx="236820" cy="236872"/>
              </a:xfrm>
              <a:custGeom>
                <a:rect b="b" l="l" r="r" t="t"/>
                <a:pathLst>
                  <a:path extrusionOk="0" h="4581" w="4580">
                    <a:moveTo>
                      <a:pt x="2290" y="156"/>
                    </a:moveTo>
                    <a:cubicBezTo>
                      <a:pt x="3468" y="156"/>
                      <a:pt x="4426" y="1113"/>
                      <a:pt x="4426" y="2291"/>
                    </a:cubicBezTo>
                    <a:cubicBezTo>
                      <a:pt x="4426" y="3468"/>
                      <a:pt x="3468" y="4427"/>
                      <a:pt x="2290" y="4427"/>
                    </a:cubicBezTo>
                    <a:cubicBezTo>
                      <a:pt x="1113" y="4427"/>
                      <a:pt x="154" y="3468"/>
                      <a:pt x="154" y="2291"/>
                    </a:cubicBezTo>
                    <a:cubicBezTo>
                      <a:pt x="154" y="1113"/>
                      <a:pt x="1113" y="156"/>
                      <a:pt x="2290" y="156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1" y="1028"/>
                      <a:pt x="1" y="2291"/>
                    </a:cubicBezTo>
                    <a:cubicBezTo>
                      <a:pt x="1" y="3553"/>
                      <a:pt x="1028" y="4580"/>
                      <a:pt x="2290" y="4580"/>
                    </a:cubicBezTo>
                    <a:cubicBezTo>
                      <a:pt x="3553" y="4580"/>
                      <a:pt x="4579" y="3553"/>
                      <a:pt x="4579" y="2291"/>
                    </a:cubicBezTo>
                    <a:cubicBezTo>
                      <a:pt x="4579" y="1028"/>
                      <a:pt x="3553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11"/>
              <p:cNvSpPr/>
              <p:nvPr/>
            </p:nvSpPr>
            <p:spPr>
              <a:xfrm flipH="1" rot="10800000">
                <a:off x="1715706" y="188675"/>
                <a:ext cx="80974" cy="81026"/>
              </a:xfrm>
              <a:custGeom>
                <a:rect b="b" l="l" r="r" t="t"/>
                <a:pathLst>
                  <a:path extrusionOk="0" h="1567" w="1566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6"/>
                      <a:pt x="350" y="1566"/>
                      <a:pt x="783" y="1566"/>
                    </a:cubicBezTo>
                    <a:cubicBezTo>
                      <a:pt x="1215" y="1566"/>
                      <a:pt x="1565" y="1216"/>
                      <a:pt x="1565" y="783"/>
                    </a:cubicBezTo>
                    <a:cubicBezTo>
                      <a:pt x="1565" y="351"/>
                      <a:pt x="1215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11"/>
              <p:cNvSpPr/>
              <p:nvPr/>
            </p:nvSpPr>
            <p:spPr>
              <a:xfrm flipH="1" rot="10800000">
                <a:off x="1637729" y="110806"/>
                <a:ext cx="236820" cy="236820"/>
              </a:xfrm>
              <a:custGeom>
                <a:rect b="b" l="l" r="r" t="t"/>
                <a:pathLst>
                  <a:path extrusionOk="0" h="4580" w="4580">
                    <a:moveTo>
                      <a:pt x="2291" y="154"/>
                    </a:moveTo>
                    <a:cubicBezTo>
                      <a:pt x="3468" y="154"/>
                      <a:pt x="4426" y="1113"/>
                      <a:pt x="4426" y="2290"/>
                    </a:cubicBezTo>
                    <a:cubicBezTo>
                      <a:pt x="4426" y="3468"/>
                      <a:pt x="3468" y="4427"/>
                      <a:pt x="2291" y="4427"/>
                    </a:cubicBezTo>
                    <a:cubicBezTo>
                      <a:pt x="1113" y="4427"/>
                      <a:pt x="155" y="3468"/>
                      <a:pt x="155" y="2290"/>
                    </a:cubicBezTo>
                    <a:cubicBezTo>
                      <a:pt x="155" y="1113"/>
                      <a:pt x="1113" y="154"/>
                      <a:pt x="2291" y="154"/>
                    </a:cubicBezTo>
                    <a:close/>
                    <a:moveTo>
                      <a:pt x="2291" y="1"/>
                    </a:moveTo>
                    <a:cubicBezTo>
                      <a:pt x="1028" y="1"/>
                      <a:pt x="1" y="1028"/>
                      <a:pt x="1" y="2290"/>
                    </a:cubicBezTo>
                    <a:cubicBezTo>
                      <a:pt x="1" y="3553"/>
                      <a:pt x="1028" y="4579"/>
                      <a:pt x="2291" y="4579"/>
                    </a:cubicBezTo>
                    <a:cubicBezTo>
                      <a:pt x="3553" y="4579"/>
                      <a:pt x="4579" y="3553"/>
                      <a:pt x="4579" y="2290"/>
                    </a:cubicBezTo>
                    <a:cubicBezTo>
                      <a:pt x="4579" y="1028"/>
                      <a:pt x="3553" y="1"/>
                      <a:pt x="22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11"/>
              <p:cNvSpPr/>
              <p:nvPr/>
            </p:nvSpPr>
            <p:spPr>
              <a:xfrm flipH="1" rot="10800000">
                <a:off x="960595" y="388895"/>
                <a:ext cx="128028" cy="127976"/>
              </a:xfrm>
              <a:custGeom>
                <a:rect b="b" l="l" r="r" t="t"/>
                <a:pathLst>
                  <a:path extrusionOk="0" h="2475" w="2476">
                    <a:moveTo>
                      <a:pt x="1237" y="0"/>
                    </a:moveTo>
                    <a:cubicBezTo>
                      <a:pt x="555" y="0"/>
                      <a:pt x="1" y="555"/>
                      <a:pt x="1" y="1238"/>
                    </a:cubicBezTo>
                    <a:cubicBezTo>
                      <a:pt x="1" y="1921"/>
                      <a:pt x="555" y="2474"/>
                      <a:pt x="1237" y="2474"/>
                    </a:cubicBezTo>
                    <a:cubicBezTo>
                      <a:pt x="1921" y="2474"/>
                      <a:pt x="2475" y="1921"/>
                      <a:pt x="2475" y="1238"/>
                    </a:cubicBezTo>
                    <a:cubicBezTo>
                      <a:pt x="2475" y="555"/>
                      <a:pt x="1921" y="0"/>
                      <a:pt x="12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11"/>
              <p:cNvSpPr/>
              <p:nvPr/>
            </p:nvSpPr>
            <p:spPr>
              <a:xfrm flipH="1" rot="10800000">
                <a:off x="997671" y="425865"/>
                <a:ext cx="53879" cy="53983"/>
              </a:xfrm>
              <a:custGeom>
                <a:rect b="b" l="l" r="r" t="t"/>
                <a:pathLst>
                  <a:path extrusionOk="0" h="1044" w="1042">
                    <a:moveTo>
                      <a:pt x="522" y="1"/>
                    </a:moveTo>
                    <a:cubicBezTo>
                      <a:pt x="233" y="1"/>
                      <a:pt x="0" y="235"/>
                      <a:pt x="0" y="522"/>
                    </a:cubicBezTo>
                    <a:cubicBezTo>
                      <a:pt x="0" y="809"/>
                      <a:pt x="233" y="1043"/>
                      <a:pt x="522" y="1043"/>
                    </a:cubicBezTo>
                    <a:cubicBezTo>
                      <a:pt x="809" y="1043"/>
                      <a:pt x="1042" y="809"/>
                      <a:pt x="1042" y="522"/>
                    </a:cubicBezTo>
                    <a:cubicBezTo>
                      <a:pt x="1042" y="233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74" name="Google Shape;574;p11"/>
          <p:cNvGrpSpPr/>
          <p:nvPr/>
        </p:nvGrpSpPr>
        <p:grpSpPr>
          <a:xfrm>
            <a:off x="696723" y="448979"/>
            <a:ext cx="8331232" cy="4567331"/>
            <a:chOff x="696723" y="448979"/>
            <a:chExt cx="8331232" cy="4567331"/>
          </a:xfrm>
        </p:grpSpPr>
        <p:grpSp>
          <p:nvGrpSpPr>
            <p:cNvPr id="575" name="Google Shape;575;p11"/>
            <p:cNvGrpSpPr/>
            <p:nvPr/>
          </p:nvGrpSpPr>
          <p:grpSpPr>
            <a:xfrm>
              <a:off x="696723" y="448979"/>
              <a:ext cx="1061849" cy="327473"/>
              <a:chOff x="696723" y="448979"/>
              <a:chExt cx="1061849" cy="327473"/>
            </a:xfrm>
          </p:grpSpPr>
          <p:sp>
            <p:nvSpPr>
              <p:cNvPr id="576" name="Google Shape;576;p11"/>
              <p:cNvSpPr/>
              <p:nvPr/>
            </p:nvSpPr>
            <p:spPr>
              <a:xfrm flipH="1" rot="10800000">
                <a:off x="874189" y="542831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11"/>
              <p:cNvSpPr/>
              <p:nvPr/>
            </p:nvSpPr>
            <p:spPr>
              <a:xfrm flipH="1" rot="10800000">
                <a:off x="786697" y="630375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11"/>
              <p:cNvSpPr/>
              <p:nvPr/>
            </p:nvSpPr>
            <p:spPr>
              <a:xfrm flipH="1" rot="10800000">
                <a:off x="696723" y="720350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11"/>
              <p:cNvSpPr/>
              <p:nvPr/>
            </p:nvSpPr>
            <p:spPr>
              <a:xfrm flipH="1" rot="10800000">
                <a:off x="1702469" y="448979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1" y="1084"/>
                      <a:pt x="1085" y="842"/>
                      <a:pt x="1085" y="542"/>
                    </a:cubicBezTo>
                    <a:cubicBezTo>
                      <a:pt x="1085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11"/>
              <p:cNvSpPr/>
              <p:nvPr/>
            </p:nvSpPr>
            <p:spPr>
              <a:xfrm flipH="1" rot="10800000">
                <a:off x="1614925" y="536523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3" y="1084"/>
                      <a:pt x="1085" y="842"/>
                      <a:pt x="1085" y="542"/>
                    </a:cubicBezTo>
                    <a:cubicBezTo>
                      <a:pt x="1085" y="243"/>
                      <a:pt x="843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11"/>
              <p:cNvSpPr/>
              <p:nvPr/>
            </p:nvSpPr>
            <p:spPr>
              <a:xfrm flipH="1" rot="10800000">
                <a:off x="1524951" y="626497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0"/>
                    </a:moveTo>
                    <a:cubicBezTo>
                      <a:pt x="243" y="0"/>
                      <a:pt x="1" y="243"/>
                      <a:pt x="1" y="543"/>
                    </a:cubicBezTo>
                    <a:cubicBezTo>
                      <a:pt x="1" y="842"/>
                      <a:pt x="243" y="1084"/>
                      <a:pt x="543" y="1084"/>
                    </a:cubicBezTo>
                    <a:cubicBezTo>
                      <a:pt x="842" y="1084"/>
                      <a:pt x="1085" y="842"/>
                      <a:pt x="1085" y="543"/>
                    </a:cubicBezTo>
                    <a:cubicBezTo>
                      <a:pt x="1085" y="243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2" name="Google Shape;582;p11"/>
            <p:cNvGrpSpPr/>
            <p:nvPr/>
          </p:nvGrpSpPr>
          <p:grpSpPr>
            <a:xfrm>
              <a:off x="8400149" y="2023345"/>
              <a:ext cx="627806" cy="2992965"/>
              <a:chOff x="8400149" y="2023345"/>
              <a:chExt cx="627806" cy="2992965"/>
            </a:xfrm>
          </p:grpSpPr>
          <p:sp>
            <p:nvSpPr>
              <p:cNvPr id="583" name="Google Shape;583;p11"/>
              <p:cNvSpPr/>
              <p:nvPr/>
            </p:nvSpPr>
            <p:spPr>
              <a:xfrm flipH="1">
                <a:off x="8400149" y="4313515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3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11"/>
              <p:cNvSpPr/>
              <p:nvPr/>
            </p:nvSpPr>
            <p:spPr>
              <a:xfrm flipH="1">
                <a:off x="8484666" y="4228998"/>
                <a:ext cx="54113" cy="54163"/>
              </a:xfrm>
              <a:custGeom>
                <a:rect b="b" l="l" r="r" t="t"/>
                <a:pathLst>
                  <a:path extrusionOk="0" h="1085" w="1084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1" y="1085"/>
                      <a:pt x="1083" y="842"/>
                      <a:pt x="1083" y="543"/>
                    </a:cubicBezTo>
                    <a:cubicBezTo>
                      <a:pt x="1083" y="244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11"/>
              <p:cNvSpPr/>
              <p:nvPr/>
            </p:nvSpPr>
            <p:spPr>
              <a:xfrm flipH="1">
                <a:off x="8571480" y="4142184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3"/>
                      <a:pt x="0" y="542"/>
                    </a:cubicBezTo>
                    <a:cubicBezTo>
                      <a:pt x="0" y="841"/>
                      <a:pt x="243" y="1085"/>
                      <a:pt x="542" y="1085"/>
                    </a:cubicBezTo>
                    <a:cubicBezTo>
                      <a:pt x="842" y="1085"/>
                      <a:pt x="1084" y="841"/>
                      <a:pt x="1084" y="542"/>
                    </a:cubicBezTo>
                    <a:cubicBezTo>
                      <a:pt x="1084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11"/>
              <p:cNvSpPr/>
              <p:nvPr/>
            </p:nvSpPr>
            <p:spPr>
              <a:xfrm flipH="1">
                <a:off x="8512872" y="4962146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2" y="1"/>
                      <a:pt x="0" y="243"/>
                      <a:pt x="0" y="542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11"/>
              <p:cNvSpPr/>
              <p:nvPr/>
            </p:nvSpPr>
            <p:spPr>
              <a:xfrm flipH="1">
                <a:off x="8597389" y="4877679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0"/>
                    </a:moveTo>
                    <a:cubicBezTo>
                      <a:pt x="243" y="0"/>
                      <a:pt x="0" y="242"/>
                      <a:pt x="0" y="541"/>
                    </a:cubicBezTo>
                    <a:cubicBezTo>
                      <a:pt x="0" y="842"/>
                      <a:pt x="243" y="1084"/>
                      <a:pt x="543" y="1084"/>
                    </a:cubicBezTo>
                    <a:cubicBezTo>
                      <a:pt x="842" y="1084"/>
                      <a:pt x="1084" y="842"/>
                      <a:pt x="1084" y="541"/>
                    </a:cubicBezTo>
                    <a:cubicBezTo>
                      <a:pt x="1084" y="242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1"/>
              <p:cNvSpPr/>
              <p:nvPr/>
            </p:nvSpPr>
            <p:spPr>
              <a:xfrm flipH="1">
                <a:off x="8684252" y="4790766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2" y="1"/>
                      <a:pt x="0" y="243"/>
                      <a:pt x="0" y="544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4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11"/>
              <p:cNvSpPr/>
              <p:nvPr/>
            </p:nvSpPr>
            <p:spPr>
              <a:xfrm flipH="1">
                <a:off x="8802461" y="2194726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2"/>
                      <a:pt x="244" y="1085"/>
                      <a:pt x="543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11"/>
              <p:cNvSpPr/>
              <p:nvPr/>
            </p:nvSpPr>
            <p:spPr>
              <a:xfrm flipH="1">
                <a:off x="8886978" y="2110208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3"/>
                      <a:pt x="244" y="1085"/>
                      <a:pt x="543" y="1085"/>
                    </a:cubicBezTo>
                    <a:cubicBezTo>
                      <a:pt x="842" y="1085"/>
                      <a:pt x="1085" y="843"/>
                      <a:pt x="1085" y="542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11"/>
              <p:cNvSpPr/>
              <p:nvPr/>
            </p:nvSpPr>
            <p:spPr>
              <a:xfrm flipH="1">
                <a:off x="8973841" y="2023345"/>
                <a:ext cx="54113" cy="54163"/>
              </a:xfrm>
              <a:custGeom>
                <a:rect b="b" l="l" r="r" t="t"/>
                <a:pathLst>
                  <a:path extrusionOk="0" h="1085" w="1084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4" y="842"/>
                      <a:pt x="1084" y="543"/>
                    </a:cubicBezTo>
                    <a:cubicBezTo>
                      <a:pt x="1084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2" name="Google Shape;592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13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7" name="Google Shape;597;p13"/>
          <p:cNvGrpSpPr/>
          <p:nvPr/>
        </p:nvGrpSpPr>
        <p:grpSpPr>
          <a:xfrm>
            <a:off x="208675" y="3544275"/>
            <a:ext cx="8828225" cy="1516195"/>
            <a:chOff x="208675" y="3544275"/>
            <a:chExt cx="8828225" cy="1516195"/>
          </a:xfrm>
        </p:grpSpPr>
        <p:grpSp>
          <p:nvGrpSpPr>
            <p:cNvPr id="598" name="Google Shape;598;p13"/>
            <p:cNvGrpSpPr/>
            <p:nvPr/>
          </p:nvGrpSpPr>
          <p:grpSpPr>
            <a:xfrm>
              <a:off x="5755227" y="4221491"/>
              <a:ext cx="3281673" cy="838979"/>
              <a:chOff x="5755227" y="4221491"/>
              <a:chExt cx="3281673" cy="838979"/>
            </a:xfrm>
          </p:grpSpPr>
          <p:sp>
            <p:nvSpPr>
              <p:cNvPr id="599" name="Google Shape;599;p13"/>
              <p:cNvSpPr/>
              <p:nvPr/>
            </p:nvSpPr>
            <p:spPr>
              <a:xfrm flipH="1">
                <a:off x="6074800" y="4527800"/>
                <a:ext cx="2358631" cy="394498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13"/>
              <p:cNvSpPr/>
              <p:nvPr/>
            </p:nvSpPr>
            <p:spPr>
              <a:xfrm>
                <a:off x="8424000" y="4221491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13"/>
              <p:cNvSpPr/>
              <p:nvPr/>
            </p:nvSpPr>
            <p:spPr>
              <a:xfrm>
                <a:off x="5755227" y="4734070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2" name="Google Shape;602;p13"/>
            <p:cNvGrpSpPr/>
            <p:nvPr/>
          </p:nvGrpSpPr>
          <p:grpSpPr>
            <a:xfrm rot="5400000">
              <a:off x="-258600" y="4011550"/>
              <a:ext cx="1439100" cy="504550"/>
              <a:chOff x="2539675" y="122850"/>
              <a:chExt cx="1439100" cy="504550"/>
            </a:xfrm>
          </p:grpSpPr>
          <p:sp>
            <p:nvSpPr>
              <p:cNvPr id="603" name="Google Shape;603;p13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13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05" name="Google Shape;60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06" name="Google Shape;606;p13"/>
          <p:cNvSpPr txBox="1"/>
          <p:nvPr>
            <p:ph idx="1" type="subTitle"/>
          </p:nvPr>
        </p:nvSpPr>
        <p:spPr>
          <a:xfrm>
            <a:off x="2802595" y="1814025"/>
            <a:ext cx="42735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7" name="Google Shape;607;p13"/>
          <p:cNvSpPr txBox="1"/>
          <p:nvPr>
            <p:ph idx="2" type="subTitle"/>
          </p:nvPr>
        </p:nvSpPr>
        <p:spPr>
          <a:xfrm>
            <a:off x="2802595" y="3990375"/>
            <a:ext cx="42735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8" name="Google Shape;608;p13"/>
          <p:cNvSpPr txBox="1"/>
          <p:nvPr>
            <p:ph idx="3" type="subTitle"/>
          </p:nvPr>
        </p:nvSpPr>
        <p:spPr>
          <a:xfrm>
            <a:off x="2802595" y="2902200"/>
            <a:ext cx="42735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9" name="Google Shape;609;p13"/>
          <p:cNvSpPr txBox="1"/>
          <p:nvPr>
            <p:ph hasCustomPrompt="1" idx="4" type="title"/>
          </p:nvPr>
        </p:nvSpPr>
        <p:spPr>
          <a:xfrm>
            <a:off x="2067905" y="1471202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0" name="Google Shape;610;p13"/>
          <p:cNvSpPr txBox="1"/>
          <p:nvPr>
            <p:ph hasCustomPrompt="1" idx="5" type="title"/>
          </p:nvPr>
        </p:nvSpPr>
        <p:spPr>
          <a:xfrm>
            <a:off x="2067905" y="2559377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1" name="Google Shape;611;p13"/>
          <p:cNvSpPr txBox="1"/>
          <p:nvPr>
            <p:ph hasCustomPrompt="1" idx="6" type="title"/>
          </p:nvPr>
        </p:nvSpPr>
        <p:spPr>
          <a:xfrm>
            <a:off x="2067905" y="3647552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2" name="Google Shape;612;p13"/>
          <p:cNvSpPr txBox="1"/>
          <p:nvPr>
            <p:ph idx="7" type="subTitle"/>
          </p:nvPr>
        </p:nvSpPr>
        <p:spPr>
          <a:xfrm>
            <a:off x="2802600" y="1471194"/>
            <a:ext cx="4273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613" name="Google Shape;613;p13"/>
          <p:cNvSpPr txBox="1"/>
          <p:nvPr>
            <p:ph idx="8" type="subTitle"/>
          </p:nvPr>
        </p:nvSpPr>
        <p:spPr>
          <a:xfrm>
            <a:off x="2802600" y="3647544"/>
            <a:ext cx="4273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614" name="Google Shape;614;p13"/>
          <p:cNvSpPr txBox="1"/>
          <p:nvPr>
            <p:ph idx="9" type="subTitle"/>
          </p:nvPr>
        </p:nvSpPr>
        <p:spPr>
          <a:xfrm>
            <a:off x="2802600" y="2559369"/>
            <a:ext cx="4273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grpSp>
        <p:nvGrpSpPr>
          <p:cNvPr id="615" name="Google Shape;615;p13"/>
          <p:cNvGrpSpPr/>
          <p:nvPr/>
        </p:nvGrpSpPr>
        <p:grpSpPr>
          <a:xfrm>
            <a:off x="169303" y="3288278"/>
            <a:ext cx="8567883" cy="1732804"/>
            <a:chOff x="169303" y="3288278"/>
            <a:chExt cx="8567883" cy="1732804"/>
          </a:xfrm>
        </p:grpSpPr>
        <p:grpSp>
          <p:nvGrpSpPr>
            <p:cNvPr id="616" name="Google Shape;616;p13"/>
            <p:cNvGrpSpPr/>
            <p:nvPr/>
          </p:nvGrpSpPr>
          <p:grpSpPr>
            <a:xfrm>
              <a:off x="169303" y="3485776"/>
              <a:ext cx="248207" cy="248262"/>
              <a:chOff x="169303" y="3485776"/>
              <a:chExt cx="248207" cy="248262"/>
            </a:xfrm>
          </p:grpSpPr>
          <p:sp>
            <p:nvSpPr>
              <p:cNvPr id="617" name="Google Shape;617;p13"/>
              <p:cNvSpPr/>
              <p:nvPr/>
            </p:nvSpPr>
            <p:spPr>
              <a:xfrm>
                <a:off x="169303" y="3485776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264915" y="3581388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13"/>
              <p:cNvSpPr/>
              <p:nvPr/>
            </p:nvSpPr>
            <p:spPr>
              <a:xfrm>
                <a:off x="357889" y="3674417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0" name="Google Shape;620;p13"/>
            <p:cNvGrpSpPr/>
            <p:nvPr/>
          </p:nvGrpSpPr>
          <p:grpSpPr>
            <a:xfrm>
              <a:off x="949394" y="4593094"/>
              <a:ext cx="248207" cy="248262"/>
              <a:chOff x="949394" y="4593094"/>
              <a:chExt cx="248207" cy="248262"/>
            </a:xfrm>
          </p:grpSpPr>
          <p:sp>
            <p:nvSpPr>
              <p:cNvPr id="621" name="Google Shape;621;p13"/>
              <p:cNvSpPr/>
              <p:nvPr/>
            </p:nvSpPr>
            <p:spPr>
              <a:xfrm>
                <a:off x="949394" y="459309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13"/>
              <p:cNvSpPr/>
              <p:nvPr/>
            </p:nvSpPr>
            <p:spPr>
              <a:xfrm>
                <a:off x="1045006" y="4688705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1137980" y="478173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4" name="Google Shape;624;p13"/>
            <p:cNvGrpSpPr/>
            <p:nvPr/>
          </p:nvGrpSpPr>
          <p:grpSpPr>
            <a:xfrm>
              <a:off x="7965281" y="3288278"/>
              <a:ext cx="771905" cy="1732804"/>
              <a:chOff x="7965281" y="3288278"/>
              <a:chExt cx="771905" cy="1732804"/>
            </a:xfrm>
          </p:grpSpPr>
          <p:sp>
            <p:nvSpPr>
              <p:cNvPr id="625" name="Google Shape;625;p13"/>
              <p:cNvSpPr/>
              <p:nvPr/>
            </p:nvSpPr>
            <p:spPr>
              <a:xfrm rot="-5400000">
                <a:off x="8675556" y="3288278"/>
                <a:ext cx="61631" cy="6163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3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 rot="-5400000">
                <a:off x="8579416" y="3384417"/>
                <a:ext cx="61574" cy="61631"/>
              </a:xfrm>
              <a:custGeom>
                <a:rect b="b" l="l" r="r" t="t"/>
                <a:pathLst>
                  <a:path extrusionOk="0" h="1085" w="1084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1" y="1085"/>
                      <a:pt x="1083" y="842"/>
                      <a:pt x="1083" y="543"/>
                    </a:cubicBezTo>
                    <a:cubicBezTo>
                      <a:pt x="1083" y="244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 rot="-5400000">
                <a:off x="8480606" y="3483226"/>
                <a:ext cx="61631" cy="6163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3"/>
                      <a:pt x="0" y="542"/>
                    </a:cubicBezTo>
                    <a:cubicBezTo>
                      <a:pt x="0" y="841"/>
                      <a:pt x="243" y="1085"/>
                      <a:pt x="542" y="1085"/>
                    </a:cubicBezTo>
                    <a:cubicBezTo>
                      <a:pt x="842" y="1085"/>
                      <a:pt x="1084" y="841"/>
                      <a:pt x="1084" y="542"/>
                    </a:cubicBezTo>
                    <a:cubicBezTo>
                      <a:pt x="1084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 rot="-5400000">
                <a:off x="8160231" y="4764503"/>
                <a:ext cx="61631" cy="6163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3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 rot="-5400000">
                <a:off x="8064091" y="4860642"/>
                <a:ext cx="61574" cy="61631"/>
              </a:xfrm>
              <a:custGeom>
                <a:rect b="b" l="l" r="r" t="t"/>
                <a:pathLst>
                  <a:path extrusionOk="0" h="1085" w="1084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1" y="1085"/>
                      <a:pt x="1083" y="842"/>
                      <a:pt x="1083" y="543"/>
                    </a:cubicBezTo>
                    <a:cubicBezTo>
                      <a:pt x="1083" y="244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 rot="-5400000">
                <a:off x="7965281" y="4959451"/>
                <a:ext cx="61631" cy="6163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3"/>
                      <a:pt x="0" y="542"/>
                    </a:cubicBezTo>
                    <a:cubicBezTo>
                      <a:pt x="0" y="841"/>
                      <a:pt x="243" y="1085"/>
                      <a:pt x="542" y="1085"/>
                    </a:cubicBezTo>
                    <a:cubicBezTo>
                      <a:pt x="842" y="1085"/>
                      <a:pt x="1084" y="841"/>
                      <a:pt x="1084" y="542"/>
                    </a:cubicBezTo>
                    <a:cubicBezTo>
                      <a:pt x="1084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1" name="Google Shape;631;p13"/>
          <p:cNvGrpSpPr/>
          <p:nvPr/>
        </p:nvGrpSpPr>
        <p:grpSpPr>
          <a:xfrm>
            <a:off x="161171" y="3196400"/>
            <a:ext cx="8869668" cy="2034610"/>
            <a:chOff x="161171" y="3196400"/>
            <a:chExt cx="8869668" cy="2034610"/>
          </a:xfrm>
        </p:grpSpPr>
        <p:grpSp>
          <p:nvGrpSpPr>
            <p:cNvPr id="632" name="Google Shape;632;p13"/>
            <p:cNvGrpSpPr/>
            <p:nvPr/>
          </p:nvGrpSpPr>
          <p:grpSpPr>
            <a:xfrm>
              <a:off x="8327900" y="3288266"/>
              <a:ext cx="702940" cy="1897658"/>
              <a:chOff x="8327900" y="3288266"/>
              <a:chExt cx="702940" cy="1897658"/>
            </a:xfrm>
          </p:grpSpPr>
          <p:sp>
            <p:nvSpPr>
              <p:cNvPr id="633" name="Google Shape;633;p13"/>
              <p:cNvSpPr/>
              <p:nvPr/>
            </p:nvSpPr>
            <p:spPr>
              <a:xfrm rot="-5400000">
                <a:off x="8010690" y="4376573"/>
                <a:ext cx="1301459" cy="243512"/>
              </a:xfrm>
              <a:custGeom>
                <a:rect b="b" l="l" r="r" t="t"/>
                <a:pathLst>
                  <a:path extrusionOk="0" h="4287" w="22912">
                    <a:moveTo>
                      <a:pt x="169" y="1"/>
                    </a:moveTo>
                    <a:cubicBezTo>
                      <a:pt x="129" y="1"/>
                      <a:pt x="90" y="16"/>
                      <a:pt x="60" y="46"/>
                    </a:cubicBezTo>
                    <a:cubicBezTo>
                      <a:pt x="0" y="105"/>
                      <a:pt x="0" y="203"/>
                      <a:pt x="60" y="263"/>
                    </a:cubicBezTo>
                    <a:lnTo>
                      <a:pt x="1720" y="1923"/>
                    </a:lnTo>
                    <a:cubicBezTo>
                      <a:pt x="1748" y="1952"/>
                      <a:pt x="1789" y="1968"/>
                      <a:pt x="1829" y="1968"/>
                    </a:cubicBezTo>
                    <a:lnTo>
                      <a:pt x="7052" y="1968"/>
                    </a:lnTo>
                    <a:lnTo>
                      <a:pt x="8195" y="3110"/>
                    </a:lnTo>
                    <a:cubicBezTo>
                      <a:pt x="8223" y="3140"/>
                      <a:pt x="8262" y="3156"/>
                      <a:pt x="8304" y="3156"/>
                    </a:cubicBezTo>
                    <a:lnTo>
                      <a:pt x="15072" y="3156"/>
                    </a:lnTo>
                    <a:lnTo>
                      <a:pt x="16157" y="4240"/>
                    </a:lnTo>
                    <a:cubicBezTo>
                      <a:pt x="16185" y="4270"/>
                      <a:pt x="16224" y="4286"/>
                      <a:pt x="16266" y="4286"/>
                    </a:cubicBezTo>
                    <a:lnTo>
                      <a:pt x="20601" y="4286"/>
                    </a:lnTo>
                    <a:lnTo>
                      <a:pt x="20601" y="4285"/>
                    </a:lnTo>
                    <a:cubicBezTo>
                      <a:pt x="20642" y="4285"/>
                      <a:pt x="20681" y="4270"/>
                      <a:pt x="20709" y="4240"/>
                    </a:cubicBezTo>
                    <a:lnTo>
                      <a:pt x="22852" y="2098"/>
                    </a:lnTo>
                    <a:cubicBezTo>
                      <a:pt x="22912" y="2038"/>
                      <a:pt x="22912" y="1941"/>
                      <a:pt x="22852" y="1881"/>
                    </a:cubicBezTo>
                    <a:cubicBezTo>
                      <a:pt x="22821" y="1851"/>
                      <a:pt x="22782" y="1836"/>
                      <a:pt x="22743" y="1836"/>
                    </a:cubicBezTo>
                    <a:cubicBezTo>
                      <a:pt x="22703" y="1836"/>
                      <a:pt x="22664" y="1851"/>
                      <a:pt x="22634" y="1881"/>
                    </a:cubicBezTo>
                    <a:lnTo>
                      <a:pt x="20537" y="3978"/>
                    </a:lnTo>
                    <a:lnTo>
                      <a:pt x="16328" y="3978"/>
                    </a:lnTo>
                    <a:lnTo>
                      <a:pt x="15244" y="2894"/>
                    </a:lnTo>
                    <a:cubicBezTo>
                      <a:pt x="15215" y="2864"/>
                      <a:pt x="15176" y="2848"/>
                      <a:pt x="15135" y="2848"/>
                    </a:cubicBezTo>
                    <a:lnTo>
                      <a:pt x="8366" y="2848"/>
                    </a:lnTo>
                    <a:lnTo>
                      <a:pt x="7224" y="1706"/>
                    </a:lnTo>
                    <a:cubicBezTo>
                      <a:pt x="7195" y="1677"/>
                      <a:pt x="7156" y="1661"/>
                      <a:pt x="7116" y="1661"/>
                    </a:cubicBezTo>
                    <a:lnTo>
                      <a:pt x="1893" y="1661"/>
                    </a:lnTo>
                    <a:lnTo>
                      <a:pt x="278" y="46"/>
                    </a:lnTo>
                    <a:cubicBezTo>
                      <a:pt x="248" y="16"/>
                      <a:pt x="208" y="1"/>
                      <a:pt x="1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 rot="-5400000">
                <a:off x="8011093" y="4166177"/>
                <a:ext cx="1897658" cy="141836"/>
              </a:xfrm>
              <a:custGeom>
                <a:rect b="b" l="l" r="r" t="t"/>
                <a:pathLst>
                  <a:path extrusionOk="0" h="2497" w="33408">
                    <a:moveTo>
                      <a:pt x="29290" y="1"/>
                    </a:moveTo>
                    <a:cubicBezTo>
                      <a:pt x="29248" y="1"/>
                      <a:pt x="29209" y="16"/>
                      <a:pt x="29181" y="46"/>
                    </a:cubicBezTo>
                    <a:lnTo>
                      <a:pt x="27265" y="1961"/>
                    </a:lnTo>
                    <a:lnTo>
                      <a:pt x="18260" y="1961"/>
                    </a:lnTo>
                    <a:lnTo>
                      <a:pt x="16612" y="314"/>
                    </a:lnTo>
                    <a:cubicBezTo>
                      <a:pt x="16584" y="284"/>
                      <a:pt x="16545" y="269"/>
                      <a:pt x="16503" y="269"/>
                    </a:cubicBezTo>
                    <a:lnTo>
                      <a:pt x="10403" y="269"/>
                    </a:lnTo>
                    <a:cubicBezTo>
                      <a:pt x="10362" y="269"/>
                      <a:pt x="10323" y="284"/>
                      <a:pt x="10294" y="314"/>
                    </a:cubicBezTo>
                    <a:lnTo>
                      <a:pt x="8418" y="2189"/>
                    </a:lnTo>
                    <a:lnTo>
                      <a:pt x="4597" y="2189"/>
                    </a:lnTo>
                    <a:lnTo>
                      <a:pt x="3608" y="1201"/>
                    </a:lnTo>
                    <a:cubicBezTo>
                      <a:pt x="3580" y="1171"/>
                      <a:pt x="3541" y="1154"/>
                      <a:pt x="3499" y="1154"/>
                    </a:cubicBezTo>
                    <a:lnTo>
                      <a:pt x="154" y="1154"/>
                    </a:lnTo>
                    <a:cubicBezTo>
                      <a:pt x="69" y="1154"/>
                      <a:pt x="0" y="1224"/>
                      <a:pt x="0" y="1308"/>
                    </a:cubicBezTo>
                    <a:cubicBezTo>
                      <a:pt x="0" y="1393"/>
                      <a:pt x="69" y="1462"/>
                      <a:pt x="154" y="1462"/>
                    </a:cubicBezTo>
                    <a:lnTo>
                      <a:pt x="3435" y="1462"/>
                    </a:lnTo>
                    <a:lnTo>
                      <a:pt x="4425" y="2451"/>
                    </a:lnTo>
                    <a:cubicBezTo>
                      <a:pt x="4454" y="2481"/>
                      <a:pt x="4493" y="2496"/>
                      <a:pt x="4534" y="2496"/>
                    </a:cubicBezTo>
                    <a:lnTo>
                      <a:pt x="8482" y="2496"/>
                    </a:lnTo>
                    <a:cubicBezTo>
                      <a:pt x="8522" y="2496"/>
                      <a:pt x="8561" y="2481"/>
                      <a:pt x="8591" y="2451"/>
                    </a:cubicBezTo>
                    <a:lnTo>
                      <a:pt x="10466" y="576"/>
                    </a:lnTo>
                    <a:lnTo>
                      <a:pt x="16441" y="576"/>
                    </a:lnTo>
                    <a:lnTo>
                      <a:pt x="18087" y="2223"/>
                    </a:lnTo>
                    <a:cubicBezTo>
                      <a:pt x="18116" y="2253"/>
                      <a:pt x="18156" y="2268"/>
                      <a:pt x="18196" y="2268"/>
                    </a:cubicBezTo>
                    <a:lnTo>
                      <a:pt x="27328" y="2268"/>
                    </a:lnTo>
                    <a:cubicBezTo>
                      <a:pt x="27369" y="2268"/>
                      <a:pt x="27408" y="2253"/>
                      <a:pt x="27437" y="2223"/>
                    </a:cubicBezTo>
                    <a:lnTo>
                      <a:pt x="29352" y="308"/>
                    </a:lnTo>
                    <a:lnTo>
                      <a:pt x="33254" y="308"/>
                    </a:lnTo>
                    <a:cubicBezTo>
                      <a:pt x="33339" y="308"/>
                      <a:pt x="33407" y="238"/>
                      <a:pt x="33407" y="154"/>
                    </a:cubicBezTo>
                    <a:cubicBezTo>
                      <a:pt x="33407" y="69"/>
                      <a:pt x="33339" y="1"/>
                      <a:pt x="332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 rot="-5400000">
                <a:off x="8271296" y="4882627"/>
                <a:ext cx="322184" cy="208976"/>
              </a:xfrm>
              <a:custGeom>
                <a:rect b="b" l="l" r="r" t="t"/>
                <a:pathLst>
                  <a:path extrusionOk="0" h="3679" w="5672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8"/>
                      <a:pt x="69" y="308"/>
                      <a:pt x="154" y="308"/>
                    </a:cubicBezTo>
                    <a:lnTo>
                      <a:pt x="3462" y="308"/>
                    </a:lnTo>
                    <a:lnTo>
                      <a:pt x="5364" y="2210"/>
                    </a:lnTo>
                    <a:lnTo>
                      <a:pt x="5364" y="3524"/>
                    </a:lnTo>
                    <a:cubicBezTo>
                      <a:pt x="5364" y="3610"/>
                      <a:pt x="5432" y="3678"/>
                      <a:pt x="5518" y="3678"/>
                    </a:cubicBezTo>
                    <a:cubicBezTo>
                      <a:pt x="5603" y="3678"/>
                      <a:pt x="5671" y="3610"/>
                      <a:pt x="5671" y="3524"/>
                    </a:cubicBezTo>
                    <a:lnTo>
                      <a:pt x="5671" y="2146"/>
                    </a:lnTo>
                    <a:cubicBezTo>
                      <a:pt x="5671" y="2105"/>
                      <a:pt x="5655" y="2066"/>
                      <a:pt x="5626" y="2037"/>
                    </a:cubicBezTo>
                    <a:lnTo>
                      <a:pt x="3634" y="45"/>
                    </a:lnTo>
                    <a:cubicBezTo>
                      <a:pt x="3605" y="16"/>
                      <a:pt x="3566" y="0"/>
                      <a:pt x="35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6" name="Google Shape;636;p13"/>
            <p:cNvGrpSpPr/>
            <p:nvPr/>
          </p:nvGrpSpPr>
          <p:grpSpPr>
            <a:xfrm>
              <a:off x="8457809" y="3196400"/>
              <a:ext cx="512592" cy="1708747"/>
              <a:chOff x="8457809" y="3196400"/>
              <a:chExt cx="512592" cy="1708747"/>
            </a:xfrm>
          </p:grpSpPr>
          <p:sp>
            <p:nvSpPr>
              <p:cNvPr id="637" name="Google Shape;637;p13"/>
              <p:cNvSpPr/>
              <p:nvPr/>
            </p:nvSpPr>
            <p:spPr>
              <a:xfrm rot="-5400000">
                <a:off x="8538612" y="3740090"/>
                <a:ext cx="140586" cy="140643"/>
              </a:xfrm>
              <a:custGeom>
                <a:rect b="b" l="l" r="r" t="t"/>
                <a:pathLst>
                  <a:path extrusionOk="0" h="2476" w="2475">
                    <a:moveTo>
                      <a:pt x="1238" y="1"/>
                    </a:moveTo>
                    <a:cubicBezTo>
                      <a:pt x="554" y="1"/>
                      <a:pt x="0" y="554"/>
                      <a:pt x="0" y="1238"/>
                    </a:cubicBezTo>
                    <a:cubicBezTo>
                      <a:pt x="0" y="1921"/>
                      <a:pt x="554" y="2475"/>
                      <a:pt x="1238" y="2475"/>
                    </a:cubicBezTo>
                    <a:cubicBezTo>
                      <a:pt x="1921" y="2475"/>
                      <a:pt x="2474" y="1921"/>
                      <a:pt x="2474" y="1238"/>
                    </a:cubicBezTo>
                    <a:cubicBezTo>
                      <a:pt x="2474" y="554"/>
                      <a:pt x="1921" y="1"/>
                      <a:pt x="12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 rot="-5400000">
                <a:off x="8829701" y="3196400"/>
                <a:ext cx="140700" cy="140700"/>
              </a:xfrm>
              <a:custGeom>
                <a:rect b="b" l="l" r="r" t="t"/>
                <a:pathLst>
                  <a:path extrusionOk="0" h="2477" w="2477">
                    <a:moveTo>
                      <a:pt x="1239" y="1"/>
                    </a:moveTo>
                    <a:cubicBezTo>
                      <a:pt x="555" y="1"/>
                      <a:pt x="1" y="555"/>
                      <a:pt x="1" y="1238"/>
                    </a:cubicBezTo>
                    <a:cubicBezTo>
                      <a:pt x="1" y="1922"/>
                      <a:pt x="555" y="2476"/>
                      <a:pt x="1239" y="2476"/>
                    </a:cubicBezTo>
                    <a:cubicBezTo>
                      <a:pt x="1922" y="2476"/>
                      <a:pt x="2476" y="1922"/>
                      <a:pt x="2476" y="1238"/>
                    </a:cubicBezTo>
                    <a:cubicBezTo>
                      <a:pt x="2476" y="555"/>
                      <a:pt x="1922" y="1"/>
                      <a:pt x="1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 rot="-5400000">
                <a:off x="8457809" y="4764504"/>
                <a:ext cx="140643" cy="140643"/>
              </a:xfrm>
              <a:custGeom>
                <a:rect b="b" l="l" r="r" t="t"/>
                <a:pathLst>
                  <a:path extrusionOk="0" h="2476" w="2476">
                    <a:moveTo>
                      <a:pt x="1239" y="1"/>
                    </a:moveTo>
                    <a:cubicBezTo>
                      <a:pt x="555" y="1"/>
                      <a:pt x="1" y="554"/>
                      <a:pt x="1" y="1237"/>
                    </a:cubicBezTo>
                    <a:cubicBezTo>
                      <a:pt x="1" y="1921"/>
                      <a:pt x="555" y="2475"/>
                      <a:pt x="1239" y="2475"/>
                    </a:cubicBezTo>
                    <a:cubicBezTo>
                      <a:pt x="1922" y="2475"/>
                      <a:pt x="2475" y="1921"/>
                      <a:pt x="2475" y="1237"/>
                    </a:cubicBezTo>
                    <a:cubicBezTo>
                      <a:pt x="2475" y="554"/>
                      <a:pt x="1922" y="1"/>
                      <a:pt x="1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0" name="Google Shape;640;p13"/>
            <p:cNvGrpSpPr/>
            <p:nvPr/>
          </p:nvGrpSpPr>
          <p:grpSpPr>
            <a:xfrm>
              <a:off x="161171" y="3237070"/>
              <a:ext cx="8768503" cy="1993940"/>
              <a:chOff x="161171" y="3237070"/>
              <a:chExt cx="8768503" cy="1993940"/>
            </a:xfrm>
          </p:grpSpPr>
          <p:grpSp>
            <p:nvGrpSpPr>
              <p:cNvPr id="641" name="Google Shape;641;p13"/>
              <p:cNvGrpSpPr/>
              <p:nvPr/>
            </p:nvGrpSpPr>
            <p:grpSpPr>
              <a:xfrm>
                <a:off x="161171" y="3966873"/>
                <a:ext cx="1126268" cy="1264137"/>
                <a:chOff x="161171" y="3966873"/>
                <a:chExt cx="1126268" cy="1264137"/>
              </a:xfrm>
            </p:grpSpPr>
            <p:grpSp>
              <p:nvGrpSpPr>
                <p:cNvPr id="642" name="Google Shape;642;p13"/>
                <p:cNvGrpSpPr/>
                <p:nvPr/>
              </p:nvGrpSpPr>
              <p:grpSpPr>
                <a:xfrm>
                  <a:off x="161171" y="3966873"/>
                  <a:ext cx="1126268" cy="1264137"/>
                  <a:chOff x="161171" y="3966873"/>
                  <a:chExt cx="1126268" cy="1264137"/>
                </a:xfrm>
              </p:grpSpPr>
              <p:sp>
                <p:nvSpPr>
                  <p:cNvPr id="643" name="Google Shape;643;p13"/>
                  <p:cNvSpPr/>
                  <p:nvPr/>
                </p:nvSpPr>
                <p:spPr>
                  <a:xfrm>
                    <a:off x="360912" y="3966873"/>
                    <a:ext cx="514717" cy="1258025"/>
                  </a:xfrm>
                  <a:custGeom>
                    <a:rect b="b" l="l" r="r" t="t"/>
                    <a:pathLst>
                      <a:path extrusionOk="0" h="22894" w="9367">
                        <a:moveTo>
                          <a:pt x="1897" y="1"/>
                        </a:moveTo>
                        <a:cubicBezTo>
                          <a:pt x="1214" y="1"/>
                          <a:pt x="661" y="555"/>
                          <a:pt x="661" y="1238"/>
                        </a:cubicBezTo>
                        <a:cubicBezTo>
                          <a:pt x="661" y="1847"/>
                          <a:pt x="1103" y="2352"/>
                          <a:pt x="1683" y="2454"/>
                        </a:cubicBezTo>
                        <a:lnTo>
                          <a:pt x="1683" y="8153"/>
                        </a:lnTo>
                        <a:lnTo>
                          <a:pt x="46" y="9790"/>
                        </a:lnTo>
                        <a:cubicBezTo>
                          <a:pt x="17" y="9819"/>
                          <a:pt x="1" y="9858"/>
                          <a:pt x="1" y="9899"/>
                        </a:cubicBezTo>
                        <a:lnTo>
                          <a:pt x="1" y="13697"/>
                        </a:lnTo>
                        <a:cubicBezTo>
                          <a:pt x="1" y="13738"/>
                          <a:pt x="17" y="13778"/>
                          <a:pt x="46" y="13806"/>
                        </a:cubicBezTo>
                        <a:lnTo>
                          <a:pt x="9090" y="22849"/>
                        </a:lnTo>
                        <a:cubicBezTo>
                          <a:pt x="9119" y="22879"/>
                          <a:pt x="9158" y="22894"/>
                          <a:pt x="9198" y="22894"/>
                        </a:cubicBezTo>
                        <a:cubicBezTo>
                          <a:pt x="9237" y="22894"/>
                          <a:pt x="9276" y="22879"/>
                          <a:pt x="9307" y="22849"/>
                        </a:cubicBezTo>
                        <a:cubicBezTo>
                          <a:pt x="9366" y="22790"/>
                          <a:pt x="9366" y="22692"/>
                          <a:pt x="9307" y="22631"/>
                        </a:cubicBezTo>
                        <a:lnTo>
                          <a:pt x="308" y="13634"/>
                        </a:lnTo>
                        <a:lnTo>
                          <a:pt x="308" y="9963"/>
                        </a:lnTo>
                        <a:lnTo>
                          <a:pt x="1946" y="8326"/>
                        </a:lnTo>
                        <a:cubicBezTo>
                          <a:pt x="1974" y="8297"/>
                          <a:pt x="1991" y="8258"/>
                          <a:pt x="1991" y="8217"/>
                        </a:cubicBezTo>
                        <a:lnTo>
                          <a:pt x="1991" y="2466"/>
                        </a:lnTo>
                        <a:cubicBezTo>
                          <a:pt x="2629" y="2417"/>
                          <a:pt x="3135" y="1890"/>
                          <a:pt x="3135" y="1238"/>
                        </a:cubicBezTo>
                        <a:cubicBezTo>
                          <a:pt x="3135" y="555"/>
                          <a:pt x="2580" y="1"/>
                          <a:pt x="1897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rotWithShape="0" algn="bl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4" name="Google Shape;644;p13"/>
                  <p:cNvSpPr/>
                  <p:nvPr/>
                </p:nvSpPr>
                <p:spPr>
                  <a:xfrm>
                    <a:off x="436467" y="4006272"/>
                    <a:ext cx="57368" cy="57258"/>
                  </a:xfrm>
                  <a:custGeom>
                    <a:rect b="b" l="l" r="r" t="t"/>
                    <a:pathLst>
                      <a:path extrusionOk="0" h="1042" w="1044">
                        <a:moveTo>
                          <a:pt x="522" y="0"/>
                        </a:moveTo>
                        <a:cubicBezTo>
                          <a:pt x="235" y="0"/>
                          <a:pt x="1" y="233"/>
                          <a:pt x="1" y="521"/>
                        </a:cubicBezTo>
                        <a:cubicBezTo>
                          <a:pt x="1" y="809"/>
                          <a:pt x="235" y="1042"/>
                          <a:pt x="522" y="1042"/>
                        </a:cubicBezTo>
                        <a:cubicBezTo>
                          <a:pt x="811" y="1042"/>
                          <a:pt x="1043" y="809"/>
                          <a:pt x="1043" y="521"/>
                        </a:cubicBezTo>
                        <a:cubicBezTo>
                          <a:pt x="1043" y="233"/>
                          <a:pt x="811" y="0"/>
                          <a:pt x="52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5" name="Google Shape;645;p13"/>
                  <p:cNvSpPr/>
                  <p:nvPr/>
                </p:nvSpPr>
                <p:spPr>
                  <a:xfrm>
                    <a:off x="161171" y="4102378"/>
                    <a:ext cx="200238" cy="1122574"/>
                  </a:xfrm>
                  <a:custGeom>
                    <a:rect b="b" l="l" r="r" t="t"/>
                    <a:pathLst>
                      <a:path extrusionOk="0" h="20429" w="3644">
                        <a:moveTo>
                          <a:pt x="2406" y="1"/>
                        </a:moveTo>
                        <a:cubicBezTo>
                          <a:pt x="1723" y="1"/>
                          <a:pt x="1169" y="555"/>
                          <a:pt x="1169" y="1238"/>
                        </a:cubicBezTo>
                        <a:cubicBezTo>
                          <a:pt x="1169" y="1525"/>
                          <a:pt x="1270" y="1785"/>
                          <a:pt x="1434" y="1994"/>
                        </a:cubicBezTo>
                        <a:lnTo>
                          <a:pt x="46" y="3382"/>
                        </a:lnTo>
                        <a:cubicBezTo>
                          <a:pt x="17" y="3410"/>
                          <a:pt x="1" y="3449"/>
                          <a:pt x="1" y="3491"/>
                        </a:cubicBezTo>
                        <a:lnTo>
                          <a:pt x="1" y="13384"/>
                        </a:lnTo>
                        <a:cubicBezTo>
                          <a:pt x="1" y="13424"/>
                          <a:pt x="17" y="13463"/>
                          <a:pt x="46" y="13493"/>
                        </a:cubicBezTo>
                        <a:lnTo>
                          <a:pt x="2189" y="15636"/>
                        </a:lnTo>
                        <a:lnTo>
                          <a:pt x="2189" y="20275"/>
                        </a:lnTo>
                        <a:cubicBezTo>
                          <a:pt x="2189" y="20359"/>
                          <a:pt x="2258" y="20429"/>
                          <a:pt x="2343" y="20429"/>
                        </a:cubicBezTo>
                        <a:cubicBezTo>
                          <a:pt x="2428" y="20429"/>
                          <a:pt x="2496" y="20359"/>
                          <a:pt x="2496" y="20275"/>
                        </a:cubicBezTo>
                        <a:lnTo>
                          <a:pt x="2496" y="15572"/>
                        </a:lnTo>
                        <a:cubicBezTo>
                          <a:pt x="2496" y="15531"/>
                          <a:pt x="2480" y="15492"/>
                          <a:pt x="2451" y="15464"/>
                        </a:cubicBezTo>
                        <a:lnTo>
                          <a:pt x="308" y="13320"/>
                        </a:lnTo>
                        <a:lnTo>
                          <a:pt x="308" y="3554"/>
                        </a:lnTo>
                        <a:lnTo>
                          <a:pt x="1650" y="2211"/>
                        </a:lnTo>
                        <a:lnTo>
                          <a:pt x="1651" y="2211"/>
                        </a:lnTo>
                        <a:cubicBezTo>
                          <a:pt x="1860" y="2375"/>
                          <a:pt x="2120" y="2476"/>
                          <a:pt x="2406" y="2476"/>
                        </a:cubicBezTo>
                        <a:cubicBezTo>
                          <a:pt x="3090" y="2476"/>
                          <a:pt x="3643" y="1922"/>
                          <a:pt x="3643" y="1238"/>
                        </a:cubicBezTo>
                        <a:cubicBezTo>
                          <a:pt x="3643" y="555"/>
                          <a:pt x="3090" y="1"/>
                          <a:pt x="2406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rotWithShape="0" algn="bl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6" name="Google Shape;646;p13"/>
                  <p:cNvSpPr/>
                  <p:nvPr/>
                </p:nvSpPr>
                <p:spPr>
                  <a:xfrm>
                    <a:off x="264751" y="4141777"/>
                    <a:ext cx="57313" cy="57313"/>
                  </a:xfrm>
                  <a:custGeom>
                    <a:rect b="b" l="l" r="r" t="t"/>
                    <a:pathLst>
                      <a:path extrusionOk="0" h="1043" w="1043">
                        <a:moveTo>
                          <a:pt x="521" y="0"/>
                        </a:moveTo>
                        <a:cubicBezTo>
                          <a:pt x="233" y="0"/>
                          <a:pt x="0" y="234"/>
                          <a:pt x="0" y="521"/>
                        </a:cubicBezTo>
                        <a:cubicBezTo>
                          <a:pt x="0" y="809"/>
                          <a:pt x="233" y="1043"/>
                          <a:pt x="521" y="1043"/>
                        </a:cubicBezTo>
                        <a:cubicBezTo>
                          <a:pt x="809" y="1043"/>
                          <a:pt x="1043" y="809"/>
                          <a:pt x="1043" y="521"/>
                        </a:cubicBezTo>
                        <a:cubicBezTo>
                          <a:pt x="1043" y="234"/>
                          <a:pt x="809" y="0"/>
                          <a:pt x="52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7" name="Google Shape;647;p13"/>
                  <p:cNvSpPr/>
                  <p:nvPr/>
                </p:nvSpPr>
                <p:spPr>
                  <a:xfrm>
                    <a:off x="243595" y="4591427"/>
                    <a:ext cx="251671" cy="251616"/>
                  </a:xfrm>
                  <a:custGeom>
                    <a:rect b="b" l="l" r="r" t="t"/>
                    <a:pathLst>
                      <a:path extrusionOk="0" h="4579" w="4580">
                        <a:moveTo>
                          <a:pt x="2290" y="154"/>
                        </a:moveTo>
                        <a:cubicBezTo>
                          <a:pt x="3467" y="154"/>
                          <a:pt x="4426" y="1111"/>
                          <a:pt x="4426" y="2290"/>
                        </a:cubicBezTo>
                        <a:cubicBezTo>
                          <a:pt x="4426" y="3468"/>
                          <a:pt x="3467" y="4425"/>
                          <a:pt x="2290" y="4425"/>
                        </a:cubicBezTo>
                        <a:cubicBezTo>
                          <a:pt x="1112" y="4425"/>
                          <a:pt x="155" y="3468"/>
                          <a:pt x="155" y="2290"/>
                        </a:cubicBezTo>
                        <a:cubicBezTo>
                          <a:pt x="155" y="1113"/>
                          <a:pt x="1112" y="154"/>
                          <a:pt x="2290" y="154"/>
                        </a:cubicBezTo>
                        <a:close/>
                        <a:moveTo>
                          <a:pt x="2290" y="0"/>
                        </a:moveTo>
                        <a:cubicBezTo>
                          <a:pt x="1027" y="0"/>
                          <a:pt x="1" y="1028"/>
                          <a:pt x="1" y="2290"/>
                        </a:cubicBezTo>
                        <a:cubicBezTo>
                          <a:pt x="1" y="3553"/>
                          <a:pt x="1027" y="4579"/>
                          <a:pt x="2290" y="4579"/>
                        </a:cubicBezTo>
                        <a:cubicBezTo>
                          <a:pt x="3552" y="4579"/>
                          <a:pt x="4580" y="3551"/>
                          <a:pt x="4580" y="2290"/>
                        </a:cubicBezTo>
                        <a:cubicBezTo>
                          <a:pt x="4580" y="1028"/>
                          <a:pt x="3552" y="0"/>
                          <a:pt x="2290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rotWithShape="0" algn="bl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8" name="Google Shape;648;p13"/>
                  <p:cNvSpPr/>
                  <p:nvPr/>
                </p:nvSpPr>
                <p:spPr>
                  <a:xfrm rot="-2700000">
                    <a:off x="693649" y="4629449"/>
                    <a:ext cx="57367" cy="57367"/>
                  </a:xfrm>
                  <a:custGeom>
                    <a:rect b="b" l="l" r="r" t="t"/>
                    <a:pathLst>
                      <a:path extrusionOk="0" h="1044" w="1044">
                        <a:moveTo>
                          <a:pt x="522" y="1"/>
                        </a:moveTo>
                        <a:cubicBezTo>
                          <a:pt x="235" y="1"/>
                          <a:pt x="1" y="234"/>
                          <a:pt x="1" y="522"/>
                        </a:cubicBezTo>
                        <a:cubicBezTo>
                          <a:pt x="1" y="809"/>
                          <a:pt x="235" y="1044"/>
                          <a:pt x="522" y="1044"/>
                        </a:cubicBezTo>
                        <a:cubicBezTo>
                          <a:pt x="809" y="1044"/>
                          <a:pt x="1043" y="809"/>
                          <a:pt x="1043" y="522"/>
                        </a:cubicBezTo>
                        <a:cubicBezTo>
                          <a:pt x="1043" y="234"/>
                          <a:pt x="809" y="1"/>
                          <a:pt x="52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9" name="Google Shape;649;p13"/>
                  <p:cNvSpPr/>
                  <p:nvPr/>
                </p:nvSpPr>
                <p:spPr>
                  <a:xfrm rot="-2700000">
                    <a:off x="879376" y="4496878"/>
                    <a:ext cx="147044" cy="799182"/>
                  </a:xfrm>
                  <a:custGeom>
                    <a:rect b="b" l="l" r="r" t="t"/>
                    <a:pathLst>
                      <a:path extrusionOk="0" h="14544" w="2676">
                        <a:moveTo>
                          <a:pt x="1438" y="0"/>
                        </a:moveTo>
                        <a:cubicBezTo>
                          <a:pt x="755" y="0"/>
                          <a:pt x="200" y="555"/>
                          <a:pt x="200" y="1238"/>
                        </a:cubicBezTo>
                        <a:cubicBezTo>
                          <a:pt x="200" y="1525"/>
                          <a:pt x="302" y="1786"/>
                          <a:pt x="466" y="1996"/>
                        </a:cubicBezTo>
                        <a:lnTo>
                          <a:pt x="45" y="2417"/>
                        </a:lnTo>
                        <a:cubicBezTo>
                          <a:pt x="17" y="2445"/>
                          <a:pt x="1" y="2484"/>
                          <a:pt x="1" y="2526"/>
                        </a:cubicBezTo>
                        <a:lnTo>
                          <a:pt x="1" y="8856"/>
                        </a:lnTo>
                        <a:cubicBezTo>
                          <a:pt x="1" y="8896"/>
                          <a:pt x="17" y="8935"/>
                          <a:pt x="45" y="8965"/>
                        </a:cubicBezTo>
                        <a:lnTo>
                          <a:pt x="1990" y="10908"/>
                        </a:lnTo>
                        <a:lnTo>
                          <a:pt x="1990" y="14390"/>
                        </a:lnTo>
                        <a:cubicBezTo>
                          <a:pt x="1990" y="14475"/>
                          <a:pt x="2059" y="14544"/>
                          <a:pt x="2144" y="14544"/>
                        </a:cubicBezTo>
                        <a:cubicBezTo>
                          <a:pt x="2229" y="14544"/>
                          <a:pt x="2297" y="14475"/>
                          <a:pt x="2297" y="14390"/>
                        </a:cubicBezTo>
                        <a:lnTo>
                          <a:pt x="2297" y="10846"/>
                        </a:lnTo>
                        <a:cubicBezTo>
                          <a:pt x="2297" y="10804"/>
                          <a:pt x="2281" y="10765"/>
                          <a:pt x="2253" y="10737"/>
                        </a:cubicBezTo>
                        <a:lnTo>
                          <a:pt x="308" y="8792"/>
                        </a:lnTo>
                        <a:lnTo>
                          <a:pt x="308" y="2589"/>
                        </a:lnTo>
                        <a:lnTo>
                          <a:pt x="684" y="2213"/>
                        </a:lnTo>
                        <a:lnTo>
                          <a:pt x="685" y="2213"/>
                        </a:lnTo>
                        <a:cubicBezTo>
                          <a:pt x="894" y="2375"/>
                          <a:pt x="1153" y="2475"/>
                          <a:pt x="1438" y="2475"/>
                        </a:cubicBezTo>
                        <a:cubicBezTo>
                          <a:pt x="2121" y="2475"/>
                          <a:pt x="2676" y="1921"/>
                          <a:pt x="2676" y="1238"/>
                        </a:cubicBezTo>
                        <a:cubicBezTo>
                          <a:pt x="2676" y="555"/>
                          <a:pt x="2121" y="0"/>
                          <a:pt x="143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rotWithShape="0" algn="bl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0" name="Google Shape;650;p13"/>
                  <p:cNvSpPr/>
                  <p:nvPr/>
                </p:nvSpPr>
                <p:spPr>
                  <a:xfrm>
                    <a:off x="326404" y="4674181"/>
                    <a:ext cx="86052" cy="86107"/>
                  </a:xfrm>
                  <a:custGeom>
                    <a:rect b="b" l="l" r="r" t="t"/>
                    <a:pathLst>
                      <a:path extrusionOk="0" h="1567" w="1566">
                        <a:moveTo>
                          <a:pt x="783" y="0"/>
                        </a:moveTo>
                        <a:cubicBezTo>
                          <a:pt x="350" y="0"/>
                          <a:pt x="0" y="351"/>
                          <a:pt x="0" y="784"/>
                        </a:cubicBezTo>
                        <a:cubicBezTo>
                          <a:pt x="0" y="1216"/>
                          <a:pt x="350" y="1567"/>
                          <a:pt x="783" y="1567"/>
                        </a:cubicBezTo>
                        <a:cubicBezTo>
                          <a:pt x="1215" y="1567"/>
                          <a:pt x="1565" y="1216"/>
                          <a:pt x="1565" y="784"/>
                        </a:cubicBezTo>
                        <a:cubicBezTo>
                          <a:pt x="1565" y="351"/>
                          <a:pt x="1215" y="0"/>
                          <a:pt x="78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51" name="Google Shape;651;p13"/>
                <p:cNvSpPr/>
                <p:nvPr/>
              </p:nvSpPr>
              <p:spPr>
                <a:xfrm>
                  <a:off x="693676" y="4635002"/>
                  <a:ext cx="57313" cy="57313"/>
                </a:xfrm>
                <a:custGeom>
                  <a:rect b="b" l="l" r="r" t="t"/>
                  <a:pathLst>
                    <a:path extrusionOk="0" h="1043" w="1043">
                      <a:moveTo>
                        <a:pt x="521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09"/>
                        <a:pt x="233" y="1043"/>
                        <a:pt x="521" y="1043"/>
                      </a:cubicBezTo>
                      <a:cubicBezTo>
                        <a:pt x="809" y="1043"/>
                        <a:pt x="1043" y="809"/>
                        <a:pt x="1043" y="521"/>
                      </a:cubicBezTo>
                      <a:cubicBezTo>
                        <a:pt x="1043" y="234"/>
                        <a:pt x="809" y="0"/>
                        <a:pt x="5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2" name="Google Shape;652;p13"/>
              <p:cNvGrpSpPr/>
              <p:nvPr/>
            </p:nvGrpSpPr>
            <p:grpSpPr>
              <a:xfrm>
                <a:off x="8498480" y="3237070"/>
                <a:ext cx="431194" cy="1627349"/>
                <a:chOff x="8498480" y="3237070"/>
                <a:chExt cx="431194" cy="1627349"/>
              </a:xfrm>
            </p:grpSpPr>
            <p:sp>
              <p:nvSpPr>
                <p:cNvPr id="653" name="Google Shape;653;p13"/>
                <p:cNvSpPr/>
                <p:nvPr/>
              </p:nvSpPr>
              <p:spPr>
                <a:xfrm rot="-5400000">
                  <a:off x="8870401" y="3237099"/>
                  <a:ext cx="59302" cy="59245"/>
                </a:xfrm>
                <a:custGeom>
                  <a:rect b="b" l="l" r="r" t="t"/>
                  <a:pathLst>
                    <a:path extrusionOk="0" h="1043" w="1044">
                      <a:moveTo>
                        <a:pt x="522" y="0"/>
                      </a:moveTo>
                      <a:cubicBezTo>
                        <a:pt x="234" y="0"/>
                        <a:pt x="0" y="234"/>
                        <a:pt x="0" y="521"/>
                      </a:cubicBezTo>
                      <a:cubicBezTo>
                        <a:pt x="0" y="809"/>
                        <a:pt x="234" y="1043"/>
                        <a:pt x="522" y="1043"/>
                      </a:cubicBezTo>
                      <a:cubicBezTo>
                        <a:pt x="810" y="1043"/>
                        <a:pt x="1043" y="809"/>
                        <a:pt x="1043" y="521"/>
                      </a:cubicBezTo>
                      <a:cubicBezTo>
                        <a:pt x="1043" y="234"/>
                        <a:pt x="810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p13"/>
                <p:cNvSpPr/>
                <p:nvPr/>
              </p:nvSpPr>
              <p:spPr>
                <a:xfrm rot="-5400000">
                  <a:off x="8579226" y="3780760"/>
                  <a:ext cx="59302" cy="59245"/>
                </a:xfrm>
                <a:custGeom>
                  <a:rect b="b" l="l" r="r" t="t"/>
                  <a:pathLst>
                    <a:path extrusionOk="0" h="1043" w="1044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2"/>
                      </a:cubicBezTo>
                      <a:cubicBezTo>
                        <a:pt x="0" y="810"/>
                        <a:pt x="233" y="1043"/>
                        <a:pt x="522" y="1043"/>
                      </a:cubicBezTo>
                      <a:cubicBezTo>
                        <a:pt x="809" y="1043"/>
                        <a:pt x="1043" y="810"/>
                        <a:pt x="1043" y="522"/>
                      </a:cubicBezTo>
                      <a:cubicBezTo>
                        <a:pt x="1043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p13"/>
                <p:cNvSpPr/>
                <p:nvPr/>
              </p:nvSpPr>
              <p:spPr>
                <a:xfrm rot="-5400000">
                  <a:off x="8729869" y="3938332"/>
                  <a:ext cx="89010" cy="89066"/>
                </a:xfrm>
                <a:custGeom>
                  <a:rect b="b" l="l" r="r" t="t"/>
                  <a:pathLst>
                    <a:path extrusionOk="0" h="1568" w="1567">
                      <a:moveTo>
                        <a:pt x="784" y="1"/>
                      </a:moveTo>
                      <a:cubicBezTo>
                        <a:pt x="351" y="1"/>
                        <a:pt x="0" y="352"/>
                        <a:pt x="0" y="785"/>
                      </a:cubicBezTo>
                      <a:cubicBezTo>
                        <a:pt x="0" y="1216"/>
                        <a:pt x="351" y="1567"/>
                        <a:pt x="784" y="1567"/>
                      </a:cubicBezTo>
                      <a:cubicBezTo>
                        <a:pt x="1215" y="1567"/>
                        <a:pt x="1567" y="1216"/>
                        <a:pt x="1567" y="785"/>
                      </a:cubicBezTo>
                      <a:cubicBezTo>
                        <a:pt x="1567" y="352"/>
                        <a:pt x="1215" y="1"/>
                        <a:pt x="7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6" name="Google Shape;656;p13"/>
                <p:cNvSpPr/>
                <p:nvPr/>
              </p:nvSpPr>
              <p:spPr>
                <a:xfrm rot="-5400000">
                  <a:off x="8644323" y="3852788"/>
                  <a:ext cx="260099" cy="260155"/>
                </a:xfrm>
                <a:custGeom>
                  <a:rect b="b" l="l" r="r" t="t"/>
                  <a:pathLst>
                    <a:path extrusionOk="0" h="4580" w="4579">
                      <a:moveTo>
                        <a:pt x="2290" y="154"/>
                      </a:moveTo>
                      <a:cubicBezTo>
                        <a:pt x="3467" y="154"/>
                        <a:pt x="4425" y="1112"/>
                        <a:pt x="4425" y="2291"/>
                      </a:cubicBezTo>
                      <a:cubicBezTo>
                        <a:pt x="4425" y="3468"/>
                        <a:pt x="3467" y="4426"/>
                        <a:pt x="2290" y="4426"/>
                      </a:cubicBezTo>
                      <a:cubicBezTo>
                        <a:pt x="1112" y="4426"/>
                        <a:pt x="154" y="3468"/>
                        <a:pt x="154" y="2291"/>
                      </a:cubicBezTo>
                      <a:cubicBezTo>
                        <a:pt x="154" y="1112"/>
                        <a:pt x="1112" y="154"/>
                        <a:pt x="2290" y="154"/>
                      </a:cubicBezTo>
                      <a:close/>
                      <a:moveTo>
                        <a:pt x="2290" y="1"/>
                      </a:moveTo>
                      <a:cubicBezTo>
                        <a:pt x="1027" y="1"/>
                        <a:pt x="0" y="1028"/>
                        <a:pt x="0" y="2291"/>
                      </a:cubicBezTo>
                      <a:cubicBezTo>
                        <a:pt x="0" y="3552"/>
                        <a:pt x="1027" y="4579"/>
                        <a:pt x="2290" y="4579"/>
                      </a:cubicBezTo>
                      <a:cubicBezTo>
                        <a:pt x="3552" y="4579"/>
                        <a:pt x="4579" y="3552"/>
                        <a:pt x="4579" y="2291"/>
                      </a:cubicBezTo>
                      <a:cubicBezTo>
                        <a:pt x="4579" y="1028"/>
                        <a:pt x="3551" y="1"/>
                        <a:pt x="229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p13"/>
                <p:cNvSpPr/>
                <p:nvPr/>
              </p:nvSpPr>
              <p:spPr>
                <a:xfrm rot="-5400000">
                  <a:off x="8498509" y="4805202"/>
                  <a:ext cx="59188" cy="59245"/>
                </a:xfrm>
                <a:custGeom>
                  <a:rect b="b" l="l" r="r" t="t"/>
                  <a:pathLst>
                    <a:path extrusionOk="0" h="1043" w="1042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10"/>
                        <a:pt x="233" y="1043"/>
                        <a:pt x="522" y="1043"/>
                      </a:cubicBezTo>
                      <a:cubicBezTo>
                        <a:pt x="809" y="1043"/>
                        <a:pt x="1042" y="810"/>
                        <a:pt x="1042" y="521"/>
                      </a:cubicBezTo>
                      <a:cubicBezTo>
                        <a:pt x="1042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658" name="Google Shape;658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14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1" name="Google Shape;661;p14"/>
          <p:cNvGrpSpPr/>
          <p:nvPr/>
        </p:nvGrpSpPr>
        <p:grpSpPr>
          <a:xfrm flipH="1">
            <a:off x="158650" y="120631"/>
            <a:ext cx="8822200" cy="4893515"/>
            <a:chOff x="158650" y="120631"/>
            <a:chExt cx="8822200" cy="4893515"/>
          </a:xfrm>
        </p:grpSpPr>
        <p:grpSp>
          <p:nvGrpSpPr>
            <p:cNvPr id="662" name="Google Shape;662;p14"/>
            <p:cNvGrpSpPr/>
            <p:nvPr/>
          </p:nvGrpSpPr>
          <p:grpSpPr>
            <a:xfrm>
              <a:off x="713225" y="268300"/>
              <a:ext cx="1344400" cy="271200"/>
              <a:chOff x="3686625" y="4603950"/>
              <a:chExt cx="1344400" cy="271200"/>
            </a:xfrm>
          </p:grpSpPr>
          <p:sp>
            <p:nvSpPr>
              <p:cNvPr id="663" name="Google Shape;663;p14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14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14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14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8" name="Google Shape;668;p14"/>
            <p:cNvGrpSpPr/>
            <p:nvPr/>
          </p:nvGrpSpPr>
          <p:grpSpPr>
            <a:xfrm flipH="1" rot="10800000">
              <a:off x="158650" y="3990200"/>
              <a:ext cx="2227525" cy="1023946"/>
              <a:chOff x="100325" y="234304"/>
              <a:chExt cx="2227525" cy="1023946"/>
            </a:xfrm>
          </p:grpSpPr>
          <p:sp>
            <p:nvSpPr>
              <p:cNvPr id="669" name="Google Shape;669;p14"/>
              <p:cNvSpPr/>
              <p:nvPr/>
            </p:nvSpPr>
            <p:spPr>
              <a:xfrm>
                <a:off x="243516" y="78883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14"/>
              <p:cNvSpPr/>
              <p:nvPr/>
            </p:nvSpPr>
            <p:spPr>
              <a:xfrm>
                <a:off x="100325" y="64565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14"/>
              <p:cNvSpPr/>
              <p:nvPr/>
            </p:nvSpPr>
            <p:spPr>
              <a:xfrm>
                <a:off x="1910850" y="234304"/>
                <a:ext cx="417000" cy="4167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14"/>
              <p:cNvSpPr/>
              <p:nvPr/>
            </p:nvSpPr>
            <p:spPr>
              <a:xfrm rot="-5400000">
                <a:off x="1099220" y="-68396"/>
                <a:ext cx="326396" cy="1296862"/>
              </a:xfrm>
              <a:custGeom>
                <a:rect b="b" l="l" r="r" t="t"/>
                <a:pathLst>
                  <a:path extrusionOk="0" h="14717" w="3704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3" name="Google Shape;673;p14"/>
            <p:cNvGrpSpPr/>
            <p:nvPr/>
          </p:nvGrpSpPr>
          <p:grpSpPr>
            <a:xfrm rot="-5400000">
              <a:off x="6915793" y="1339882"/>
              <a:ext cx="3284298" cy="845798"/>
              <a:chOff x="5828802" y="4297691"/>
              <a:chExt cx="3284298" cy="845798"/>
            </a:xfrm>
          </p:grpSpPr>
          <p:sp>
            <p:nvSpPr>
              <p:cNvPr id="674" name="Google Shape;674;p14"/>
              <p:cNvSpPr/>
              <p:nvPr/>
            </p:nvSpPr>
            <p:spPr>
              <a:xfrm flipH="1">
                <a:off x="6148391" y="4604000"/>
                <a:ext cx="2358631" cy="394498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14"/>
              <p:cNvSpPr/>
              <p:nvPr/>
            </p:nvSpPr>
            <p:spPr>
              <a:xfrm>
                <a:off x="8500200" y="4297691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14"/>
              <p:cNvSpPr/>
              <p:nvPr/>
            </p:nvSpPr>
            <p:spPr>
              <a:xfrm>
                <a:off x="5828802" y="48170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7" name="Google Shape;677;p14"/>
            <p:cNvGrpSpPr/>
            <p:nvPr/>
          </p:nvGrpSpPr>
          <p:grpSpPr>
            <a:xfrm flipH="1">
              <a:off x="7541750" y="4351725"/>
              <a:ext cx="1439100" cy="504550"/>
              <a:chOff x="2539675" y="122850"/>
              <a:chExt cx="1439100" cy="504550"/>
            </a:xfrm>
          </p:grpSpPr>
          <p:sp>
            <p:nvSpPr>
              <p:cNvPr id="678" name="Google Shape;678;p14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14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80" name="Google Shape;680;p14"/>
          <p:cNvSpPr txBox="1"/>
          <p:nvPr>
            <p:ph type="title"/>
          </p:nvPr>
        </p:nvSpPr>
        <p:spPr>
          <a:xfrm>
            <a:off x="2617350" y="2904800"/>
            <a:ext cx="58044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81" name="Google Shape;681;p14"/>
          <p:cNvSpPr txBox="1"/>
          <p:nvPr>
            <p:ph idx="1" type="subTitle"/>
          </p:nvPr>
        </p:nvSpPr>
        <p:spPr>
          <a:xfrm>
            <a:off x="2617325" y="1706800"/>
            <a:ext cx="5804400" cy="11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682" name="Google Shape;682;p14"/>
          <p:cNvGrpSpPr/>
          <p:nvPr/>
        </p:nvGrpSpPr>
        <p:grpSpPr>
          <a:xfrm>
            <a:off x="165827" y="4663367"/>
            <a:ext cx="246061" cy="246063"/>
            <a:chOff x="165827" y="4663367"/>
            <a:chExt cx="246061" cy="246063"/>
          </a:xfrm>
        </p:grpSpPr>
        <p:sp>
          <p:nvSpPr>
            <p:cNvPr id="683" name="Google Shape;683;p14"/>
            <p:cNvSpPr/>
            <p:nvPr/>
          </p:nvSpPr>
          <p:spPr>
            <a:xfrm rot="10800000">
              <a:off x="352797" y="4663367"/>
              <a:ext cx="59092" cy="59092"/>
            </a:xfrm>
            <a:custGeom>
              <a:rect b="b" l="l" r="r" t="t"/>
              <a:pathLst>
                <a:path extrusionOk="0" h="1085" w="1085">
                  <a:moveTo>
                    <a:pt x="543" y="1"/>
                  </a:moveTo>
                  <a:cubicBezTo>
                    <a:pt x="244" y="1"/>
                    <a:pt x="0" y="243"/>
                    <a:pt x="0" y="542"/>
                  </a:cubicBezTo>
                  <a:cubicBezTo>
                    <a:pt x="0" y="841"/>
                    <a:pt x="244" y="1085"/>
                    <a:pt x="543" y="1085"/>
                  </a:cubicBezTo>
                  <a:cubicBezTo>
                    <a:pt x="842" y="1085"/>
                    <a:pt x="1084" y="841"/>
                    <a:pt x="1084" y="542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4"/>
            <p:cNvSpPr/>
            <p:nvPr/>
          </p:nvSpPr>
          <p:spPr>
            <a:xfrm rot="10800000">
              <a:off x="260646" y="4755518"/>
              <a:ext cx="59092" cy="59092"/>
            </a:xfrm>
            <a:custGeom>
              <a:rect b="b" l="l" r="r" t="t"/>
              <a:pathLst>
                <a:path extrusionOk="0" h="1085" w="1085">
                  <a:moveTo>
                    <a:pt x="544" y="0"/>
                  </a:moveTo>
                  <a:cubicBezTo>
                    <a:pt x="243" y="0"/>
                    <a:pt x="1" y="242"/>
                    <a:pt x="1" y="541"/>
                  </a:cubicBezTo>
                  <a:cubicBezTo>
                    <a:pt x="1" y="841"/>
                    <a:pt x="243" y="1084"/>
                    <a:pt x="544" y="1084"/>
                  </a:cubicBezTo>
                  <a:cubicBezTo>
                    <a:pt x="843" y="1084"/>
                    <a:pt x="1085" y="841"/>
                    <a:pt x="1085" y="541"/>
                  </a:cubicBezTo>
                  <a:cubicBezTo>
                    <a:pt x="1085" y="242"/>
                    <a:pt x="843" y="0"/>
                    <a:pt x="5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4"/>
            <p:cNvSpPr/>
            <p:nvPr/>
          </p:nvSpPr>
          <p:spPr>
            <a:xfrm rot="10800000">
              <a:off x="165827" y="4850338"/>
              <a:ext cx="59092" cy="59092"/>
            </a:xfrm>
            <a:custGeom>
              <a:rect b="b" l="l" r="r" t="t"/>
              <a:pathLst>
                <a:path extrusionOk="0" h="1085" w="1085">
                  <a:moveTo>
                    <a:pt x="542" y="1"/>
                  </a:moveTo>
                  <a:cubicBezTo>
                    <a:pt x="242" y="1"/>
                    <a:pt x="0" y="243"/>
                    <a:pt x="0" y="542"/>
                  </a:cubicBezTo>
                  <a:cubicBezTo>
                    <a:pt x="0" y="843"/>
                    <a:pt x="242" y="1085"/>
                    <a:pt x="542" y="1085"/>
                  </a:cubicBezTo>
                  <a:cubicBezTo>
                    <a:pt x="842" y="1085"/>
                    <a:pt x="1084" y="843"/>
                    <a:pt x="1084" y="542"/>
                  </a:cubicBezTo>
                  <a:cubicBezTo>
                    <a:pt x="1084" y="243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6" name="Google Shape;686;p14"/>
          <p:cNvGrpSpPr/>
          <p:nvPr/>
        </p:nvGrpSpPr>
        <p:grpSpPr>
          <a:xfrm>
            <a:off x="-27205" y="105630"/>
            <a:ext cx="9003301" cy="5103537"/>
            <a:chOff x="-27205" y="105630"/>
            <a:chExt cx="9003301" cy="5103537"/>
          </a:xfrm>
        </p:grpSpPr>
        <p:sp>
          <p:nvSpPr>
            <p:cNvPr id="687" name="Google Shape;687;p14"/>
            <p:cNvSpPr/>
            <p:nvPr/>
          </p:nvSpPr>
          <p:spPr>
            <a:xfrm>
              <a:off x="7325240" y="4616081"/>
              <a:ext cx="128028" cy="127976"/>
            </a:xfrm>
            <a:custGeom>
              <a:rect b="b" l="l" r="r" t="t"/>
              <a:pathLst>
                <a:path extrusionOk="0" h="2475" w="2476">
                  <a:moveTo>
                    <a:pt x="1237" y="0"/>
                  </a:moveTo>
                  <a:cubicBezTo>
                    <a:pt x="555" y="0"/>
                    <a:pt x="1" y="555"/>
                    <a:pt x="1" y="1238"/>
                  </a:cubicBezTo>
                  <a:cubicBezTo>
                    <a:pt x="1" y="1921"/>
                    <a:pt x="555" y="2474"/>
                    <a:pt x="1237" y="2474"/>
                  </a:cubicBezTo>
                  <a:cubicBezTo>
                    <a:pt x="1921" y="2474"/>
                    <a:pt x="2475" y="1921"/>
                    <a:pt x="2475" y="1238"/>
                  </a:cubicBezTo>
                  <a:cubicBezTo>
                    <a:pt x="2475" y="555"/>
                    <a:pt x="1921" y="0"/>
                    <a:pt x="12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88" name="Google Shape;688;p14"/>
            <p:cNvGrpSpPr/>
            <p:nvPr/>
          </p:nvGrpSpPr>
          <p:grpSpPr>
            <a:xfrm>
              <a:off x="-27205" y="105630"/>
              <a:ext cx="8325142" cy="5103537"/>
              <a:chOff x="-27205" y="105630"/>
              <a:chExt cx="8325142" cy="5103537"/>
            </a:xfrm>
          </p:grpSpPr>
          <p:grpSp>
            <p:nvGrpSpPr>
              <p:cNvPr id="689" name="Google Shape;689;p14"/>
              <p:cNvGrpSpPr/>
              <p:nvPr/>
            </p:nvGrpSpPr>
            <p:grpSpPr>
              <a:xfrm>
                <a:off x="-27205" y="105630"/>
                <a:ext cx="699571" cy="4499581"/>
                <a:chOff x="-27205" y="105630"/>
                <a:chExt cx="699571" cy="4499581"/>
              </a:xfrm>
            </p:grpSpPr>
            <p:sp>
              <p:nvSpPr>
                <p:cNvPr id="690" name="Google Shape;690;p14"/>
                <p:cNvSpPr/>
                <p:nvPr/>
              </p:nvSpPr>
              <p:spPr>
                <a:xfrm rot="10800000">
                  <a:off x="-27204" y="754217"/>
                  <a:ext cx="535312" cy="164586"/>
                </a:xfrm>
                <a:custGeom>
                  <a:rect b="b" l="l" r="r" t="t"/>
                  <a:pathLst>
                    <a:path extrusionOk="0" h="3022" w="9829">
                      <a:moveTo>
                        <a:pt x="1238" y="1"/>
                      </a:moveTo>
                      <a:cubicBezTo>
                        <a:pt x="555" y="1"/>
                        <a:pt x="0" y="555"/>
                        <a:pt x="0" y="1239"/>
                      </a:cubicBezTo>
                      <a:cubicBezTo>
                        <a:pt x="0" y="1922"/>
                        <a:pt x="555" y="2475"/>
                        <a:pt x="1238" y="2475"/>
                      </a:cubicBezTo>
                      <a:cubicBezTo>
                        <a:pt x="1512" y="2475"/>
                        <a:pt x="1764" y="2383"/>
                        <a:pt x="1968" y="2232"/>
                      </a:cubicBezTo>
                      <a:lnTo>
                        <a:pt x="2713" y="2976"/>
                      </a:lnTo>
                      <a:cubicBezTo>
                        <a:pt x="2742" y="3005"/>
                        <a:pt x="2781" y="3021"/>
                        <a:pt x="2822" y="3021"/>
                      </a:cubicBezTo>
                      <a:lnTo>
                        <a:pt x="4763" y="3021"/>
                      </a:lnTo>
                      <a:cubicBezTo>
                        <a:pt x="4804" y="3021"/>
                        <a:pt x="4843" y="3005"/>
                        <a:pt x="4872" y="2976"/>
                      </a:cubicBezTo>
                      <a:lnTo>
                        <a:pt x="6539" y="1310"/>
                      </a:lnTo>
                      <a:lnTo>
                        <a:pt x="9675" y="1310"/>
                      </a:lnTo>
                      <a:cubicBezTo>
                        <a:pt x="9760" y="1310"/>
                        <a:pt x="9829" y="1241"/>
                        <a:pt x="9829" y="1156"/>
                      </a:cubicBezTo>
                      <a:cubicBezTo>
                        <a:pt x="9829" y="1071"/>
                        <a:pt x="9760" y="1002"/>
                        <a:pt x="9675" y="1002"/>
                      </a:cubicBezTo>
                      <a:lnTo>
                        <a:pt x="6475" y="1002"/>
                      </a:lnTo>
                      <a:cubicBezTo>
                        <a:pt x="6435" y="1002"/>
                        <a:pt x="6394" y="1019"/>
                        <a:pt x="6366" y="1047"/>
                      </a:cubicBezTo>
                      <a:lnTo>
                        <a:pt x="4700" y="2714"/>
                      </a:lnTo>
                      <a:lnTo>
                        <a:pt x="2885" y="2714"/>
                      </a:lnTo>
                      <a:lnTo>
                        <a:pt x="2191" y="2019"/>
                      </a:lnTo>
                      <a:cubicBezTo>
                        <a:pt x="2366" y="1805"/>
                        <a:pt x="2476" y="1535"/>
                        <a:pt x="2476" y="1239"/>
                      </a:cubicBezTo>
                      <a:cubicBezTo>
                        <a:pt x="2476" y="555"/>
                        <a:pt x="1921" y="1"/>
                        <a:pt x="123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14"/>
                <p:cNvSpPr/>
                <p:nvPr/>
              </p:nvSpPr>
              <p:spPr>
                <a:xfrm rot="10800000">
                  <a:off x="412254" y="822894"/>
                  <a:ext cx="56859" cy="56859"/>
                </a:xfrm>
                <a:custGeom>
                  <a:rect b="b" l="l" r="r" t="t"/>
                  <a:pathLst>
                    <a:path extrusionOk="0" h="1044" w="1044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2"/>
                      </a:cubicBezTo>
                      <a:cubicBezTo>
                        <a:pt x="0" y="809"/>
                        <a:pt x="235" y="1043"/>
                        <a:pt x="522" y="1043"/>
                      </a:cubicBezTo>
                      <a:cubicBezTo>
                        <a:pt x="809" y="1043"/>
                        <a:pt x="1043" y="809"/>
                        <a:pt x="1043" y="522"/>
                      </a:cubicBezTo>
                      <a:cubicBezTo>
                        <a:pt x="1043" y="233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2" name="Google Shape;692;p14"/>
                <p:cNvSpPr/>
                <p:nvPr/>
              </p:nvSpPr>
              <p:spPr>
                <a:xfrm rot="10800000">
                  <a:off x="-27205" y="1637231"/>
                  <a:ext cx="699571" cy="217196"/>
                </a:xfrm>
                <a:custGeom>
                  <a:rect b="b" l="l" r="r" t="t"/>
                  <a:pathLst>
                    <a:path extrusionOk="0" h="3988" w="12845">
                      <a:moveTo>
                        <a:pt x="4160" y="0"/>
                      </a:moveTo>
                      <a:cubicBezTo>
                        <a:pt x="4119" y="0"/>
                        <a:pt x="4080" y="16"/>
                        <a:pt x="4052" y="45"/>
                      </a:cubicBezTo>
                      <a:lnTo>
                        <a:pt x="2161" y="1934"/>
                      </a:lnTo>
                      <a:cubicBezTo>
                        <a:pt x="1934" y="1678"/>
                        <a:pt x="1607" y="1514"/>
                        <a:pt x="1238" y="1514"/>
                      </a:cubicBezTo>
                      <a:cubicBezTo>
                        <a:pt x="555" y="1514"/>
                        <a:pt x="0" y="2068"/>
                        <a:pt x="0" y="2751"/>
                      </a:cubicBezTo>
                      <a:cubicBezTo>
                        <a:pt x="0" y="3435"/>
                        <a:pt x="555" y="3988"/>
                        <a:pt x="1238" y="3988"/>
                      </a:cubicBezTo>
                      <a:cubicBezTo>
                        <a:pt x="1921" y="3988"/>
                        <a:pt x="2476" y="3435"/>
                        <a:pt x="2476" y="2751"/>
                      </a:cubicBezTo>
                      <a:cubicBezTo>
                        <a:pt x="2476" y="2549"/>
                        <a:pt x="2423" y="2362"/>
                        <a:pt x="2338" y="2193"/>
                      </a:cubicBezTo>
                      <a:lnTo>
                        <a:pt x="4223" y="308"/>
                      </a:lnTo>
                      <a:lnTo>
                        <a:pt x="12691" y="308"/>
                      </a:lnTo>
                      <a:cubicBezTo>
                        <a:pt x="12776" y="308"/>
                        <a:pt x="12845" y="239"/>
                        <a:pt x="12845" y="154"/>
                      </a:cubicBezTo>
                      <a:cubicBezTo>
                        <a:pt x="12845" y="69"/>
                        <a:pt x="12776" y="0"/>
                        <a:pt x="126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3" name="Google Shape;693;p14"/>
                <p:cNvSpPr/>
                <p:nvPr/>
              </p:nvSpPr>
              <p:spPr>
                <a:xfrm rot="10800000">
                  <a:off x="576512" y="1676225"/>
                  <a:ext cx="56859" cy="56804"/>
                </a:xfrm>
                <a:custGeom>
                  <a:rect b="b" l="l" r="r" t="t"/>
                  <a:pathLst>
                    <a:path extrusionOk="0" h="1043" w="1044">
                      <a:moveTo>
                        <a:pt x="522" y="1"/>
                      </a:moveTo>
                      <a:cubicBezTo>
                        <a:pt x="235" y="1"/>
                        <a:pt x="1" y="234"/>
                        <a:pt x="1" y="522"/>
                      </a:cubicBezTo>
                      <a:cubicBezTo>
                        <a:pt x="1" y="810"/>
                        <a:pt x="235" y="1042"/>
                        <a:pt x="522" y="1042"/>
                      </a:cubicBezTo>
                      <a:cubicBezTo>
                        <a:pt x="811" y="1042"/>
                        <a:pt x="1043" y="810"/>
                        <a:pt x="1043" y="522"/>
                      </a:cubicBezTo>
                      <a:cubicBezTo>
                        <a:pt x="1043" y="234"/>
                        <a:pt x="809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4" name="Google Shape;694;p14"/>
                <p:cNvSpPr/>
                <p:nvPr/>
              </p:nvSpPr>
              <p:spPr>
                <a:xfrm rot="10800000">
                  <a:off x="-27204" y="2160837"/>
                  <a:ext cx="632146" cy="285928"/>
                </a:xfrm>
                <a:custGeom>
                  <a:rect b="b" l="l" r="r" t="t"/>
                  <a:pathLst>
                    <a:path extrusionOk="0" h="5250" w="11607">
                      <a:moveTo>
                        <a:pt x="7737" y="0"/>
                      </a:moveTo>
                      <a:cubicBezTo>
                        <a:pt x="7697" y="0"/>
                        <a:pt x="7658" y="16"/>
                        <a:pt x="7629" y="45"/>
                      </a:cubicBezTo>
                      <a:lnTo>
                        <a:pt x="6105" y="1569"/>
                      </a:lnTo>
                      <a:lnTo>
                        <a:pt x="3503" y="1569"/>
                      </a:lnTo>
                      <a:cubicBezTo>
                        <a:pt x="3462" y="1569"/>
                        <a:pt x="3422" y="1584"/>
                        <a:pt x="3394" y="1614"/>
                      </a:cubicBezTo>
                      <a:lnTo>
                        <a:pt x="1980" y="3028"/>
                      </a:lnTo>
                      <a:cubicBezTo>
                        <a:pt x="1772" y="2871"/>
                        <a:pt x="1517" y="2775"/>
                        <a:pt x="1237" y="2775"/>
                      </a:cubicBezTo>
                      <a:cubicBezTo>
                        <a:pt x="553" y="2775"/>
                        <a:pt x="0" y="3328"/>
                        <a:pt x="0" y="4011"/>
                      </a:cubicBezTo>
                      <a:cubicBezTo>
                        <a:pt x="0" y="4695"/>
                        <a:pt x="553" y="5249"/>
                        <a:pt x="1237" y="5249"/>
                      </a:cubicBezTo>
                      <a:cubicBezTo>
                        <a:pt x="1920" y="5249"/>
                        <a:pt x="2474" y="4695"/>
                        <a:pt x="2474" y="4011"/>
                      </a:cubicBezTo>
                      <a:cubicBezTo>
                        <a:pt x="2474" y="3719"/>
                        <a:pt x="2369" y="3455"/>
                        <a:pt x="2199" y="3243"/>
                      </a:cubicBezTo>
                      <a:lnTo>
                        <a:pt x="3567" y="1876"/>
                      </a:lnTo>
                      <a:lnTo>
                        <a:pt x="6169" y="1876"/>
                      </a:lnTo>
                      <a:cubicBezTo>
                        <a:pt x="6209" y="1876"/>
                        <a:pt x="6248" y="1860"/>
                        <a:pt x="6277" y="1831"/>
                      </a:cubicBezTo>
                      <a:lnTo>
                        <a:pt x="7801" y="308"/>
                      </a:lnTo>
                      <a:lnTo>
                        <a:pt x="11453" y="308"/>
                      </a:lnTo>
                      <a:cubicBezTo>
                        <a:pt x="11538" y="308"/>
                        <a:pt x="11607" y="239"/>
                        <a:pt x="11607" y="154"/>
                      </a:cubicBezTo>
                      <a:cubicBezTo>
                        <a:pt x="11607" y="69"/>
                        <a:pt x="11538" y="0"/>
                        <a:pt x="1145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5" name="Google Shape;695;p14"/>
                <p:cNvSpPr/>
                <p:nvPr/>
              </p:nvSpPr>
              <p:spPr>
                <a:xfrm rot="10800000">
                  <a:off x="509197" y="2199886"/>
                  <a:ext cx="56750" cy="56750"/>
                </a:xfrm>
                <a:custGeom>
                  <a:rect b="b" l="l" r="r" t="t"/>
                  <a:pathLst>
                    <a:path extrusionOk="0" h="1042" w="1042">
                      <a:moveTo>
                        <a:pt x="522" y="0"/>
                      </a:moveTo>
                      <a:cubicBezTo>
                        <a:pt x="233" y="0"/>
                        <a:pt x="0" y="233"/>
                        <a:pt x="0" y="520"/>
                      </a:cubicBezTo>
                      <a:cubicBezTo>
                        <a:pt x="0" y="809"/>
                        <a:pt x="233" y="1042"/>
                        <a:pt x="522" y="1042"/>
                      </a:cubicBezTo>
                      <a:cubicBezTo>
                        <a:pt x="809" y="1042"/>
                        <a:pt x="1042" y="809"/>
                        <a:pt x="1042" y="520"/>
                      </a:cubicBezTo>
                      <a:cubicBezTo>
                        <a:pt x="1042" y="233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6" name="Google Shape;696;p14"/>
                <p:cNvSpPr/>
                <p:nvPr/>
              </p:nvSpPr>
              <p:spPr>
                <a:xfrm rot="10800000">
                  <a:off x="162291" y="187650"/>
                  <a:ext cx="85288" cy="85343"/>
                </a:xfrm>
                <a:custGeom>
                  <a:rect b="b" l="l" r="r" t="t"/>
                  <a:pathLst>
                    <a:path extrusionOk="0" h="1567" w="1566">
                      <a:moveTo>
                        <a:pt x="783" y="0"/>
                      </a:moveTo>
                      <a:cubicBezTo>
                        <a:pt x="350" y="0"/>
                        <a:pt x="0" y="351"/>
                        <a:pt x="0" y="783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6" y="1567"/>
                        <a:pt x="1566" y="1216"/>
                        <a:pt x="1566" y="783"/>
                      </a:cubicBezTo>
                      <a:cubicBezTo>
                        <a:pt x="1566" y="351"/>
                        <a:pt x="1216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7" name="Google Shape;697;p14"/>
                <p:cNvSpPr/>
                <p:nvPr/>
              </p:nvSpPr>
              <p:spPr>
                <a:xfrm rot="10800000">
                  <a:off x="80216" y="105630"/>
                  <a:ext cx="249384" cy="249384"/>
                </a:xfrm>
                <a:custGeom>
                  <a:rect b="b" l="l" r="r" t="t"/>
                  <a:pathLst>
                    <a:path extrusionOk="0" h="4579" w="4579">
                      <a:moveTo>
                        <a:pt x="2289" y="154"/>
                      </a:moveTo>
                      <a:cubicBezTo>
                        <a:pt x="3466" y="154"/>
                        <a:pt x="4425" y="1111"/>
                        <a:pt x="4425" y="2289"/>
                      </a:cubicBezTo>
                      <a:cubicBezTo>
                        <a:pt x="4425" y="3468"/>
                        <a:pt x="3466" y="4425"/>
                        <a:pt x="2289" y="4425"/>
                      </a:cubicBezTo>
                      <a:cubicBezTo>
                        <a:pt x="1112" y="4425"/>
                        <a:pt x="154" y="3466"/>
                        <a:pt x="154" y="2289"/>
                      </a:cubicBezTo>
                      <a:cubicBezTo>
                        <a:pt x="154" y="1111"/>
                        <a:pt x="1112" y="154"/>
                        <a:pt x="2289" y="154"/>
                      </a:cubicBezTo>
                      <a:close/>
                      <a:moveTo>
                        <a:pt x="2289" y="0"/>
                      </a:moveTo>
                      <a:cubicBezTo>
                        <a:pt x="1026" y="0"/>
                        <a:pt x="0" y="1027"/>
                        <a:pt x="0" y="2289"/>
                      </a:cubicBezTo>
                      <a:cubicBezTo>
                        <a:pt x="0" y="3551"/>
                        <a:pt x="1026" y="4579"/>
                        <a:pt x="2289" y="4579"/>
                      </a:cubicBezTo>
                      <a:cubicBezTo>
                        <a:pt x="3552" y="4579"/>
                        <a:pt x="4579" y="3551"/>
                        <a:pt x="4579" y="2289"/>
                      </a:cubicBezTo>
                      <a:cubicBezTo>
                        <a:pt x="4579" y="1027"/>
                        <a:pt x="3552" y="0"/>
                        <a:pt x="22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8" name="Google Shape;698;p14"/>
                <p:cNvSpPr/>
                <p:nvPr/>
              </p:nvSpPr>
              <p:spPr>
                <a:xfrm rot="10800000">
                  <a:off x="258099" y="490136"/>
                  <a:ext cx="128967" cy="128967"/>
                </a:xfrm>
                <a:custGeom>
                  <a:rect b="b" l="l" r="r" t="t"/>
                  <a:pathLst>
                    <a:path extrusionOk="0" h="2368" w="2368">
                      <a:moveTo>
                        <a:pt x="1184" y="154"/>
                      </a:moveTo>
                      <a:cubicBezTo>
                        <a:pt x="1751" y="154"/>
                        <a:pt x="2214" y="616"/>
                        <a:pt x="2214" y="1184"/>
                      </a:cubicBezTo>
                      <a:cubicBezTo>
                        <a:pt x="2214" y="1751"/>
                        <a:pt x="1751" y="2213"/>
                        <a:pt x="1184" y="2213"/>
                      </a:cubicBezTo>
                      <a:cubicBezTo>
                        <a:pt x="617" y="2213"/>
                        <a:pt x="156" y="1751"/>
                        <a:pt x="156" y="1184"/>
                      </a:cubicBezTo>
                      <a:cubicBezTo>
                        <a:pt x="156" y="616"/>
                        <a:pt x="617" y="154"/>
                        <a:pt x="1184" y="154"/>
                      </a:cubicBezTo>
                      <a:close/>
                      <a:moveTo>
                        <a:pt x="1184" y="0"/>
                      </a:moveTo>
                      <a:cubicBezTo>
                        <a:pt x="531" y="0"/>
                        <a:pt x="1" y="531"/>
                        <a:pt x="1" y="1184"/>
                      </a:cubicBezTo>
                      <a:cubicBezTo>
                        <a:pt x="1" y="1836"/>
                        <a:pt x="531" y="2367"/>
                        <a:pt x="1184" y="2367"/>
                      </a:cubicBezTo>
                      <a:cubicBezTo>
                        <a:pt x="1837" y="2367"/>
                        <a:pt x="2367" y="1836"/>
                        <a:pt x="2367" y="1184"/>
                      </a:cubicBezTo>
                      <a:cubicBezTo>
                        <a:pt x="2367" y="531"/>
                        <a:pt x="1837" y="0"/>
                        <a:pt x="118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9" name="Google Shape;699;p14"/>
                <p:cNvSpPr/>
                <p:nvPr/>
              </p:nvSpPr>
              <p:spPr>
                <a:xfrm rot="10800000">
                  <a:off x="-27204" y="2727314"/>
                  <a:ext cx="535312" cy="164586"/>
                </a:xfrm>
                <a:custGeom>
                  <a:rect b="b" l="l" r="r" t="t"/>
                  <a:pathLst>
                    <a:path extrusionOk="0" h="3022" w="9829">
                      <a:moveTo>
                        <a:pt x="1238" y="1"/>
                      </a:moveTo>
                      <a:cubicBezTo>
                        <a:pt x="555" y="1"/>
                        <a:pt x="0" y="555"/>
                        <a:pt x="0" y="1239"/>
                      </a:cubicBezTo>
                      <a:cubicBezTo>
                        <a:pt x="0" y="1922"/>
                        <a:pt x="555" y="2475"/>
                        <a:pt x="1238" y="2475"/>
                      </a:cubicBezTo>
                      <a:cubicBezTo>
                        <a:pt x="1512" y="2475"/>
                        <a:pt x="1764" y="2383"/>
                        <a:pt x="1968" y="2232"/>
                      </a:cubicBezTo>
                      <a:lnTo>
                        <a:pt x="2713" y="2976"/>
                      </a:lnTo>
                      <a:cubicBezTo>
                        <a:pt x="2742" y="3005"/>
                        <a:pt x="2781" y="3021"/>
                        <a:pt x="2822" y="3021"/>
                      </a:cubicBezTo>
                      <a:lnTo>
                        <a:pt x="4763" y="3021"/>
                      </a:lnTo>
                      <a:cubicBezTo>
                        <a:pt x="4804" y="3021"/>
                        <a:pt x="4843" y="3005"/>
                        <a:pt x="4872" y="2976"/>
                      </a:cubicBezTo>
                      <a:lnTo>
                        <a:pt x="6539" y="1310"/>
                      </a:lnTo>
                      <a:lnTo>
                        <a:pt x="9675" y="1310"/>
                      </a:lnTo>
                      <a:cubicBezTo>
                        <a:pt x="9760" y="1310"/>
                        <a:pt x="9829" y="1241"/>
                        <a:pt x="9829" y="1156"/>
                      </a:cubicBezTo>
                      <a:cubicBezTo>
                        <a:pt x="9829" y="1071"/>
                        <a:pt x="9760" y="1002"/>
                        <a:pt x="9675" y="1002"/>
                      </a:cubicBezTo>
                      <a:lnTo>
                        <a:pt x="6475" y="1002"/>
                      </a:lnTo>
                      <a:cubicBezTo>
                        <a:pt x="6435" y="1002"/>
                        <a:pt x="6394" y="1019"/>
                        <a:pt x="6366" y="1047"/>
                      </a:cubicBezTo>
                      <a:lnTo>
                        <a:pt x="4700" y="2714"/>
                      </a:lnTo>
                      <a:lnTo>
                        <a:pt x="2885" y="2714"/>
                      </a:lnTo>
                      <a:lnTo>
                        <a:pt x="2191" y="2019"/>
                      </a:lnTo>
                      <a:cubicBezTo>
                        <a:pt x="2366" y="1805"/>
                        <a:pt x="2476" y="1535"/>
                        <a:pt x="2476" y="1239"/>
                      </a:cubicBezTo>
                      <a:cubicBezTo>
                        <a:pt x="2476" y="555"/>
                        <a:pt x="1921" y="1"/>
                        <a:pt x="123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0" name="Google Shape;700;p14"/>
                <p:cNvSpPr/>
                <p:nvPr/>
              </p:nvSpPr>
              <p:spPr>
                <a:xfrm rot="10800000">
                  <a:off x="412254" y="2795991"/>
                  <a:ext cx="56859" cy="56859"/>
                </a:xfrm>
                <a:custGeom>
                  <a:rect b="b" l="l" r="r" t="t"/>
                  <a:pathLst>
                    <a:path extrusionOk="0" h="1044" w="1044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2"/>
                      </a:cubicBezTo>
                      <a:cubicBezTo>
                        <a:pt x="0" y="809"/>
                        <a:pt x="235" y="1043"/>
                        <a:pt x="522" y="1043"/>
                      </a:cubicBezTo>
                      <a:cubicBezTo>
                        <a:pt x="809" y="1043"/>
                        <a:pt x="1043" y="809"/>
                        <a:pt x="1043" y="522"/>
                      </a:cubicBezTo>
                      <a:cubicBezTo>
                        <a:pt x="1043" y="233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14"/>
                <p:cNvSpPr/>
                <p:nvPr/>
              </p:nvSpPr>
              <p:spPr>
                <a:xfrm rot="10800000">
                  <a:off x="-27205" y="3357382"/>
                  <a:ext cx="699571" cy="217196"/>
                </a:xfrm>
                <a:custGeom>
                  <a:rect b="b" l="l" r="r" t="t"/>
                  <a:pathLst>
                    <a:path extrusionOk="0" h="3988" w="12845">
                      <a:moveTo>
                        <a:pt x="4160" y="0"/>
                      </a:moveTo>
                      <a:cubicBezTo>
                        <a:pt x="4119" y="0"/>
                        <a:pt x="4080" y="16"/>
                        <a:pt x="4052" y="45"/>
                      </a:cubicBezTo>
                      <a:lnTo>
                        <a:pt x="2161" y="1934"/>
                      </a:lnTo>
                      <a:cubicBezTo>
                        <a:pt x="1934" y="1678"/>
                        <a:pt x="1607" y="1514"/>
                        <a:pt x="1238" y="1514"/>
                      </a:cubicBezTo>
                      <a:cubicBezTo>
                        <a:pt x="555" y="1514"/>
                        <a:pt x="0" y="2068"/>
                        <a:pt x="0" y="2751"/>
                      </a:cubicBezTo>
                      <a:cubicBezTo>
                        <a:pt x="0" y="3435"/>
                        <a:pt x="555" y="3988"/>
                        <a:pt x="1238" y="3988"/>
                      </a:cubicBezTo>
                      <a:cubicBezTo>
                        <a:pt x="1921" y="3988"/>
                        <a:pt x="2476" y="3435"/>
                        <a:pt x="2476" y="2751"/>
                      </a:cubicBezTo>
                      <a:cubicBezTo>
                        <a:pt x="2476" y="2549"/>
                        <a:pt x="2423" y="2362"/>
                        <a:pt x="2338" y="2193"/>
                      </a:cubicBezTo>
                      <a:lnTo>
                        <a:pt x="4223" y="308"/>
                      </a:lnTo>
                      <a:lnTo>
                        <a:pt x="12691" y="308"/>
                      </a:lnTo>
                      <a:cubicBezTo>
                        <a:pt x="12776" y="308"/>
                        <a:pt x="12845" y="239"/>
                        <a:pt x="12845" y="154"/>
                      </a:cubicBezTo>
                      <a:cubicBezTo>
                        <a:pt x="12845" y="69"/>
                        <a:pt x="12776" y="0"/>
                        <a:pt x="126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2" name="Google Shape;702;p14"/>
                <p:cNvSpPr/>
                <p:nvPr/>
              </p:nvSpPr>
              <p:spPr>
                <a:xfrm rot="10800000">
                  <a:off x="576512" y="3396377"/>
                  <a:ext cx="56859" cy="56804"/>
                </a:xfrm>
                <a:custGeom>
                  <a:rect b="b" l="l" r="r" t="t"/>
                  <a:pathLst>
                    <a:path extrusionOk="0" h="1043" w="1044">
                      <a:moveTo>
                        <a:pt x="522" y="1"/>
                      </a:moveTo>
                      <a:cubicBezTo>
                        <a:pt x="235" y="1"/>
                        <a:pt x="1" y="234"/>
                        <a:pt x="1" y="522"/>
                      </a:cubicBezTo>
                      <a:cubicBezTo>
                        <a:pt x="1" y="810"/>
                        <a:pt x="235" y="1042"/>
                        <a:pt x="522" y="1042"/>
                      </a:cubicBezTo>
                      <a:cubicBezTo>
                        <a:pt x="811" y="1042"/>
                        <a:pt x="1043" y="810"/>
                        <a:pt x="1043" y="522"/>
                      </a:cubicBezTo>
                      <a:cubicBezTo>
                        <a:pt x="1043" y="234"/>
                        <a:pt x="809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3" name="Google Shape;703;p14"/>
                <p:cNvSpPr/>
                <p:nvPr/>
              </p:nvSpPr>
              <p:spPr>
                <a:xfrm rot="10800000">
                  <a:off x="-27204" y="3880989"/>
                  <a:ext cx="632146" cy="285928"/>
                </a:xfrm>
                <a:custGeom>
                  <a:rect b="b" l="l" r="r" t="t"/>
                  <a:pathLst>
                    <a:path extrusionOk="0" h="5250" w="11607">
                      <a:moveTo>
                        <a:pt x="7737" y="0"/>
                      </a:moveTo>
                      <a:cubicBezTo>
                        <a:pt x="7697" y="0"/>
                        <a:pt x="7658" y="16"/>
                        <a:pt x="7629" y="45"/>
                      </a:cubicBezTo>
                      <a:lnTo>
                        <a:pt x="6105" y="1569"/>
                      </a:lnTo>
                      <a:lnTo>
                        <a:pt x="3503" y="1569"/>
                      </a:lnTo>
                      <a:cubicBezTo>
                        <a:pt x="3462" y="1569"/>
                        <a:pt x="3422" y="1584"/>
                        <a:pt x="3394" y="1614"/>
                      </a:cubicBezTo>
                      <a:lnTo>
                        <a:pt x="1980" y="3028"/>
                      </a:lnTo>
                      <a:cubicBezTo>
                        <a:pt x="1772" y="2871"/>
                        <a:pt x="1517" y="2775"/>
                        <a:pt x="1237" y="2775"/>
                      </a:cubicBezTo>
                      <a:cubicBezTo>
                        <a:pt x="553" y="2775"/>
                        <a:pt x="0" y="3328"/>
                        <a:pt x="0" y="4011"/>
                      </a:cubicBezTo>
                      <a:cubicBezTo>
                        <a:pt x="0" y="4695"/>
                        <a:pt x="553" y="5249"/>
                        <a:pt x="1237" y="5249"/>
                      </a:cubicBezTo>
                      <a:cubicBezTo>
                        <a:pt x="1920" y="5249"/>
                        <a:pt x="2474" y="4695"/>
                        <a:pt x="2474" y="4011"/>
                      </a:cubicBezTo>
                      <a:cubicBezTo>
                        <a:pt x="2474" y="3719"/>
                        <a:pt x="2369" y="3455"/>
                        <a:pt x="2199" y="3243"/>
                      </a:cubicBezTo>
                      <a:lnTo>
                        <a:pt x="3567" y="1876"/>
                      </a:lnTo>
                      <a:lnTo>
                        <a:pt x="6169" y="1876"/>
                      </a:lnTo>
                      <a:cubicBezTo>
                        <a:pt x="6209" y="1876"/>
                        <a:pt x="6248" y="1860"/>
                        <a:pt x="6277" y="1831"/>
                      </a:cubicBezTo>
                      <a:lnTo>
                        <a:pt x="7801" y="308"/>
                      </a:lnTo>
                      <a:lnTo>
                        <a:pt x="11453" y="308"/>
                      </a:lnTo>
                      <a:cubicBezTo>
                        <a:pt x="11538" y="308"/>
                        <a:pt x="11607" y="239"/>
                        <a:pt x="11607" y="154"/>
                      </a:cubicBezTo>
                      <a:cubicBezTo>
                        <a:pt x="11607" y="69"/>
                        <a:pt x="11538" y="0"/>
                        <a:pt x="1145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4" name="Google Shape;704;p14"/>
                <p:cNvSpPr/>
                <p:nvPr/>
              </p:nvSpPr>
              <p:spPr>
                <a:xfrm rot="10800000">
                  <a:off x="509197" y="3920037"/>
                  <a:ext cx="56750" cy="56750"/>
                </a:xfrm>
                <a:custGeom>
                  <a:rect b="b" l="l" r="r" t="t"/>
                  <a:pathLst>
                    <a:path extrusionOk="0" h="1042" w="1042">
                      <a:moveTo>
                        <a:pt x="522" y="0"/>
                      </a:moveTo>
                      <a:cubicBezTo>
                        <a:pt x="233" y="0"/>
                        <a:pt x="0" y="233"/>
                        <a:pt x="0" y="520"/>
                      </a:cubicBezTo>
                      <a:cubicBezTo>
                        <a:pt x="0" y="809"/>
                        <a:pt x="233" y="1042"/>
                        <a:pt x="522" y="1042"/>
                      </a:cubicBezTo>
                      <a:cubicBezTo>
                        <a:pt x="809" y="1042"/>
                        <a:pt x="1042" y="809"/>
                        <a:pt x="1042" y="520"/>
                      </a:cubicBezTo>
                      <a:cubicBezTo>
                        <a:pt x="1042" y="233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5" name="Google Shape;705;p14"/>
                <p:cNvSpPr/>
                <p:nvPr/>
              </p:nvSpPr>
              <p:spPr>
                <a:xfrm rot="10800000">
                  <a:off x="463750" y="4476244"/>
                  <a:ext cx="128967" cy="128967"/>
                </a:xfrm>
                <a:custGeom>
                  <a:rect b="b" l="l" r="r" t="t"/>
                  <a:pathLst>
                    <a:path extrusionOk="0" h="2368" w="2368">
                      <a:moveTo>
                        <a:pt x="1184" y="154"/>
                      </a:moveTo>
                      <a:cubicBezTo>
                        <a:pt x="1751" y="154"/>
                        <a:pt x="2214" y="617"/>
                        <a:pt x="2214" y="1184"/>
                      </a:cubicBezTo>
                      <a:cubicBezTo>
                        <a:pt x="2214" y="1751"/>
                        <a:pt x="1751" y="2212"/>
                        <a:pt x="1184" y="2212"/>
                      </a:cubicBezTo>
                      <a:cubicBezTo>
                        <a:pt x="616" y="2212"/>
                        <a:pt x="155" y="1751"/>
                        <a:pt x="155" y="1184"/>
                      </a:cubicBezTo>
                      <a:cubicBezTo>
                        <a:pt x="155" y="617"/>
                        <a:pt x="616" y="154"/>
                        <a:pt x="1184" y="154"/>
                      </a:cubicBezTo>
                      <a:close/>
                      <a:moveTo>
                        <a:pt x="1184" y="1"/>
                      </a:moveTo>
                      <a:cubicBezTo>
                        <a:pt x="531" y="1"/>
                        <a:pt x="0" y="531"/>
                        <a:pt x="0" y="1184"/>
                      </a:cubicBezTo>
                      <a:cubicBezTo>
                        <a:pt x="0" y="1837"/>
                        <a:pt x="531" y="2367"/>
                        <a:pt x="1184" y="2367"/>
                      </a:cubicBezTo>
                      <a:cubicBezTo>
                        <a:pt x="1836" y="2367"/>
                        <a:pt x="2367" y="1837"/>
                        <a:pt x="2367" y="1184"/>
                      </a:cubicBezTo>
                      <a:cubicBezTo>
                        <a:pt x="2367" y="531"/>
                        <a:pt x="1836" y="1"/>
                        <a:pt x="118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06" name="Google Shape;706;p14"/>
              <p:cNvGrpSpPr/>
              <p:nvPr/>
            </p:nvGrpSpPr>
            <p:grpSpPr>
              <a:xfrm>
                <a:off x="6021478" y="4521142"/>
                <a:ext cx="2276459" cy="688025"/>
                <a:chOff x="6021478" y="4521142"/>
                <a:chExt cx="2276459" cy="688025"/>
              </a:xfrm>
            </p:grpSpPr>
            <p:sp>
              <p:nvSpPr>
                <p:cNvPr id="707" name="Google Shape;707;p14"/>
                <p:cNvSpPr/>
                <p:nvPr/>
              </p:nvSpPr>
              <p:spPr>
                <a:xfrm>
                  <a:off x="7392617" y="4671306"/>
                  <a:ext cx="92712" cy="537861"/>
                </a:xfrm>
                <a:custGeom>
                  <a:rect b="b" l="l" r="r" t="t"/>
                  <a:pathLst>
                    <a:path extrusionOk="0" h="10402" w="1793">
                      <a:moveTo>
                        <a:pt x="1639" y="10402"/>
                      </a:moveTo>
                      <a:cubicBezTo>
                        <a:pt x="1554" y="10402"/>
                        <a:pt x="1485" y="10333"/>
                        <a:pt x="1485" y="10248"/>
                      </a:cubicBezTo>
                      <a:lnTo>
                        <a:pt x="1485" y="1703"/>
                      </a:lnTo>
                      <a:lnTo>
                        <a:pt x="61" y="279"/>
                      </a:lnTo>
                      <a:cubicBezTo>
                        <a:pt x="1" y="218"/>
                        <a:pt x="1" y="121"/>
                        <a:pt x="61" y="61"/>
                      </a:cubicBezTo>
                      <a:cubicBezTo>
                        <a:pt x="121" y="1"/>
                        <a:pt x="218" y="1"/>
                        <a:pt x="278" y="61"/>
                      </a:cubicBezTo>
                      <a:lnTo>
                        <a:pt x="1748" y="1531"/>
                      </a:lnTo>
                      <a:cubicBezTo>
                        <a:pt x="1776" y="1559"/>
                        <a:pt x="1793" y="1598"/>
                        <a:pt x="1793" y="1639"/>
                      </a:cubicBezTo>
                      <a:lnTo>
                        <a:pt x="1793" y="10248"/>
                      </a:lnTo>
                      <a:cubicBezTo>
                        <a:pt x="1793" y="10333"/>
                        <a:pt x="1724" y="10402"/>
                        <a:pt x="1639" y="1040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8" name="Google Shape;708;p14"/>
                <p:cNvSpPr/>
                <p:nvPr/>
              </p:nvSpPr>
              <p:spPr>
                <a:xfrm>
                  <a:off x="8112876" y="4521142"/>
                  <a:ext cx="185061" cy="688020"/>
                </a:xfrm>
                <a:custGeom>
                  <a:rect b="b" l="l" r="r" t="t"/>
                  <a:pathLst>
                    <a:path extrusionOk="0" h="13306" w="3579">
                      <a:moveTo>
                        <a:pt x="2341" y="0"/>
                      </a:moveTo>
                      <a:cubicBezTo>
                        <a:pt x="1657" y="0"/>
                        <a:pt x="1104" y="555"/>
                        <a:pt x="1104" y="1237"/>
                      </a:cubicBezTo>
                      <a:cubicBezTo>
                        <a:pt x="1104" y="1875"/>
                        <a:pt x="1588" y="2393"/>
                        <a:pt x="2206" y="2462"/>
                      </a:cubicBezTo>
                      <a:lnTo>
                        <a:pt x="2206" y="5094"/>
                      </a:lnTo>
                      <a:lnTo>
                        <a:pt x="45" y="7256"/>
                      </a:lnTo>
                      <a:cubicBezTo>
                        <a:pt x="17" y="7285"/>
                        <a:pt x="0" y="7324"/>
                        <a:pt x="0" y="7365"/>
                      </a:cubicBezTo>
                      <a:lnTo>
                        <a:pt x="0" y="13152"/>
                      </a:lnTo>
                      <a:cubicBezTo>
                        <a:pt x="0" y="13237"/>
                        <a:pt x="69" y="13306"/>
                        <a:pt x="154" y="13306"/>
                      </a:cubicBezTo>
                      <a:cubicBezTo>
                        <a:pt x="239" y="13306"/>
                        <a:pt x="307" y="13237"/>
                        <a:pt x="307" y="13152"/>
                      </a:cubicBezTo>
                      <a:lnTo>
                        <a:pt x="307" y="7429"/>
                      </a:lnTo>
                      <a:lnTo>
                        <a:pt x="2468" y="5267"/>
                      </a:lnTo>
                      <a:cubicBezTo>
                        <a:pt x="2498" y="5238"/>
                        <a:pt x="2513" y="5199"/>
                        <a:pt x="2513" y="5158"/>
                      </a:cubicBezTo>
                      <a:lnTo>
                        <a:pt x="2513" y="2457"/>
                      </a:lnTo>
                      <a:cubicBezTo>
                        <a:pt x="3115" y="2373"/>
                        <a:pt x="3578" y="1862"/>
                        <a:pt x="3578" y="1238"/>
                      </a:cubicBezTo>
                      <a:lnTo>
                        <a:pt x="3578" y="1237"/>
                      </a:lnTo>
                      <a:cubicBezTo>
                        <a:pt x="3578" y="555"/>
                        <a:pt x="3024" y="0"/>
                        <a:pt x="23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14"/>
                <p:cNvSpPr/>
                <p:nvPr/>
              </p:nvSpPr>
              <p:spPr>
                <a:xfrm>
                  <a:off x="8206936" y="4558166"/>
                  <a:ext cx="53983" cy="53931"/>
                </a:xfrm>
                <a:custGeom>
                  <a:rect b="b" l="l" r="r" t="t"/>
                  <a:pathLst>
                    <a:path extrusionOk="0" h="1043" w="1044">
                      <a:moveTo>
                        <a:pt x="522" y="1"/>
                      </a:moveTo>
                      <a:cubicBezTo>
                        <a:pt x="234" y="1"/>
                        <a:pt x="0" y="233"/>
                        <a:pt x="0" y="521"/>
                      </a:cubicBezTo>
                      <a:cubicBezTo>
                        <a:pt x="0" y="809"/>
                        <a:pt x="234" y="1042"/>
                        <a:pt x="522" y="1042"/>
                      </a:cubicBezTo>
                      <a:cubicBezTo>
                        <a:pt x="810" y="1042"/>
                        <a:pt x="1043" y="809"/>
                        <a:pt x="1043" y="521"/>
                      </a:cubicBezTo>
                      <a:cubicBezTo>
                        <a:pt x="1043" y="233"/>
                        <a:pt x="810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14"/>
                <p:cNvSpPr/>
                <p:nvPr/>
              </p:nvSpPr>
              <p:spPr>
                <a:xfrm>
                  <a:off x="8080351" y="4863251"/>
                  <a:ext cx="80974" cy="81026"/>
                </a:xfrm>
                <a:custGeom>
                  <a:rect b="b" l="l" r="r" t="t"/>
                  <a:pathLst>
                    <a:path extrusionOk="0" h="1567" w="1566">
                      <a:moveTo>
                        <a:pt x="783" y="1"/>
                      </a:moveTo>
                      <a:cubicBezTo>
                        <a:pt x="350" y="1"/>
                        <a:pt x="0" y="351"/>
                        <a:pt x="0" y="783"/>
                      </a:cubicBezTo>
                      <a:cubicBezTo>
                        <a:pt x="0" y="1216"/>
                        <a:pt x="350" y="1566"/>
                        <a:pt x="783" y="1566"/>
                      </a:cubicBezTo>
                      <a:cubicBezTo>
                        <a:pt x="1215" y="1566"/>
                        <a:pt x="1565" y="1216"/>
                        <a:pt x="1565" y="783"/>
                      </a:cubicBezTo>
                      <a:cubicBezTo>
                        <a:pt x="1565" y="351"/>
                        <a:pt x="1215" y="1"/>
                        <a:pt x="7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14"/>
                <p:cNvSpPr/>
                <p:nvPr/>
              </p:nvSpPr>
              <p:spPr>
                <a:xfrm>
                  <a:off x="8002374" y="4785325"/>
                  <a:ext cx="236820" cy="236820"/>
                </a:xfrm>
                <a:custGeom>
                  <a:rect b="b" l="l" r="r" t="t"/>
                  <a:pathLst>
                    <a:path extrusionOk="0" h="4580" w="4580">
                      <a:moveTo>
                        <a:pt x="2291" y="154"/>
                      </a:moveTo>
                      <a:cubicBezTo>
                        <a:pt x="3468" y="154"/>
                        <a:pt x="4426" y="1113"/>
                        <a:pt x="4426" y="2290"/>
                      </a:cubicBezTo>
                      <a:cubicBezTo>
                        <a:pt x="4426" y="3468"/>
                        <a:pt x="3468" y="4427"/>
                        <a:pt x="2291" y="4427"/>
                      </a:cubicBezTo>
                      <a:cubicBezTo>
                        <a:pt x="1113" y="4427"/>
                        <a:pt x="155" y="3468"/>
                        <a:pt x="155" y="2290"/>
                      </a:cubicBezTo>
                      <a:cubicBezTo>
                        <a:pt x="155" y="1113"/>
                        <a:pt x="1113" y="154"/>
                        <a:pt x="2291" y="154"/>
                      </a:cubicBezTo>
                      <a:close/>
                      <a:moveTo>
                        <a:pt x="2291" y="1"/>
                      </a:moveTo>
                      <a:cubicBezTo>
                        <a:pt x="1028" y="1"/>
                        <a:pt x="1" y="1028"/>
                        <a:pt x="1" y="2290"/>
                      </a:cubicBezTo>
                      <a:cubicBezTo>
                        <a:pt x="1" y="3553"/>
                        <a:pt x="1028" y="4579"/>
                        <a:pt x="2291" y="4579"/>
                      </a:cubicBezTo>
                      <a:cubicBezTo>
                        <a:pt x="3553" y="4579"/>
                        <a:pt x="4579" y="3553"/>
                        <a:pt x="4579" y="2290"/>
                      </a:cubicBezTo>
                      <a:cubicBezTo>
                        <a:pt x="4579" y="1028"/>
                        <a:pt x="3553" y="1"/>
                        <a:pt x="229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14"/>
                <p:cNvSpPr/>
                <p:nvPr/>
              </p:nvSpPr>
              <p:spPr>
                <a:xfrm>
                  <a:off x="7362316" y="4653104"/>
                  <a:ext cx="53879" cy="53983"/>
                </a:xfrm>
                <a:custGeom>
                  <a:rect b="b" l="l" r="r" t="t"/>
                  <a:pathLst>
                    <a:path extrusionOk="0" h="1044" w="1042">
                      <a:moveTo>
                        <a:pt x="522" y="1"/>
                      </a:moveTo>
                      <a:cubicBezTo>
                        <a:pt x="233" y="1"/>
                        <a:pt x="0" y="235"/>
                        <a:pt x="0" y="522"/>
                      </a:cubicBezTo>
                      <a:cubicBezTo>
                        <a:pt x="0" y="809"/>
                        <a:pt x="233" y="1043"/>
                        <a:pt x="522" y="1043"/>
                      </a:cubicBezTo>
                      <a:cubicBezTo>
                        <a:pt x="809" y="1043"/>
                        <a:pt x="1042" y="809"/>
                        <a:pt x="1042" y="522"/>
                      </a:cubicBezTo>
                      <a:cubicBezTo>
                        <a:pt x="1042" y="233"/>
                        <a:pt x="809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713" name="Google Shape;713;p14"/>
                <p:cNvGrpSpPr/>
                <p:nvPr/>
              </p:nvGrpSpPr>
              <p:grpSpPr>
                <a:xfrm>
                  <a:off x="6021478" y="4713311"/>
                  <a:ext cx="274737" cy="274677"/>
                  <a:chOff x="777562" y="489352"/>
                  <a:chExt cx="231748" cy="231697"/>
                </a:xfrm>
              </p:grpSpPr>
              <p:sp>
                <p:nvSpPr>
                  <p:cNvPr id="714" name="Google Shape;714;p14"/>
                  <p:cNvSpPr/>
                  <p:nvPr/>
                </p:nvSpPr>
                <p:spPr>
                  <a:xfrm rot="-5400000">
                    <a:off x="853791" y="565581"/>
                    <a:ext cx="79240" cy="79290"/>
                  </a:xfrm>
                  <a:custGeom>
                    <a:rect b="b" l="l" r="r" t="t"/>
                    <a:pathLst>
                      <a:path extrusionOk="0" h="1567" w="1566">
                        <a:moveTo>
                          <a:pt x="783" y="1"/>
                        </a:moveTo>
                        <a:cubicBezTo>
                          <a:pt x="350" y="1"/>
                          <a:pt x="0" y="352"/>
                          <a:pt x="0" y="784"/>
                        </a:cubicBezTo>
                        <a:cubicBezTo>
                          <a:pt x="0" y="1216"/>
                          <a:pt x="350" y="1567"/>
                          <a:pt x="783" y="1567"/>
                        </a:cubicBezTo>
                        <a:cubicBezTo>
                          <a:pt x="1216" y="1567"/>
                          <a:pt x="1565" y="1216"/>
                          <a:pt x="1565" y="784"/>
                        </a:cubicBezTo>
                        <a:cubicBezTo>
                          <a:pt x="1565" y="352"/>
                          <a:pt x="1216" y="1"/>
                          <a:pt x="78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  <a:effectLst>
                    <a:outerShdw blurRad="85725" rotWithShape="0" algn="bl" dir="5400000" dist="1905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15" name="Google Shape;715;p14"/>
                  <p:cNvSpPr/>
                  <p:nvPr/>
                </p:nvSpPr>
                <p:spPr>
                  <a:xfrm rot="-5400000">
                    <a:off x="777587" y="489327"/>
                    <a:ext cx="231697" cy="231748"/>
                  </a:xfrm>
                  <a:custGeom>
                    <a:rect b="b" l="l" r="r" t="t"/>
                    <a:pathLst>
                      <a:path extrusionOk="0" h="4580" w="4579">
                        <a:moveTo>
                          <a:pt x="2289" y="154"/>
                        </a:moveTo>
                        <a:cubicBezTo>
                          <a:pt x="3466" y="154"/>
                          <a:pt x="4425" y="1112"/>
                          <a:pt x="4425" y="2290"/>
                        </a:cubicBezTo>
                        <a:cubicBezTo>
                          <a:pt x="4425" y="3468"/>
                          <a:pt x="3466" y="4425"/>
                          <a:pt x="2289" y="4425"/>
                        </a:cubicBezTo>
                        <a:cubicBezTo>
                          <a:pt x="1111" y="4425"/>
                          <a:pt x="154" y="3468"/>
                          <a:pt x="154" y="2290"/>
                        </a:cubicBezTo>
                        <a:cubicBezTo>
                          <a:pt x="154" y="1113"/>
                          <a:pt x="1111" y="154"/>
                          <a:pt x="2289" y="154"/>
                        </a:cubicBezTo>
                        <a:close/>
                        <a:moveTo>
                          <a:pt x="2289" y="0"/>
                        </a:moveTo>
                        <a:cubicBezTo>
                          <a:pt x="1026" y="0"/>
                          <a:pt x="0" y="1028"/>
                          <a:pt x="0" y="2290"/>
                        </a:cubicBezTo>
                        <a:cubicBezTo>
                          <a:pt x="0" y="3552"/>
                          <a:pt x="1026" y="4579"/>
                          <a:pt x="2289" y="4579"/>
                        </a:cubicBezTo>
                        <a:cubicBezTo>
                          <a:pt x="3551" y="4579"/>
                          <a:pt x="4579" y="3552"/>
                          <a:pt x="4579" y="2290"/>
                        </a:cubicBezTo>
                        <a:cubicBezTo>
                          <a:pt x="4579" y="1028"/>
                          <a:pt x="3551" y="0"/>
                          <a:pt x="228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rotWithShape="0" algn="bl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716" name="Google Shape;716;p14"/>
            <p:cNvGrpSpPr/>
            <p:nvPr/>
          </p:nvGrpSpPr>
          <p:grpSpPr>
            <a:xfrm>
              <a:off x="8530067" y="3874672"/>
              <a:ext cx="446029" cy="1297083"/>
              <a:chOff x="8530067" y="3874672"/>
              <a:chExt cx="446029" cy="1297083"/>
            </a:xfrm>
          </p:grpSpPr>
          <p:sp>
            <p:nvSpPr>
              <p:cNvPr id="717" name="Google Shape;717;p14"/>
              <p:cNvSpPr/>
              <p:nvPr/>
            </p:nvSpPr>
            <p:spPr>
              <a:xfrm>
                <a:off x="8530067" y="3874672"/>
                <a:ext cx="446029" cy="1297083"/>
              </a:xfrm>
              <a:custGeom>
                <a:rect b="b" l="l" r="r" t="t"/>
                <a:pathLst>
                  <a:path extrusionOk="0" h="25085" w="8626">
                    <a:moveTo>
                      <a:pt x="1237" y="1"/>
                    </a:moveTo>
                    <a:cubicBezTo>
                      <a:pt x="554" y="1"/>
                      <a:pt x="0" y="555"/>
                      <a:pt x="0" y="1238"/>
                    </a:cubicBezTo>
                    <a:cubicBezTo>
                      <a:pt x="0" y="1922"/>
                      <a:pt x="554" y="2475"/>
                      <a:pt x="1237" y="2475"/>
                    </a:cubicBezTo>
                    <a:cubicBezTo>
                      <a:pt x="1505" y="2475"/>
                      <a:pt x="1751" y="2389"/>
                      <a:pt x="1953" y="2243"/>
                    </a:cubicBezTo>
                    <a:lnTo>
                      <a:pt x="3697" y="3987"/>
                    </a:lnTo>
                    <a:cubicBezTo>
                      <a:pt x="3725" y="4015"/>
                      <a:pt x="3764" y="4032"/>
                      <a:pt x="3806" y="4032"/>
                    </a:cubicBezTo>
                    <a:lnTo>
                      <a:pt x="8318" y="4032"/>
                    </a:lnTo>
                    <a:lnTo>
                      <a:pt x="8318" y="8698"/>
                    </a:lnTo>
                    <a:lnTo>
                      <a:pt x="5868" y="11149"/>
                    </a:lnTo>
                    <a:cubicBezTo>
                      <a:pt x="5838" y="11178"/>
                      <a:pt x="5823" y="11217"/>
                      <a:pt x="5823" y="11257"/>
                    </a:cubicBezTo>
                    <a:lnTo>
                      <a:pt x="5823" y="24930"/>
                    </a:lnTo>
                    <a:cubicBezTo>
                      <a:pt x="5823" y="25016"/>
                      <a:pt x="5891" y="25084"/>
                      <a:pt x="5975" y="25084"/>
                    </a:cubicBezTo>
                    <a:cubicBezTo>
                      <a:pt x="6060" y="25084"/>
                      <a:pt x="6129" y="25016"/>
                      <a:pt x="6129" y="24930"/>
                    </a:cubicBezTo>
                    <a:lnTo>
                      <a:pt x="6129" y="11321"/>
                    </a:lnTo>
                    <a:lnTo>
                      <a:pt x="8581" y="8871"/>
                    </a:lnTo>
                    <a:cubicBezTo>
                      <a:pt x="8609" y="8842"/>
                      <a:pt x="8626" y="8803"/>
                      <a:pt x="8626" y="8762"/>
                    </a:cubicBezTo>
                    <a:lnTo>
                      <a:pt x="8626" y="3878"/>
                    </a:lnTo>
                    <a:cubicBezTo>
                      <a:pt x="8626" y="3793"/>
                      <a:pt x="8557" y="3724"/>
                      <a:pt x="8472" y="3724"/>
                    </a:cubicBezTo>
                    <a:lnTo>
                      <a:pt x="3870" y="3724"/>
                    </a:lnTo>
                    <a:lnTo>
                      <a:pt x="2178" y="2033"/>
                    </a:lnTo>
                    <a:cubicBezTo>
                      <a:pt x="2360" y="1818"/>
                      <a:pt x="2475" y="1542"/>
                      <a:pt x="2475" y="1238"/>
                    </a:cubicBezTo>
                    <a:cubicBezTo>
                      <a:pt x="2475" y="555"/>
                      <a:pt x="1920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14"/>
              <p:cNvSpPr/>
              <p:nvPr/>
            </p:nvSpPr>
            <p:spPr>
              <a:xfrm>
                <a:off x="8723925" y="4340108"/>
                <a:ext cx="236769" cy="236820"/>
              </a:xfrm>
              <a:custGeom>
                <a:rect b="b" l="l" r="r" t="t"/>
                <a:pathLst>
                  <a:path extrusionOk="0" h="4580" w="4579">
                    <a:moveTo>
                      <a:pt x="2290" y="154"/>
                    </a:moveTo>
                    <a:cubicBezTo>
                      <a:pt x="3467" y="154"/>
                      <a:pt x="4425" y="1112"/>
                      <a:pt x="4425" y="2291"/>
                    </a:cubicBezTo>
                    <a:cubicBezTo>
                      <a:pt x="4425" y="3468"/>
                      <a:pt x="3467" y="4426"/>
                      <a:pt x="2290" y="4426"/>
                    </a:cubicBezTo>
                    <a:cubicBezTo>
                      <a:pt x="1113" y="4426"/>
                      <a:pt x="154" y="3468"/>
                      <a:pt x="154" y="2291"/>
                    </a:cubicBezTo>
                    <a:cubicBezTo>
                      <a:pt x="154" y="1112"/>
                      <a:pt x="1113" y="154"/>
                      <a:pt x="2290" y="154"/>
                    </a:cubicBezTo>
                    <a:close/>
                    <a:moveTo>
                      <a:pt x="2290" y="1"/>
                    </a:moveTo>
                    <a:cubicBezTo>
                      <a:pt x="1027" y="1"/>
                      <a:pt x="0" y="1028"/>
                      <a:pt x="0" y="2291"/>
                    </a:cubicBezTo>
                    <a:cubicBezTo>
                      <a:pt x="0" y="3553"/>
                      <a:pt x="1027" y="4579"/>
                      <a:pt x="2290" y="4579"/>
                    </a:cubicBezTo>
                    <a:cubicBezTo>
                      <a:pt x="3553" y="4579"/>
                      <a:pt x="4579" y="3553"/>
                      <a:pt x="4579" y="2291"/>
                    </a:cubicBezTo>
                    <a:cubicBezTo>
                      <a:pt x="4579" y="1028"/>
                      <a:pt x="3553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14"/>
              <p:cNvSpPr/>
              <p:nvPr/>
            </p:nvSpPr>
            <p:spPr>
              <a:xfrm>
                <a:off x="8801800" y="4417982"/>
                <a:ext cx="81026" cy="81077"/>
              </a:xfrm>
              <a:custGeom>
                <a:rect b="b" l="l" r="r" t="t"/>
                <a:pathLst>
                  <a:path extrusionOk="0" h="1568" w="1567">
                    <a:moveTo>
                      <a:pt x="784" y="1"/>
                    </a:moveTo>
                    <a:cubicBezTo>
                      <a:pt x="351" y="1"/>
                      <a:pt x="0" y="352"/>
                      <a:pt x="0" y="785"/>
                    </a:cubicBezTo>
                    <a:cubicBezTo>
                      <a:pt x="0" y="1216"/>
                      <a:pt x="351" y="1567"/>
                      <a:pt x="784" y="1567"/>
                    </a:cubicBezTo>
                    <a:cubicBezTo>
                      <a:pt x="1215" y="1567"/>
                      <a:pt x="1567" y="1216"/>
                      <a:pt x="1567" y="785"/>
                    </a:cubicBezTo>
                    <a:cubicBezTo>
                      <a:pt x="1567" y="352"/>
                      <a:pt x="1215" y="1"/>
                      <a:pt x="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20" name="Google Shape;720;p14"/>
            <p:cNvSpPr/>
            <p:nvPr/>
          </p:nvSpPr>
          <p:spPr>
            <a:xfrm>
              <a:off x="8567091" y="3911748"/>
              <a:ext cx="53931" cy="53879"/>
            </a:xfrm>
            <a:custGeom>
              <a:rect b="b" l="l" r="r" t="t"/>
              <a:pathLst>
                <a:path extrusionOk="0" h="1042" w="1043">
                  <a:moveTo>
                    <a:pt x="521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1" name="Google Shape;72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15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15"/>
          <p:cNvGrpSpPr/>
          <p:nvPr/>
        </p:nvGrpSpPr>
        <p:grpSpPr>
          <a:xfrm rot="10800000">
            <a:off x="100325" y="87310"/>
            <a:ext cx="8943350" cy="4933531"/>
            <a:chOff x="100325" y="87310"/>
            <a:chExt cx="8943350" cy="4933531"/>
          </a:xfrm>
        </p:grpSpPr>
        <p:grpSp>
          <p:nvGrpSpPr>
            <p:cNvPr id="725" name="Google Shape;725;p15"/>
            <p:cNvGrpSpPr/>
            <p:nvPr/>
          </p:nvGrpSpPr>
          <p:grpSpPr>
            <a:xfrm>
              <a:off x="100325" y="87310"/>
              <a:ext cx="3878450" cy="1094740"/>
              <a:chOff x="100325" y="87310"/>
              <a:chExt cx="3878450" cy="1094740"/>
            </a:xfrm>
          </p:grpSpPr>
          <p:grpSp>
            <p:nvGrpSpPr>
              <p:cNvPr id="726" name="Google Shape;726;p15"/>
              <p:cNvGrpSpPr/>
              <p:nvPr/>
            </p:nvGrpSpPr>
            <p:grpSpPr>
              <a:xfrm>
                <a:off x="2539675" y="122850"/>
                <a:ext cx="1439100" cy="504550"/>
                <a:chOff x="2539675" y="122850"/>
                <a:chExt cx="1439100" cy="504550"/>
              </a:xfrm>
            </p:grpSpPr>
            <p:sp>
              <p:nvSpPr>
                <p:cNvPr id="727" name="Google Shape;727;p15"/>
                <p:cNvSpPr/>
                <p:nvPr/>
              </p:nvSpPr>
              <p:spPr>
                <a:xfrm>
                  <a:off x="2539675" y="451600"/>
                  <a:ext cx="14391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15"/>
                <p:cNvSpPr/>
                <p:nvPr/>
              </p:nvSpPr>
              <p:spPr>
                <a:xfrm>
                  <a:off x="2539675" y="122850"/>
                  <a:ext cx="6807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29" name="Google Shape;729;p15"/>
              <p:cNvGrpSpPr/>
              <p:nvPr/>
            </p:nvGrpSpPr>
            <p:grpSpPr>
              <a:xfrm>
                <a:off x="100325" y="87310"/>
                <a:ext cx="2153725" cy="1094740"/>
                <a:chOff x="100325" y="87310"/>
                <a:chExt cx="2153725" cy="1094740"/>
              </a:xfrm>
            </p:grpSpPr>
            <p:sp>
              <p:nvSpPr>
                <p:cNvPr id="730" name="Google Shape;730;p15"/>
                <p:cNvSpPr/>
                <p:nvPr/>
              </p:nvSpPr>
              <p:spPr>
                <a:xfrm>
                  <a:off x="243516" y="712638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1" name="Google Shape;731;p15"/>
                <p:cNvSpPr/>
                <p:nvPr/>
              </p:nvSpPr>
              <p:spPr>
                <a:xfrm>
                  <a:off x="100325" y="569450"/>
                  <a:ext cx="612900" cy="6126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2" name="Google Shape;732;p15"/>
                <p:cNvSpPr/>
                <p:nvPr/>
              </p:nvSpPr>
              <p:spPr>
                <a:xfrm>
                  <a:off x="1837050" y="87310"/>
                  <a:ext cx="417000" cy="4167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3" name="Google Shape;733;p15"/>
                <p:cNvSpPr/>
                <p:nvPr/>
              </p:nvSpPr>
              <p:spPr>
                <a:xfrm rot="-5400000">
                  <a:off x="1037050" y="-189515"/>
                  <a:ext cx="326396" cy="1296862"/>
                </a:xfrm>
                <a:custGeom>
                  <a:rect b="b" l="l" r="r" t="t"/>
                  <a:pathLst>
                    <a:path extrusionOk="0" h="14717" w="3704">
                      <a:moveTo>
                        <a:pt x="218" y="1"/>
                      </a:moveTo>
                      <a:cubicBezTo>
                        <a:pt x="168" y="1"/>
                        <a:pt x="117" y="20"/>
                        <a:pt x="79" y="59"/>
                      </a:cubicBezTo>
                      <a:cubicBezTo>
                        <a:pt x="1" y="136"/>
                        <a:pt x="1" y="261"/>
                        <a:pt x="79" y="338"/>
                      </a:cubicBezTo>
                      <a:lnTo>
                        <a:pt x="3308" y="3569"/>
                      </a:lnTo>
                      <a:lnTo>
                        <a:pt x="3308" y="14518"/>
                      </a:lnTo>
                      <a:cubicBezTo>
                        <a:pt x="3308" y="14628"/>
                        <a:pt x="3397" y="14717"/>
                        <a:pt x="3506" y="14717"/>
                      </a:cubicBezTo>
                      <a:cubicBezTo>
                        <a:pt x="3616" y="14717"/>
                        <a:pt x="3703" y="14628"/>
                        <a:pt x="3703" y="14518"/>
                      </a:cubicBezTo>
                      <a:lnTo>
                        <a:pt x="3703" y="3486"/>
                      </a:lnTo>
                      <a:cubicBezTo>
                        <a:pt x="3703" y="3434"/>
                        <a:pt x="3683" y="3383"/>
                        <a:pt x="3645" y="3347"/>
                      </a:cubicBezTo>
                      <a:lnTo>
                        <a:pt x="358" y="59"/>
                      </a:lnTo>
                      <a:cubicBezTo>
                        <a:pt x="319" y="20"/>
                        <a:pt x="269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34" name="Google Shape;734;p15"/>
            <p:cNvGrpSpPr/>
            <p:nvPr/>
          </p:nvGrpSpPr>
          <p:grpSpPr>
            <a:xfrm>
              <a:off x="4471525" y="2220510"/>
              <a:ext cx="4572150" cy="2800331"/>
              <a:chOff x="4471525" y="2220510"/>
              <a:chExt cx="4572150" cy="2800331"/>
            </a:xfrm>
          </p:grpSpPr>
          <p:sp>
            <p:nvSpPr>
              <p:cNvPr id="735" name="Google Shape;735;p15"/>
              <p:cNvSpPr/>
              <p:nvPr/>
            </p:nvSpPr>
            <p:spPr>
              <a:xfrm>
                <a:off x="6335737" y="46040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36" name="Google Shape;736;p15"/>
              <p:cNvGrpSpPr/>
              <p:nvPr/>
            </p:nvGrpSpPr>
            <p:grpSpPr>
              <a:xfrm>
                <a:off x="4471525" y="4603950"/>
                <a:ext cx="1344400" cy="271200"/>
                <a:chOff x="3686625" y="4603950"/>
                <a:chExt cx="1344400" cy="271200"/>
              </a:xfrm>
            </p:grpSpPr>
            <p:sp>
              <p:nvSpPr>
                <p:cNvPr id="737" name="Google Shape;737;p15"/>
                <p:cNvSpPr/>
                <p:nvPr/>
              </p:nvSpPr>
              <p:spPr>
                <a:xfrm rot="-5400000">
                  <a:off x="363892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8" name="Google Shape;738;p15"/>
                <p:cNvSpPr/>
                <p:nvPr/>
              </p:nvSpPr>
              <p:spPr>
                <a:xfrm rot="-5400000">
                  <a:off x="393107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9" name="Google Shape;739;p15"/>
                <p:cNvSpPr/>
                <p:nvPr/>
              </p:nvSpPr>
              <p:spPr>
                <a:xfrm rot="-5400000">
                  <a:off x="422322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0" name="Google Shape;740;p15"/>
                <p:cNvSpPr/>
                <p:nvPr/>
              </p:nvSpPr>
              <p:spPr>
                <a:xfrm rot="-5400000">
                  <a:off x="451537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1" name="Google Shape;741;p15"/>
                <p:cNvSpPr/>
                <p:nvPr/>
              </p:nvSpPr>
              <p:spPr>
                <a:xfrm rot="-5400000">
                  <a:off x="480752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42" name="Google Shape;742;p15"/>
              <p:cNvGrpSpPr/>
              <p:nvPr/>
            </p:nvGrpSpPr>
            <p:grpSpPr>
              <a:xfrm>
                <a:off x="8298812" y="2220510"/>
                <a:ext cx="744863" cy="2800331"/>
                <a:chOff x="8298812" y="2220510"/>
                <a:chExt cx="744863" cy="2800331"/>
              </a:xfrm>
            </p:grpSpPr>
            <p:sp>
              <p:nvSpPr>
                <p:cNvPr id="743" name="Google Shape;743;p15"/>
                <p:cNvSpPr/>
                <p:nvPr/>
              </p:nvSpPr>
              <p:spPr>
                <a:xfrm>
                  <a:off x="8430775" y="4408241"/>
                  <a:ext cx="612900" cy="6126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4" name="Google Shape;744;p15"/>
                <p:cNvSpPr/>
                <p:nvPr/>
              </p:nvSpPr>
              <p:spPr>
                <a:xfrm>
                  <a:off x="8298812" y="2220510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5" name="Google Shape;745;p15"/>
                <p:cNvSpPr/>
                <p:nvPr/>
              </p:nvSpPr>
              <p:spPr>
                <a:xfrm flipH="1" rot="5400000">
                  <a:off x="7659889" y="3317954"/>
                  <a:ext cx="1868166" cy="312450"/>
                </a:xfrm>
                <a:custGeom>
                  <a:rect b="b" l="l" r="r" t="t"/>
                  <a:pathLst>
                    <a:path extrusionOk="0" h="2786" w="16657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9"/>
                        <a:pt x="69" y="308"/>
                        <a:pt x="154" y="308"/>
                      </a:cubicBezTo>
                      <a:lnTo>
                        <a:pt x="5453" y="308"/>
                      </a:lnTo>
                      <a:lnTo>
                        <a:pt x="7886" y="2740"/>
                      </a:lnTo>
                      <a:cubicBezTo>
                        <a:pt x="7916" y="2769"/>
                        <a:pt x="7955" y="2785"/>
                        <a:pt x="7995" y="2785"/>
                      </a:cubicBezTo>
                      <a:lnTo>
                        <a:pt x="16503" y="2785"/>
                      </a:lnTo>
                      <a:cubicBezTo>
                        <a:pt x="16588" y="2785"/>
                        <a:pt x="16657" y="2717"/>
                        <a:pt x="16657" y="2632"/>
                      </a:cubicBezTo>
                      <a:cubicBezTo>
                        <a:pt x="16657" y="2547"/>
                        <a:pt x="16588" y="2478"/>
                        <a:pt x="16503" y="2478"/>
                      </a:cubicBezTo>
                      <a:lnTo>
                        <a:pt x="8059" y="2478"/>
                      </a:lnTo>
                      <a:lnTo>
                        <a:pt x="5626" y="45"/>
                      </a:lnTo>
                      <a:cubicBezTo>
                        <a:pt x="5598" y="16"/>
                        <a:pt x="5557" y="0"/>
                        <a:pt x="5517" y="0"/>
                      </a:cubicBezTo>
                      <a:close/>
                    </a:path>
                  </a:pathLst>
                </a:cu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46" name="Google Shape;746;p15"/>
          <p:cNvSpPr txBox="1"/>
          <p:nvPr>
            <p:ph type="title"/>
          </p:nvPr>
        </p:nvSpPr>
        <p:spPr>
          <a:xfrm>
            <a:off x="2792250" y="2091625"/>
            <a:ext cx="3559500" cy="13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7" name="Google Shape;747;p15"/>
          <p:cNvSpPr txBox="1"/>
          <p:nvPr>
            <p:ph hasCustomPrompt="1" idx="2" type="title"/>
          </p:nvPr>
        </p:nvSpPr>
        <p:spPr>
          <a:xfrm>
            <a:off x="2792250" y="998675"/>
            <a:ext cx="12495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8" name="Google Shape;748;p15"/>
          <p:cNvSpPr txBox="1"/>
          <p:nvPr>
            <p:ph idx="1" type="subTitle"/>
          </p:nvPr>
        </p:nvSpPr>
        <p:spPr>
          <a:xfrm>
            <a:off x="2792250" y="3482125"/>
            <a:ext cx="2521500" cy="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9" name="Google Shape;749;p15"/>
          <p:cNvGrpSpPr/>
          <p:nvPr/>
        </p:nvGrpSpPr>
        <p:grpSpPr>
          <a:xfrm>
            <a:off x="346178" y="-43622"/>
            <a:ext cx="8622766" cy="5247822"/>
            <a:chOff x="346178" y="-43622"/>
            <a:chExt cx="8622766" cy="5247822"/>
          </a:xfrm>
        </p:grpSpPr>
        <p:grpSp>
          <p:nvGrpSpPr>
            <p:cNvPr id="750" name="Google Shape;750;p15"/>
            <p:cNvGrpSpPr/>
            <p:nvPr/>
          </p:nvGrpSpPr>
          <p:grpSpPr>
            <a:xfrm>
              <a:off x="6686771" y="4400382"/>
              <a:ext cx="2282172" cy="803818"/>
              <a:chOff x="6686771" y="4400382"/>
              <a:chExt cx="2282172" cy="803818"/>
            </a:xfrm>
          </p:grpSpPr>
          <p:sp>
            <p:nvSpPr>
              <p:cNvPr id="751" name="Google Shape;751;p15"/>
              <p:cNvSpPr/>
              <p:nvPr/>
            </p:nvSpPr>
            <p:spPr>
              <a:xfrm flipH="1">
                <a:off x="6811756" y="4630402"/>
                <a:ext cx="247859" cy="573798"/>
              </a:xfrm>
              <a:custGeom>
                <a:rect b="b" l="l" r="r" t="t"/>
                <a:pathLst>
                  <a:path extrusionOk="0" h="9806" w="4236">
                    <a:moveTo>
                      <a:pt x="1239" y="1"/>
                    </a:moveTo>
                    <a:cubicBezTo>
                      <a:pt x="555" y="1"/>
                      <a:pt x="1" y="554"/>
                      <a:pt x="1" y="1237"/>
                    </a:cubicBezTo>
                    <a:cubicBezTo>
                      <a:pt x="1" y="1921"/>
                      <a:pt x="555" y="2475"/>
                      <a:pt x="1239" y="2475"/>
                    </a:cubicBezTo>
                    <a:cubicBezTo>
                      <a:pt x="1525" y="2475"/>
                      <a:pt x="1784" y="2374"/>
                      <a:pt x="1994" y="2211"/>
                    </a:cubicBezTo>
                    <a:lnTo>
                      <a:pt x="3928" y="4145"/>
                    </a:lnTo>
                    <a:lnTo>
                      <a:pt x="3928" y="9652"/>
                    </a:lnTo>
                    <a:cubicBezTo>
                      <a:pt x="3928" y="9737"/>
                      <a:pt x="3997" y="9806"/>
                      <a:pt x="4082" y="9806"/>
                    </a:cubicBezTo>
                    <a:cubicBezTo>
                      <a:pt x="4167" y="9806"/>
                      <a:pt x="4235" y="9737"/>
                      <a:pt x="4235" y="9652"/>
                    </a:cubicBezTo>
                    <a:lnTo>
                      <a:pt x="4235" y="4082"/>
                    </a:lnTo>
                    <a:cubicBezTo>
                      <a:pt x="4235" y="4041"/>
                      <a:pt x="4219" y="4001"/>
                      <a:pt x="4191" y="3973"/>
                    </a:cubicBezTo>
                    <a:lnTo>
                      <a:pt x="2212" y="1994"/>
                    </a:lnTo>
                    <a:cubicBezTo>
                      <a:pt x="2375" y="1785"/>
                      <a:pt x="2475" y="1524"/>
                      <a:pt x="2475" y="1237"/>
                    </a:cubicBezTo>
                    <a:cubicBezTo>
                      <a:pt x="2475" y="554"/>
                      <a:pt x="1922" y="1"/>
                      <a:pt x="12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15"/>
              <p:cNvSpPr/>
              <p:nvPr/>
            </p:nvSpPr>
            <p:spPr>
              <a:xfrm flipH="1">
                <a:off x="6956691" y="4672357"/>
                <a:ext cx="60970" cy="60973"/>
              </a:xfrm>
              <a:custGeom>
                <a:rect b="b" l="l" r="r" t="t"/>
                <a:pathLst>
                  <a:path extrusionOk="0" h="1042" w="1042">
                    <a:moveTo>
                      <a:pt x="522" y="0"/>
                    </a:moveTo>
                    <a:cubicBezTo>
                      <a:pt x="233" y="0"/>
                      <a:pt x="0" y="233"/>
                      <a:pt x="0" y="520"/>
                    </a:cubicBezTo>
                    <a:cubicBezTo>
                      <a:pt x="0" y="809"/>
                      <a:pt x="233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5"/>
              <p:cNvSpPr/>
              <p:nvPr/>
            </p:nvSpPr>
            <p:spPr>
              <a:xfrm flipH="1">
                <a:off x="8789074" y="4488505"/>
                <a:ext cx="91748" cy="91752"/>
              </a:xfrm>
              <a:custGeom>
                <a:rect b="b" l="l" r="r" t="t"/>
                <a:pathLst>
                  <a:path extrusionOk="0" h="1568" w="1568">
                    <a:moveTo>
                      <a:pt x="784" y="1"/>
                    </a:moveTo>
                    <a:cubicBezTo>
                      <a:pt x="352" y="1"/>
                      <a:pt x="1" y="352"/>
                      <a:pt x="1" y="785"/>
                    </a:cubicBezTo>
                    <a:cubicBezTo>
                      <a:pt x="1" y="1216"/>
                      <a:pt x="352" y="1567"/>
                      <a:pt x="784" y="1567"/>
                    </a:cubicBezTo>
                    <a:cubicBezTo>
                      <a:pt x="1216" y="1567"/>
                      <a:pt x="1567" y="1216"/>
                      <a:pt x="1567" y="785"/>
                    </a:cubicBezTo>
                    <a:cubicBezTo>
                      <a:pt x="1567" y="352"/>
                      <a:pt x="1216" y="1"/>
                      <a:pt x="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15"/>
              <p:cNvSpPr/>
              <p:nvPr/>
            </p:nvSpPr>
            <p:spPr>
              <a:xfrm flipH="1">
                <a:off x="8700956" y="4400382"/>
                <a:ext cx="267987" cy="267999"/>
              </a:xfrm>
              <a:custGeom>
                <a:rect b="b" l="l" r="r" t="t"/>
                <a:pathLst>
                  <a:path extrusionOk="0" h="4580" w="4580">
                    <a:moveTo>
                      <a:pt x="2290" y="154"/>
                    </a:moveTo>
                    <a:cubicBezTo>
                      <a:pt x="3468" y="154"/>
                      <a:pt x="4426" y="1112"/>
                      <a:pt x="4426" y="2291"/>
                    </a:cubicBezTo>
                    <a:cubicBezTo>
                      <a:pt x="4426" y="3468"/>
                      <a:pt x="3468" y="4426"/>
                      <a:pt x="2290" y="4426"/>
                    </a:cubicBezTo>
                    <a:cubicBezTo>
                      <a:pt x="1112" y="4426"/>
                      <a:pt x="154" y="3468"/>
                      <a:pt x="154" y="2291"/>
                    </a:cubicBezTo>
                    <a:cubicBezTo>
                      <a:pt x="154" y="1112"/>
                      <a:pt x="1112" y="154"/>
                      <a:pt x="2290" y="154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1" y="1028"/>
                      <a:pt x="1" y="2289"/>
                    </a:cubicBezTo>
                    <a:cubicBezTo>
                      <a:pt x="1" y="3552"/>
                      <a:pt x="1028" y="4579"/>
                      <a:pt x="2290" y="4579"/>
                    </a:cubicBezTo>
                    <a:cubicBezTo>
                      <a:pt x="3552" y="4579"/>
                      <a:pt x="4579" y="3552"/>
                      <a:pt x="4579" y="2289"/>
                    </a:cubicBezTo>
                    <a:cubicBezTo>
                      <a:pt x="4579" y="1028"/>
                      <a:pt x="3552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15"/>
              <p:cNvSpPr/>
              <p:nvPr/>
            </p:nvSpPr>
            <p:spPr>
              <a:xfrm flipH="1">
                <a:off x="6774947" y="4825841"/>
                <a:ext cx="91631" cy="91693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15"/>
              <p:cNvSpPr/>
              <p:nvPr/>
            </p:nvSpPr>
            <p:spPr>
              <a:xfrm flipH="1">
                <a:off x="6686771" y="4737718"/>
                <a:ext cx="267929" cy="267940"/>
              </a:xfrm>
              <a:custGeom>
                <a:rect b="b" l="l" r="r" t="t"/>
                <a:pathLst>
                  <a:path extrusionOk="0" h="4579" w="4579">
                    <a:moveTo>
                      <a:pt x="2289" y="154"/>
                    </a:moveTo>
                    <a:cubicBezTo>
                      <a:pt x="3466" y="154"/>
                      <a:pt x="4425" y="1113"/>
                      <a:pt x="4425" y="2290"/>
                    </a:cubicBezTo>
                    <a:cubicBezTo>
                      <a:pt x="4425" y="3468"/>
                      <a:pt x="3466" y="4425"/>
                      <a:pt x="2289" y="4425"/>
                    </a:cubicBezTo>
                    <a:cubicBezTo>
                      <a:pt x="1111" y="4425"/>
                      <a:pt x="154" y="3468"/>
                      <a:pt x="154" y="2290"/>
                    </a:cubicBezTo>
                    <a:cubicBezTo>
                      <a:pt x="154" y="1113"/>
                      <a:pt x="1111" y="154"/>
                      <a:pt x="2289" y="154"/>
                    </a:cubicBezTo>
                    <a:close/>
                    <a:moveTo>
                      <a:pt x="2289" y="0"/>
                    </a:moveTo>
                    <a:cubicBezTo>
                      <a:pt x="1026" y="0"/>
                      <a:pt x="0" y="1028"/>
                      <a:pt x="0" y="2290"/>
                    </a:cubicBezTo>
                    <a:cubicBezTo>
                      <a:pt x="0" y="3553"/>
                      <a:pt x="1026" y="4579"/>
                      <a:pt x="2289" y="4579"/>
                    </a:cubicBezTo>
                    <a:cubicBezTo>
                      <a:pt x="3551" y="4579"/>
                      <a:pt x="4579" y="3553"/>
                      <a:pt x="4579" y="2290"/>
                    </a:cubicBezTo>
                    <a:cubicBezTo>
                      <a:pt x="4579" y="1028"/>
                      <a:pt x="3551" y="0"/>
                      <a:pt x="22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7" name="Google Shape;757;p15"/>
            <p:cNvGrpSpPr/>
            <p:nvPr/>
          </p:nvGrpSpPr>
          <p:grpSpPr>
            <a:xfrm>
              <a:off x="346178" y="-43622"/>
              <a:ext cx="1214239" cy="1315478"/>
              <a:chOff x="346178" y="-43622"/>
              <a:chExt cx="1214239" cy="1315478"/>
            </a:xfrm>
          </p:grpSpPr>
          <p:sp>
            <p:nvSpPr>
              <p:cNvPr id="758" name="Google Shape;758;p15"/>
              <p:cNvSpPr/>
              <p:nvPr/>
            </p:nvSpPr>
            <p:spPr>
              <a:xfrm rot="5400000">
                <a:off x="1327016" y="39271"/>
                <a:ext cx="283146" cy="183656"/>
              </a:xfrm>
              <a:custGeom>
                <a:rect b="b" l="l" r="r" t="t"/>
                <a:pathLst>
                  <a:path extrusionOk="0" h="3679" w="5672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8"/>
                      <a:pt x="69" y="308"/>
                      <a:pt x="154" y="308"/>
                    </a:cubicBezTo>
                    <a:lnTo>
                      <a:pt x="3462" y="308"/>
                    </a:lnTo>
                    <a:lnTo>
                      <a:pt x="5364" y="2210"/>
                    </a:lnTo>
                    <a:lnTo>
                      <a:pt x="5364" y="3524"/>
                    </a:lnTo>
                    <a:cubicBezTo>
                      <a:pt x="5364" y="3610"/>
                      <a:pt x="5432" y="3678"/>
                      <a:pt x="5518" y="3678"/>
                    </a:cubicBezTo>
                    <a:cubicBezTo>
                      <a:pt x="5603" y="3678"/>
                      <a:pt x="5671" y="3610"/>
                      <a:pt x="5671" y="3524"/>
                    </a:cubicBezTo>
                    <a:lnTo>
                      <a:pt x="5671" y="2146"/>
                    </a:lnTo>
                    <a:cubicBezTo>
                      <a:pt x="5671" y="2105"/>
                      <a:pt x="5655" y="2066"/>
                      <a:pt x="5626" y="2037"/>
                    </a:cubicBezTo>
                    <a:lnTo>
                      <a:pt x="3634" y="45"/>
                    </a:lnTo>
                    <a:cubicBezTo>
                      <a:pt x="3605" y="16"/>
                      <a:pt x="3566" y="0"/>
                      <a:pt x="35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15"/>
              <p:cNvSpPr/>
              <p:nvPr/>
            </p:nvSpPr>
            <p:spPr>
              <a:xfrm rot="5400000">
                <a:off x="1322644" y="203140"/>
                <a:ext cx="123602" cy="123602"/>
              </a:xfrm>
              <a:custGeom>
                <a:rect b="b" l="l" r="r" t="t"/>
                <a:pathLst>
                  <a:path extrusionOk="0" h="2476" w="2476">
                    <a:moveTo>
                      <a:pt x="1239" y="1"/>
                    </a:moveTo>
                    <a:cubicBezTo>
                      <a:pt x="555" y="1"/>
                      <a:pt x="1" y="554"/>
                      <a:pt x="1" y="1237"/>
                    </a:cubicBezTo>
                    <a:cubicBezTo>
                      <a:pt x="1" y="1921"/>
                      <a:pt x="555" y="2475"/>
                      <a:pt x="1239" y="2475"/>
                    </a:cubicBezTo>
                    <a:cubicBezTo>
                      <a:pt x="1922" y="2475"/>
                      <a:pt x="2475" y="1921"/>
                      <a:pt x="2475" y="1237"/>
                    </a:cubicBezTo>
                    <a:cubicBezTo>
                      <a:pt x="2475" y="554"/>
                      <a:pt x="1922" y="1"/>
                      <a:pt x="1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15"/>
              <p:cNvSpPr/>
              <p:nvPr/>
            </p:nvSpPr>
            <p:spPr>
              <a:xfrm rot="5400000">
                <a:off x="1358461" y="238909"/>
                <a:ext cx="52017" cy="52067"/>
              </a:xfrm>
              <a:custGeom>
                <a:rect b="b" l="l" r="r" t="t"/>
                <a:pathLst>
                  <a:path extrusionOk="0" h="1043" w="1042">
                    <a:moveTo>
                      <a:pt x="522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10"/>
                      <a:pt x="233" y="1043"/>
                      <a:pt x="522" y="1043"/>
                    </a:cubicBezTo>
                    <a:cubicBezTo>
                      <a:pt x="809" y="1043"/>
                      <a:pt x="1042" y="810"/>
                      <a:pt x="1042" y="521"/>
                    </a:cubicBezTo>
                    <a:cubicBezTo>
                      <a:pt x="1042" y="234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61" name="Google Shape;761;p15"/>
              <p:cNvGrpSpPr/>
              <p:nvPr/>
            </p:nvGrpSpPr>
            <p:grpSpPr>
              <a:xfrm>
                <a:off x="346178" y="-43622"/>
                <a:ext cx="416093" cy="1315478"/>
                <a:chOff x="346178" y="-43622"/>
                <a:chExt cx="416093" cy="1315478"/>
              </a:xfrm>
            </p:grpSpPr>
            <p:sp>
              <p:nvSpPr>
                <p:cNvPr id="762" name="Google Shape;762;p15"/>
                <p:cNvSpPr/>
                <p:nvPr/>
              </p:nvSpPr>
              <p:spPr>
                <a:xfrm rot="5400000">
                  <a:off x="276973" y="302598"/>
                  <a:ext cx="831517" cy="139077"/>
                </a:xfrm>
                <a:custGeom>
                  <a:rect b="b" l="l" r="r" t="t"/>
                  <a:pathLst>
                    <a:path extrusionOk="0" h="2786" w="16657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9"/>
                        <a:pt x="69" y="308"/>
                        <a:pt x="154" y="308"/>
                      </a:cubicBezTo>
                      <a:lnTo>
                        <a:pt x="5453" y="308"/>
                      </a:lnTo>
                      <a:lnTo>
                        <a:pt x="7886" y="2740"/>
                      </a:lnTo>
                      <a:cubicBezTo>
                        <a:pt x="7916" y="2769"/>
                        <a:pt x="7955" y="2785"/>
                        <a:pt x="7995" y="2785"/>
                      </a:cubicBezTo>
                      <a:lnTo>
                        <a:pt x="16503" y="2785"/>
                      </a:lnTo>
                      <a:cubicBezTo>
                        <a:pt x="16588" y="2785"/>
                        <a:pt x="16657" y="2717"/>
                        <a:pt x="16657" y="2632"/>
                      </a:cubicBezTo>
                      <a:cubicBezTo>
                        <a:pt x="16657" y="2547"/>
                        <a:pt x="16588" y="2478"/>
                        <a:pt x="16503" y="2478"/>
                      </a:cubicBezTo>
                      <a:lnTo>
                        <a:pt x="8059" y="2478"/>
                      </a:lnTo>
                      <a:lnTo>
                        <a:pt x="5626" y="45"/>
                      </a:lnTo>
                      <a:cubicBezTo>
                        <a:pt x="5598" y="16"/>
                        <a:pt x="5557" y="0"/>
                        <a:pt x="551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3" name="Google Shape;763;p15"/>
                <p:cNvSpPr/>
                <p:nvPr/>
              </p:nvSpPr>
              <p:spPr>
                <a:xfrm rot="5400000">
                  <a:off x="-114929" y="468907"/>
                  <a:ext cx="1221492" cy="196435"/>
                </a:xfrm>
                <a:custGeom>
                  <a:rect b="b" l="l" r="r" t="t"/>
                  <a:pathLst>
                    <a:path extrusionOk="0" h="3935" w="24469">
                      <a:moveTo>
                        <a:pt x="20637" y="1"/>
                      </a:moveTo>
                      <a:cubicBezTo>
                        <a:pt x="20596" y="1"/>
                        <a:pt x="20557" y="17"/>
                        <a:pt x="20529" y="47"/>
                      </a:cubicBezTo>
                      <a:lnTo>
                        <a:pt x="16947" y="3627"/>
                      </a:lnTo>
                      <a:lnTo>
                        <a:pt x="6092" y="3627"/>
                      </a:lnTo>
                      <a:lnTo>
                        <a:pt x="4400" y="1936"/>
                      </a:lnTo>
                      <a:cubicBezTo>
                        <a:pt x="4372" y="1907"/>
                        <a:pt x="4332" y="1891"/>
                        <a:pt x="4291" y="1891"/>
                      </a:cubicBezTo>
                      <a:lnTo>
                        <a:pt x="154" y="1891"/>
                      </a:lnTo>
                      <a:cubicBezTo>
                        <a:pt x="69" y="1891"/>
                        <a:pt x="0" y="1959"/>
                        <a:pt x="0" y="2045"/>
                      </a:cubicBezTo>
                      <a:cubicBezTo>
                        <a:pt x="0" y="2130"/>
                        <a:pt x="69" y="2198"/>
                        <a:pt x="154" y="2198"/>
                      </a:cubicBezTo>
                      <a:lnTo>
                        <a:pt x="4227" y="2198"/>
                      </a:lnTo>
                      <a:lnTo>
                        <a:pt x="5919" y="3890"/>
                      </a:lnTo>
                      <a:cubicBezTo>
                        <a:pt x="5949" y="3918"/>
                        <a:pt x="5988" y="3935"/>
                        <a:pt x="6028" y="3935"/>
                      </a:cubicBezTo>
                      <a:lnTo>
                        <a:pt x="17010" y="3935"/>
                      </a:lnTo>
                      <a:cubicBezTo>
                        <a:pt x="17051" y="3935"/>
                        <a:pt x="17090" y="3918"/>
                        <a:pt x="17119" y="3890"/>
                      </a:cubicBezTo>
                      <a:lnTo>
                        <a:pt x="20701" y="308"/>
                      </a:lnTo>
                      <a:lnTo>
                        <a:pt x="24315" y="308"/>
                      </a:lnTo>
                      <a:cubicBezTo>
                        <a:pt x="24400" y="308"/>
                        <a:pt x="24469" y="239"/>
                        <a:pt x="24469" y="154"/>
                      </a:cubicBezTo>
                      <a:cubicBezTo>
                        <a:pt x="24469" y="70"/>
                        <a:pt x="24400" y="1"/>
                        <a:pt x="243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4" name="Google Shape;764;p15"/>
                <p:cNvSpPr/>
                <p:nvPr/>
              </p:nvSpPr>
              <p:spPr>
                <a:xfrm rot="5400000">
                  <a:off x="591791" y="314765"/>
                  <a:ext cx="78175" cy="78175"/>
                </a:xfrm>
                <a:custGeom>
                  <a:rect b="b" l="l" r="r" t="t"/>
                  <a:pathLst>
                    <a:path extrusionOk="0" h="1566" w="1566">
                      <a:moveTo>
                        <a:pt x="783" y="0"/>
                      </a:moveTo>
                      <a:cubicBezTo>
                        <a:pt x="350" y="0"/>
                        <a:pt x="0" y="350"/>
                        <a:pt x="0" y="783"/>
                      </a:cubicBezTo>
                      <a:cubicBezTo>
                        <a:pt x="0" y="1215"/>
                        <a:pt x="350" y="1565"/>
                        <a:pt x="783" y="1565"/>
                      </a:cubicBezTo>
                      <a:cubicBezTo>
                        <a:pt x="1216" y="1565"/>
                        <a:pt x="1566" y="1215"/>
                        <a:pt x="1566" y="783"/>
                      </a:cubicBezTo>
                      <a:cubicBezTo>
                        <a:pt x="1566" y="350"/>
                        <a:pt x="1216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5" name="Google Shape;765;p15"/>
                <p:cNvSpPr/>
                <p:nvPr/>
              </p:nvSpPr>
              <p:spPr>
                <a:xfrm rot="5400000">
                  <a:off x="516589" y="239558"/>
                  <a:ext cx="228584" cy="228634"/>
                </a:xfrm>
                <a:custGeom>
                  <a:rect b="b" l="l" r="r" t="t"/>
                  <a:pathLst>
                    <a:path extrusionOk="0" h="4580" w="4579">
                      <a:moveTo>
                        <a:pt x="2289" y="155"/>
                      </a:moveTo>
                      <a:cubicBezTo>
                        <a:pt x="3466" y="155"/>
                        <a:pt x="4425" y="1112"/>
                        <a:pt x="4425" y="2290"/>
                      </a:cubicBezTo>
                      <a:cubicBezTo>
                        <a:pt x="4425" y="3467"/>
                        <a:pt x="3466" y="4426"/>
                        <a:pt x="2289" y="4426"/>
                      </a:cubicBezTo>
                      <a:cubicBezTo>
                        <a:pt x="1112" y="4426"/>
                        <a:pt x="154" y="3467"/>
                        <a:pt x="154" y="2290"/>
                      </a:cubicBezTo>
                      <a:cubicBezTo>
                        <a:pt x="154" y="1112"/>
                        <a:pt x="1112" y="155"/>
                        <a:pt x="2289" y="155"/>
                      </a:cubicBezTo>
                      <a:close/>
                      <a:moveTo>
                        <a:pt x="2289" y="1"/>
                      </a:moveTo>
                      <a:cubicBezTo>
                        <a:pt x="1026" y="1"/>
                        <a:pt x="0" y="1028"/>
                        <a:pt x="0" y="2290"/>
                      </a:cubicBezTo>
                      <a:cubicBezTo>
                        <a:pt x="0" y="3552"/>
                        <a:pt x="1026" y="4580"/>
                        <a:pt x="2289" y="4580"/>
                      </a:cubicBezTo>
                      <a:cubicBezTo>
                        <a:pt x="3552" y="4580"/>
                        <a:pt x="4579" y="3552"/>
                        <a:pt x="4579" y="2290"/>
                      </a:cubicBezTo>
                      <a:cubicBezTo>
                        <a:pt x="4579" y="1028"/>
                        <a:pt x="3552" y="1"/>
                        <a:pt x="22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6" name="Google Shape;766;p15"/>
                <p:cNvSpPr/>
                <p:nvPr/>
              </p:nvSpPr>
              <p:spPr>
                <a:xfrm rot="5400000">
                  <a:off x="547211" y="953311"/>
                  <a:ext cx="78225" cy="78225"/>
                </a:xfrm>
                <a:custGeom>
                  <a:rect b="b" l="l" r="r" t="t"/>
                  <a:pathLst>
                    <a:path extrusionOk="0" h="1567" w="1567">
                      <a:moveTo>
                        <a:pt x="784" y="1"/>
                      </a:moveTo>
                      <a:cubicBezTo>
                        <a:pt x="352" y="1"/>
                        <a:pt x="1" y="352"/>
                        <a:pt x="1" y="783"/>
                      </a:cubicBezTo>
                      <a:cubicBezTo>
                        <a:pt x="1" y="1216"/>
                        <a:pt x="352" y="1567"/>
                        <a:pt x="784" y="1567"/>
                      </a:cubicBezTo>
                      <a:cubicBezTo>
                        <a:pt x="1216" y="1567"/>
                        <a:pt x="1567" y="1216"/>
                        <a:pt x="1567" y="783"/>
                      </a:cubicBezTo>
                      <a:cubicBezTo>
                        <a:pt x="1567" y="352"/>
                        <a:pt x="1216" y="1"/>
                        <a:pt x="7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7" name="Google Shape;767;p15"/>
                <p:cNvSpPr/>
                <p:nvPr/>
              </p:nvSpPr>
              <p:spPr>
                <a:xfrm rot="5400000">
                  <a:off x="471984" y="878129"/>
                  <a:ext cx="228634" cy="228634"/>
                </a:xfrm>
                <a:custGeom>
                  <a:rect b="b" l="l" r="r" t="t"/>
                  <a:pathLst>
                    <a:path extrusionOk="0" h="4580" w="4580">
                      <a:moveTo>
                        <a:pt x="2290" y="154"/>
                      </a:moveTo>
                      <a:cubicBezTo>
                        <a:pt x="3468" y="154"/>
                        <a:pt x="4425" y="1112"/>
                        <a:pt x="4425" y="2289"/>
                      </a:cubicBezTo>
                      <a:cubicBezTo>
                        <a:pt x="4425" y="3468"/>
                        <a:pt x="3468" y="4425"/>
                        <a:pt x="2290" y="4425"/>
                      </a:cubicBezTo>
                      <a:cubicBezTo>
                        <a:pt x="1113" y="4425"/>
                        <a:pt x="154" y="3468"/>
                        <a:pt x="154" y="2289"/>
                      </a:cubicBezTo>
                      <a:cubicBezTo>
                        <a:pt x="154" y="1112"/>
                        <a:pt x="1113" y="154"/>
                        <a:pt x="2290" y="154"/>
                      </a:cubicBezTo>
                      <a:close/>
                      <a:moveTo>
                        <a:pt x="2290" y="1"/>
                      </a:moveTo>
                      <a:cubicBezTo>
                        <a:pt x="1028" y="1"/>
                        <a:pt x="0" y="1028"/>
                        <a:pt x="0" y="2289"/>
                      </a:cubicBezTo>
                      <a:cubicBezTo>
                        <a:pt x="0" y="3552"/>
                        <a:pt x="1028" y="4579"/>
                        <a:pt x="2290" y="4579"/>
                      </a:cubicBezTo>
                      <a:cubicBezTo>
                        <a:pt x="3553" y="4579"/>
                        <a:pt x="4579" y="3552"/>
                        <a:pt x="4579" y="2289"/>
                      </a:cubicBezTo>
                      <a:cubicBezTo>
                        <a:pt x="4579" y="1028"/>
                        <a:pt x="3552" y="1"/>
                        <a:pt x="229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8" name="Google Shape;768;p15"/>
                <p:cNvSpPr/>
                <p:nvPr/>
              </p:nvSpPr>
              <p:spPr>
                <a:xfrm rot="5400000">
                  <a:off x="346178" y="608303"/>
                  <a:ext cx="118211" cy="118211"/>
                </a:xfrm>
                <a:custGeom>
                  <a:rect b="b" l="l" r="r" t="t"/>
                  <a:pathLst>
                    <a:path extrusionOk="0" h="2368" w="2368">
                      <a:moveTo>
                        <a:pt x="1184" y="154"/>
                      </a:moveTo>
                      <a:cubicBezTo>
                        <a:pt x="1751" y="154"/>
                        <a:pt x="2214" y="617"/>
                        <a:pt x="2214" y="1184"/>
                      </a:cubicBezTo>
                      <a:cubicBezTo>
                        <a:pt x="2214" y="1752"/>
                        <a:pt x="1751" y="2214"/>
                        <a:pt x="1184" y="2214"/>
                      </a:cubicBezTo>
                      <a:cubicBezTo>
                        <a:pt x="616" y="2214"/>
                        <a:pt x="155" y="1752"/>
                        <a:pt x="155" y="1184"/>
                      </a:cubicBezTo>
                      <a:cubicBezTo>
                        <a:pt x="155" y="617"/>
                        <a:pt x="616" y="154"/>
                        <a:pt x="1184" y="154"/>
                      </a:cubicBezTo>
                      <a:close/>
                      <a:moveTo>
                        <a:pt x="1184" y="1"/>
                      </a:moveTo>
                      <a:cubicBezTo>
                        <a:pt x="531" y="1"/>
                        <a:pt x="1" y="532"/>
                        <a:pt x="1" y="1184"/>
                      </a:cubicBezTo>
                      <a:cubicBezTo>
                        <a:pt x="1" y="1837"/>
                        <a:pt x="531" y="2368"/>
                        <a:pt x="1184" y="2368"/>
                      </a:cubicBezTo>
                      <a:cubicBezTo>
                        <a:pt x="1836" y="2368"/>
                        <a:pt x="2367" y="1837"/>
                        <a:pt x="2367" y="1184"/>
                      </a:cubicBezTo>
                      <a:cubicBezTo>
                        <a:pt x="2367" y="532"/>
                        <a:pt x="1836" y="1"/>
                        <a:pt x="118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9" name="Google Shape;769;p15"/>
                <p:cNvSpPr/>
                <p:nvPr/>
              </p:nvSpPr>
              <p:spPr>
                <a:xfrm rot="5400000">
                  <a:off x="569078" y="718480"/>
                  <a:ext cx="123552" cy="123552"/>
                </a:xfrm>
                <a:custGeom>
                  <a:rect b="b" l="l" r="r" t="t"/>
                  <a:pathLst>
                    <a:path extrusionOk="0" h="2475" w="2475">
                      <a:moveTo>
                        <a:pt x="1237" y="0"/>
                      </a:moveTo>
                      <a:cubicBezTo>
                        <a:pt x="554" y="0"/>
                        <a:pt x="1" y="553"/>
                        <a:pt x="1" y="1237"/>
                      </a:cubicBezTo>
                      <a:cubicBezTo>
                        <a:pt x="1" y="1920"/>
                        <a:pt x="554" y="2474"/>
                        <a:pt x="1237" y="2474"/>
                      </a:cubicBezTo>
                      <a:cubicBezTo>
                        <a:pt x="1922" y="2474"/>
                        <a:pt x="2475" y="1920"/>
                        <a:pt x="2475" y="1237"/>
                      </a:cubicBezTo>
                      <a:cubicBezTo>
                        <a:pt x="2475" y="553"/>
                        <a:pt x="1922" y="0"/>
                        <a:pt x="12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0" name="Google Shape;770;p15"/>
                <p:cNvSpPr/>
                <p:nvPr/>
              </p:nvSpPr>
              <p:spPr>
                <a:xfrm rot="5400000">
                  <a:off x="604869" y="754224"/>
                  <a:ext cx="52017" cy="52116"/>
                </a:xfrm>
                <a:custGeom>
                  <a:rect b="b" l="l" r="r" t="t"/>
                  <a:pathLst>
                    <a:path extrusionOk="0" h="1044" w="1042">
                      <a:moveTo>
                        <a:pt x="520" y="0"/>
                      </a:moveTo>
                      <a:cubicBezTo>
                        <a:pt x="233" y="0"/>
                        <a:pt x="0" y="234"/>
                        <a:pt x="0" y="522"/>
                      </a:cubicBezTo>
                      <a:cubicBezTo>
                        <a:pt x="0" y="810"/>
                        <a:pt x="233" y="1043"/>
                        <a:pt x="520" y="1043"/>
                      </a:cubicBezTo>
                      <a:cubicBezTo>
                        <a:pt x="809" y="1043"/>
                        <a:pt x="1042" y="810"/>
                        <a:pt x="1042" y="522"/>
                      </a:cubicBezTo>
                      <a:cubicBezTo>
                        <a:pt x="1042" y="234"/>
                        <a:pt x="809" y="0"/>
                        <a:pt x="5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1" name="Google Shape;771;p15"/>
                <p:cNvSpPr/>
                <p:nvPr/>
              </p:nvSpPr>
              <p:spPr>
                <a:xfrm rot="5400000">
                  <a:off x="524548" y="1148305"/>
                  <a:ext cx="123552" cy="123552"/>
                </a:xfrm>
                <a:custGeom>
                  <a:rect b="b" l="l" r="r" t="t"/>
                  <a:pathLst>
                    <a:path extrusionOk="0" h="2475" w="2475">
                      <a:moveTo>
                        <a:pt x="1238" y="1"/>
                      </a:moveTo>
                      <a:cubicBezTo>
                        <a:pt x="555" y="1"/>
                        <a:pt x="0" y="554"/>
                        <a:pt x="0" y="1237"/>
                      </a:cubicBezTo>
                      <a:cubicBezTo>
                        <a:pt x="0" y="1921"/>
                        <a:pt x="555" y="2475"/>
                        <a:pt x="1238" y="2475"/>
                      </a:cubicBezTo>
                      <a:cubicBezTo>
                        <a:pt x="1922" y="2475"/>
                        <a:pt x="2475" y="1921"/>
                        <a:pt x="2475" y="1237"/>
                      </a:cubicBezTo>
                      <a:cubicBezTo>
                        <a:pt x="2475" y="554"/>
                        <a:pt x="1922" y="1"/>
                        <a:pt x="12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2" name="Google Shape;772;p15"/>
                <p:cNvSpPr/>
                <p:nvPr/>
              </p:nvSpPr>
              <p:spPr>
                <a:xfrm rot="5400000">
                  <a:off x="560264" y="1184073"/>
                  <a:ext cx="52067" cy="52017"/>
                </a:xfrm>
                <a:custGeom>
                  <a:rect b="b" l="l" r="r" t="t"/>
                  <a:pathLst>
                    <a:path extrusionOk="0" h="1042" w="1043">
                      <a:moveTo>
                        <a:pt x="522" y="0"/>
                      </a:moveTo>
                      <a:cubicBezTo>
                        <a:pt x="234" y="0"/>
                        <a:pt x="1" y="233"/>
                        <a:pt x="1" y="520"/>
                      </a:cubicBezTo>
                      <a:cubicBezTo>
                        <a:pt x="1" y="809"/>
                        <a:pt x="234" y="1042"/>
                        <a:pt x="522" y="1042"/>
                      </a:cubicBezTo>
                      <a:cubicBezTo>
                        <a:pt x="809" y="1042"/>
                        <a:pt x="1042" y="809"/>
                        <a:pt x="1042" y="520"/>
                      </a:cubicBezTo>
                      <a:cubicBezTo>
                        <a:pt x="1042" y="233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773" name="Google Shape;773;p15"/>
          <p:cNvGrpSpPr/>
          <p:nvPr/>
        </p:nvGrpSpPr>
        <p:grpSpPr>
          <a:xfrm>
            <a:off x="76200" y="101256"/>
            <a:ext cx="8702696" cy="4839092"/>
            <a:chOff x="76200" y="101256"/>
            <a:chExt cx="8702696" cy="4839092"/>
          </a:xfrm>
        </p:grpSpPr>
        <p:grpSp>
          <p:nvGrpSpPr>
            <p:cNvPr id="774" name="Google Shape;774;p15"/>
            <p:cNvGrpSpPr/>
            <p:nvPr/>
          </p:nvGrpSpPr>
          <p:grpSpPr>
            <a:xfrm>
              <a:off x="76200" y="390795"/>
              <a:ext cx="225544" cy="225544"/>
              <a:chOff x="76200" y="390795"/>
              <a:chExt cx="225544" cy="225544"/>
            </a:xfrm>
          </p:grpSpPr>
          <p:sp>
            <p:nvSpPr>
              <p:cNvPr id="775" name="Google Shape;775;p15"/>
              <p:cNvSpPr/>
              <p:nvPr/>
            </p:nvSpPr>
            <p:spPr>
              <a:xfrm rot="5400000">
                <a:off x="247580" y="390795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2" y="1"/>
                      <a:pt x="0" y="243"/>
                      <a:pt x="0" y="544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4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15"/>
              <p:cNvSpPr/>
              <p:nvPr/>
            </p:nvSpPr>
            <p:spPr>
              <a:xfrm rot="5400000">
                <a:off x="160667" y="477659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0"/>
                    </a:moveTo>
                    <a:cubicBezTo>
                      <a:pt x="243" y="0"/>
                      <a:pt x="0" y="242"/>
                      <a:pt x="0" y="541"/>
                    </a:cubicBezTo>
                    <a:cubicBezTo>
                      <a:pt x="0" y="842"/>
                      <a:pt x="243" y="1084"/>
                      <a:pt x="543" y="1084"/>
                    </a:cubicBezTo>
                    <a:cubicBezTo>
                      <a:pt x="842" y="1084"/>
                      <a:pt x="1084" y="842"/>
                      <a:pt x="1084" y="541"/>
                    </a:cubicBezTo>
                    <a:cubicBezTo>
                      <a:pt x="1084" y="242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15"/>
              <p:cNvSpPr/>
              <p:nvPr/>
            </p:nvSpPr>
            <p:spPr>
              <a:xfrm rot="5400000">
                <a:off x="76200" y="562176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2" y="1"/>
                      <a:pt x="0" y="243"/>
                      <a:pt x="0" y="542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8" name="Google Shape;778;p15"/>
            <p:cNvGrpSpPr/>
            <p:nvPr/>
          </p:nvGrpSpPr>
          <p:grpSpPr>
            <a:xfrm>
              <a:off x="2843620" y="101256"/>
              <a:ext cx="225544" cy="225494"/>
              <a:chOff x="2843620" y="101256"/>
              <a:chExt cx="225544" cy="225494"/>
            </a:xfrm>
          </p:grpSpPr>
          <p:sp>
            <p:nvSpPr>
              <p:cNvPr id="779" name="Google Shape;779;p15"/>
              <p:cNvSpPr/>
              <p:nvPr/>
            </p:nvSpPr>
            <p:spPr>
              <a:xfrm rot="5400000">
                <a:off x="3015026" y="101231"/>
                <a:ext cx="54113" cy="54163"/>
              </a:xfrm>
              <a:custGeom>
                <a:rect b="b" l="l" r="r" t="t"/>
                <a:pathLst>
                  <a:path extrusionOk="0" h="1085" w="1084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4" y="842"/>
                      <a:pt x="1084" y="543"/>
                    </a:cubicBezTo>
                    <a:cubicBezTo>
                      <a:pt x="1084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15"/>
              <p:cNvSpPr/>
              <p:nvPr/>
            </p:nvSpPr>
            <p:spPr>
              <a:xfrm rot="5400000">
                <a:off x="2928138" y="188070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3"/>
                      <a:pt x="244" y="1085"/>
                      <a:pt x="543" y="1085"/>
                    </a:cubicBezTo>
                    <a:cubicBezTo>
                      <a:pt x="842" y="1085"/>
                      <a:pt x="1085" y="843"/>
                      <a:pt x="1085" y="542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15"/>
              <p:cNvSpPr/>
              <p:nvPr/>
            </p:nvSpPr>
            <p:spPr>
              <a:xfrm rot="5400000">
                <a:off x="2843620" y="272587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2"/>
                      <a:pt x="244" y="1085"/>
                      <a:pt x="543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2" name="Google Shape;782;p15"/>
            <p:cNvGrpSpPr/>
            <p:nvPr/>
          </p:nvGrpSpPr>
          <p:grpSpPr>
            <a:xfrm>
              <a:off x="5718551" y="4675979"/>
              <a:ext cx="264364" cy="264369"/>
              <a:chOff x="5718551" y="4675979"/>
              <a:chExt cx="264364" cy="264369"/>
            </a:xfrm>
          </p:grpSpPr>
          <p:sp>
            <p:nvSpPr>
              <p:cNvPr id="783" name="Google Shape;783;p15"/>
              <p:cNvSpPr/>
              <p:nvPr/>
            </p:nvSpPr>
            <p:spPr>
              <a:xfrm flipH="1">
                <a:off x="5718551" y="4876860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1"/>
                      <a:pt x="243" y="1085"/>
                      <a:pt x="542" y="1085"/>
                    </a:cubicBezTo>
                    <a:cubicBezTo>
                      <a:pt x="841" y="1085"/>
                      <a:pt x="1085" y="841"/>
                      <a:pt x="1085" y="542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5"/>
              <p:cNvSpPr/>
              <p:nvPr/>
            </p:nvSpPr>
            <p:spPr>
              <a:xfrm flipH="1">
                <a:off x="5817615" y="4777795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5"/>
              <p:cNvSpPr/>
              <p:nvPr/>
            </p:nvSpPr>
            <p:spPr>
              <a:xfrm flipH="1">
                <a:off x="5919430" y="4675979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3" y="1085"/>
                    </a:cubicBezTo>
                    <a:cubicBezTo>
                      <a:pt x="842" y="1085"/>
                      <a:pt x="1085" y="842"/>
                      <a:pt x="1085" y="543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6" name="Google Shape;786;p15"/>
            <p:cNvGrpSpPr/>
            <p:nvPr/>
          </p:nvGrpSpPr>
          <p:grpSpPr>
            <a:xfrm>
              <a:off x="8514531" y="4138851"/>
              <a:ext cx="264364" cy="264369"/>
              <a:chOff x="8514531" y="4138851"/>
              <a:chExt cx="264364" cy="264369"/>
            </a:xfrm>
          </p:grpSpPr>
          <p:sp>
            <p:nvSpPr>
              <p:cNvPr id="787" name="Google Shape;787;p15"/>
              <p:cNvSpPr/>
              <p:nvPr/>
            </p:nvSpPr>
            <p:spPr>
              <a:xfrm flipH="1">
                <a:off x="8514531" y="4339731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1"/>
                      <a:pt x="243" y="1085"/>
                      <a:pt x="542" y="1085"/>
                    </a:cubicBezTo>
                    <a:cubicBezTo>
                      <a:pt x="841" y="1085"/>
                      <a:pt x="1085" y="841"/>
                      <a:pt x="1085" y="542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5"/>
              <p:cNvSpPr/>
              <p:nvPr/>
            </p:nvSpPr>
            <p:spPr>
              <a:xfrm flipH="1">
                <a:off x="8613595" y="4240666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5"/>
              <p:cNvSpPr/>
              <p:nvPr/>
            </p:nvSpPr>
            <p:spPr>
              <a:xfrm flipH="1">
                <a:off x="8715410" y="4138851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3" y="1085"/>
                    </a:cubicBezTo>
                    <a:cubicBezTo>
                      <a:pt x="842" y="1085"/>
                      <a:pt x="1085" y="842"/>
                      <a:pt x="1085" y="543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90" name="Google Shape;79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16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16"/>
          <p:cNvSpPr txBox="1"/>
          <p:nvPr>
            <p:ph type="title"/>
          </p:nvPr>
        </p:nvSpPr>
        <p:spPr>
          <a:xfrm>
            <a:off x="1537650" y="2665527"/>
            <a:ext cx="6068700" cy="69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4" name="Google Shape;794;p16"/>
          <p:cNvSpPr txBox="1"/>
          <p:nvPr>
            <p:ph hasCustomPrompt="1" idx="2" type="title"/>
          </p:nvPr>
        </p:nvSpPr>
        <p:spPr>
          <a:xfrm>
            <a:off x="3947250" y="1493209"/>
            <a:ext cx="12495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95" name="Google Shape;795;p16"/>
          <p:cNvSpPr txBox="1"/>
          <p:nvPr>
            <p:ph idx="1" type="subTitle"/>
          </p:nvPr>
        </p:nvSpPr>
        <p:spPr>
          <a:xfrm>
            <a:off x="1537650" y="3275291"/>
            <a:ext cx="60687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96" name="Google Shape;796;p16"/>
          <p:cNvGrpSpPr/>
          <p:nvPr/>
        </p:nvGrpSpPr>
        <p:grpSpPr>
          <a:xfrm>
            <a:off x="158650" y="116591"/>
            <a:ext cx="8822200" cy="4902899"/>
            <a:chOff x="158650" y="116591"/>
            <a:chExt cx="8822200" cy="4902899"/>
          </a:xfrm>
        </p:grpSpPr>
        <p:grpSp>
          <p:nvGrpSpPr>
            <p:cNvPr id="797" name="Google Shape;797;p16"/>
            <p:cNvGrpSpPr/>
            <p:nvPr/>
          </p:nvGrpSpPr>
          <p:grpSpPr>
            <a:xfrm>
              <a:off x="713225" y="268300"/>
              <a:ext cx="1344400" cy="271200"/>
              <a:chOff x="3686625" y="4603950"/>
              <a:chExt cx="1344400" cy="271200"/>
            </a:xfrm>
          </p:grpSpPr>
          <p:sp>
            <p:nvSpPr>
              <p:cNvPr id="798" name="Google Shape;798;p16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16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16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16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16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3" name="Google Shape;803;p16"/>
            <p:cNvGrpSpPr/>
            <p:nvPr/>
          </p:nvGrpSpPr>
          <p:grpSpPr>
            <a:xfrm flipH="1" rot="10800000">
              <a:off x="158650" y="3990200"/>
              <a:ext cx="2221900" cy="1029290"/>
              <a:chOff x="100325" y="228960"/>
              <a:chExt cx="2221900" cy="1029290"/>
            </a:xfrm>
          </p:grpSpPr>
          <p:sp>
            <p:nvSpPr>
              <p:cNvPr id="804" name="Google Shape;804;p16"/>
              <p:cNvSpPr/>
              <p:nvPr/>
            </p:nvSpPr>
            <p:spPr>
              <a:xfrm>
                <a:off x="243516" y="78883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16"/>
              <p:cNvSpPr/>
              <p:nvPr/>
            </p:nvSpPr>
            <p:spPr>
              <a:xfrm>
                <a:off x="100325" y="64565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16"/>
              <p:cNvSpPr/>
              <p:nvPr/>
            </p:nvSpPr>
            <p:spPr>
              <a:xfrm>
                <a:off x="1905225" y="228960"/>
                <a:ext cx="417000" cy="4167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16"/>
              <p:cNvSpPr/>
              <p:nvPr/>
            </p:nvSpPr>
            <p:spPr>
              <a:xfrm rot="-5400000">
                <a:off x="1093595" y="-75215"/>
                <a:ext cx="326396" cy="1296862"/>
              </a:xfrm>
              <a:custGeom>
                <a:rect b="b" l="l" r="r" t="t"/>
                <a:pathLst>
                  <a:path extrusionOk="0" h="14717" w="3704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8" name="Google Shape;808;p16"/>
            <p:cNvGrpSpPr/>
            <p:nvPr/>
          </p:nvGrpSpPr>
          <p:grpSpPr>
            <a:xfrm>
              <a:off x="5682934" y="116591"/>
              <a:ext cx="3297916" cy="845798"/>
              <a:chOff x="5738984" y="4297691"/>
              <a:chExt cx="3297916" cy="845798"/>
            </a:xfrm>
          </p:grpSpPr>
          <p:sp>
            <p:nvSpPr>
              <p:cNvPr id="809" name="Google Shape;809;p16"/>
              <p:cNvSpPr/>
              <p:nvPr/>
            </p:nvSpPr>
            <p:spPr>
              <a:xfrm flipH="1">
                <a:off x="6065372" y="4597175"/>
                <a:ext cx="2358631" cy="394498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16"/>
              <p:cNvSpPr/>
              <p:nvPr/>
            </p:nvSpPr>
            <p:spPr>
              <a:xfrm>
                <a:off x="8424000" y="4297691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16"/>
              <p:cNvSpPr/>
              <p:nvPr/>
            </p:nvSpPr>
            <p:spPr>
              <a:xfrm>
                <a:off x="5738984" y="48170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2" name="Google Shape;812;p16"/>
            <p:cNvGrpSpPr/>
            <p:nvPr/>
          </p:nvGrpSpPr>
          <p:grpSpPr>
            <a:xfrm rot="-5400000">
              <a:off x="7963500" y="4015075"/>
              <a:ext cx="1439100" cy="504550"/>
              <a:chOff x="2539675" y="122850"/>
              <a:chExt cx="1439100" cy="504550"/>
            </a:xfrm>
          </p:grpSpPr>
          <p:sp>
            <p:nvSpPr>
              <p:cNvPr id="813" name="Google Shape;813;p16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16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15" name="Google Shape;815;p16"/>
          <p:cNvGrpSpPr/>
          <p:nvPr/>
        </p:nvGrpSpPr>
        <p:grpSpPr>
          <a:xfrm>
            <a:off x="278349" y="-106199"/>
            <a:ext cx="8732801" cy="5334821"/>
            <a:chOff x="278349" y="-106199"/>
            <a:chExt cx="8732801" cy="5334821"/>
          </a:xfrm>
        </p:grpSpPr>
        <p:grpSp>
          <p:nvGrpSpPr>
            <p:cNvPr id="816" name="Google Shape;816;p16"/>
            <p:cNvGrpSpPr/>
            <p:nvPr/>
          </p:nvGrpSpPr>
          <p:grpSpPr>
            <a:xfrm>
              <a:off x="4740169" y="4338418"/>
              <a:ext cx="4270981" cy="890204"/>
              <a:chOff x="4740169" y="4338418"/>
              <a:chExt cx="4270981" cy="890204"/>
            </a:xfrm>
          </p:grpSpPr>
          <p:sp>
            <p:nvSpPr>
              <p:cNvPr id="817" name="Google Shape;817;p16"/>
              <p:cNvSpPr/>
              <p:nvPr/>
            </p:nvSpPr>
            <p:spPr>
              <a:xfrm flipH="1" rot="-5400000">
                <a:off x="8241214" y="4878673"/>
                <a:ext cx="535312" cy="164586"/>
              </a:xfrm>
              <a:custGeom>
                <a:rect b="b" l="l" r="r" t="t"/>
                <a:pathLst>
                  <a:path extrusionOk="0" h="3022" w="9829">
                    <a:moveTo>
                      <a:pt x="1238" y="1"/>
                    </a:moveTo>
                    <a:cubicBezTo>
                      <a:pt x="555" y="1"/>
                      <a:pt x="0" y="555"/>
                      <a:pt x="0" y="1239"/>
                    </a:cubicBezTo>
                    <a:cubicBezTo>
                      <a:pt x="0" y="1922"/>
                      <a:pt x="555" y="2475"/>
                      <a:pt x="1238" y="2475"/>
                    </a:cubicBezTo>
                    <a:cubicBezTo>
                      <a:pt x="1512" y="2475"/>
                      <a:pt x="1764" y="2383"/>
                      <a:pt x="1968" y="2232"/>
                    </a:cubicBezTo>
                    <a:lnTo>
                      <a:pt x="2713" y="2976"/>
                    </a:lnTo>
                    <a:cubicBezTo>
                      <a:pt x="2742" y="3005"/>
                      <a:pt x="2781" y="3021"/>
                      <a:pt x="2822" y="3021"/>
                    </a:cubicBezTo>
                    <a:lnTo>
                      <a:pt x="4763" y="3021"/>
                    </a:lnTo>
                    <a:cubicBezTo>
                      <a:pt x="4804" y="3021"/>
                      <a:pt x="4843" y="3005"/>
                      <a:pt x="4872" y="2976"/>
                    </a:cubicBezTo>
                    <a:lnTo>
                      <a:pt x="6539" y="1310"/>
                    </a:lnTo>
                    <a:lnTo>
                      <a:pt x="9675" y="1310"/>
                    </a:lnTo>
                    <a:cubicBezTo>
                      <a:pt x="9760" y="1310"/>
                      <a:pt x="9829" y="1241"/>
                      <a:pt x="9829" y="1156"/>
                    </a:cubicBezTo>
                    <a:cubicBezTo>
                      <a:pt x="9829" y="1071"/>
                      <a:pt x="9760" y="1002"/>
                      <a:pt x="9675" y="1002"/>
                    </a:cubicBezTo>
                    <a:lnTo>
                      <a:pt x="6475" y="1002"/>
                    </a:lnTo>
                    <a:cubicBezTo>
                      <a:pt x="6435" y="1002"/>
                      <a:pt x="6394" y="1019"/>
                      <a:pt x="6366" y="1047"/>
                    </a:cubicBezTo>
                    <a:lnTo>
                      <a:pt x="4700" y="2714"/>
                    </a:lnTo>
                    <a:lnTo>
                      <a:pt x="2885" y="2714"/>
                    </a:lnTo>
                    <a:lnTo>
                      <a:pt x="2191" y="2019"/>
                    </a:lnTo>
                    <a:cubicBezTo>
                      <a:pt x="2366" y="1805"/>
                      <a:pt x="2476" y="1535"/>
                      <a:pt x="2476" y="1239"/>
                    </a:cubicBezTo>
                    <a:cubicBezTo>
                      <a:pt x="2476" y="555"/>
                      <a:pt x="1921" y="1"/>
                      <a:pt x="12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16"/>
              <p:cNvSpPr/>
              <p:nvPr/>
            </p:nvSpPr>
            <p:spPr>
              <a:xfrm flipH="1" rot="-5400000">
                <a:off x="8465627" y="4732305"/>
                <a:ext cx="56859" cy="56859"/>
              </a:xfrm>
              <a:custGeom>
                <a:rect b="b" l="l" r="r" t="t"/>
                <a:pathLst>
                  <a:path extrusionOk="0" h="1044" w="1044">
                    <a:moveTo>
                      <a:pt x="522" y="0"/>
                    </a:moveTo>
                    <a:cubicBezTo>
                      <a:pt x="233" y="0"/>
                      <a:pt x="0" y="234"/>
                      <a:pt x="0" y="522"/>
                    </a:cubicBezTo>
                    <a:cubicBezTo>
                      <a:pt x="0" y="809"/>
                      <a:pt x="235" y="1043"/>
                      <a:pt x="522" y="1043"/>
                    </a:cubicBezTo>
                    <a:cubicBezTo>
                      <a:pt x="809" y="1043"/>
                      <a:pt x="1043" y="809"/>
                      <a:pt x="1043" y="522"/>
                    </a:cubicBezTo>
                    <a:cubicBezTo>
                      <a:pt x="1043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16"/>
              <p:cNvSpPr/>
              <p:nvPr/>
            </p:nvSpPr>
            <p:spPr>
              <a:xfrm flipH="1" rot="-5400000">
                <a:off x="6725505" y="4769585"/>
                <a:ext cx="632146" cy="285928"/>
              </a:xfrm>
              <a:custGeom>
                <a:rect b="b" l="l" r="r" t="t"/>
                <a:pathLst>
                  <a:path extrusionOk="0" h="5250" w="11607">
                    <a:moveTo>
                      <a:pt x="7737" y="0"/>
                    </a:moveTo>
                    <a:cubicBezTo>
                      <a:pt x="7697" y="0"/>
                      <a:pt x="7658" y="16"/>
                      <a:pt x="7629" y="45"/>
                    </a:cubicBezTo>
                    <a:lnTo>
                      <a:pt x="6105" y="1569"/>
                    </a:lnTo>
                    <a:lnTo>
                      <a:pt x="3503" y="1569"/>
                    </a:lnTo>
                    <a:cubicBezTo>
                      <a:pt x="3462" y="1569"/>
                      <a:pt x="3422" y="1584"/>
                      <a:pt x="3394" y="1614"/>
                    </a:cubicBezTo>
                    <a:lnTo>
                      <a:pt x="1980" y="3028"/>
                    </a:lnTo>
                    <a:cubicBezTo>
                      <a:pt x="1772" y="2871"/>
                      <a:pt x="1517" y="2775"/>
                      <a:pt x="1237" y="2775"/>
                    </a:cubicBezTo>
                    <a:cubicBezTo>
                      <a:pt x="553" y="2775"/>
                      <a:pt x="0" y="3328"/>
                      <a:pt x="0" y="4011"/>
                    </a:cubicBezTo>
                    <a:cubicBezTo>
                      <a:pt x="0" y="4695"/>
                      <a:pt x="553" y="5249"/>
                      <a:pt x="1237" y="5249"/>
                    </a:cubicBezTo>
                    <a:cubicBezTo>
                      <a:pt x="1920" y="5249"/>
                      <a:pt x="2474" y="4695"/>
                      <a:pt x="2474" y="4011"/>
                    </a:cubicBezTo>
                    <a:cubicBezTo>
                      <a:pt x="2474" y="3719"/>
                      <a:pt x="2369" y="3455"/>
                      <a:pt x="2199" y="3243"/>
                    </a:cubicBezTo>
                    <a:lnTo>
                      <a:pt x="3567" y="1876"/>
                    </a:lnTo>
                    <a:lnTo>
                      <a:pt x="6169" y="1876"/>
                    </a:lnTo>
                    <a:cubicBezTo>
                      <a:pt x="6209" y="1876"/>
                      <a:pt x="6248" y="1860"/>
                      <a:pt x="6277" y="1831"/>
                    </a:cubicBezTo>
                    <a:lnTo>
                      <a:pt x="7801" y="308"/>
                    </a:lnTo>
                    <a:lnTo>
                      <a:pt x="11453" y="308"/>
                    </a:lnTo>
                    <a:cubicBezTo>
                      <a:pt x="11538" y="308"/>
                      <a:pt x="11607" y="239"/>
                      <a:pt x="11607" y="154"/>
                    </a:cubicBezTo>
                    <a:cubicBezTo>
                      <a:pt x="11607" y="69"/>
                      <a:pt x="11538" y="0"/>
                      <a:pt x="114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16"/>
              <p:cNvSpPr/>
              <p:nvPr/>
            </p:nvSpPr>
            <p:spPr>
              <a:xfrm flipH="1" rot="-5400000">
                <a:off x="7088744" y="4635471"/>
                <a:ext cx="56750" cy="56750"/>
              </a:xfrm>
              <a:custGeom>
                <a:rect b="b" l="l" r="r" t="t"/>
                <a:pathLst>
                  <a:path extrusionOk="0" h="1042" w="1042">
                    <a:moveTo>
                      <a:pt x="522" y="0"/>
                    </a:moveTo>
                    <a:cubicBezTo>
                      <a:pt x="233" y="0"/>
                      <a:pt x="0" y="233"/>
                      <a:pt x="0" y="520"/>
                    </a:cubicBezTo>
                    <a:cubicBezTo>
                      <a:pt x="0" y="809"/>
                      <a:pt x="233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16"/>
              <p:cNvSpPr/>
              <p:nvPr/>
            </p:nvSpPr>
            <p:spPr>
              <a:xfrm flipH="1" rot="-5400000">
                <a:off x="8843814" y="4420411"/>
                <a:ext cx="85288" cy="85343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3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6" y="1567"/>
                      <a:pt x="1566" y="1216"/>
                      <a:pt x="1566" y="783"/>
                    </a:cubicBezTo>
                    <a:cubicBezTo>
                      <a:pt x="1566" y="351"/>
                      <a:pt x="1216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16"/>
              <p:cNvSpPr/>
              <p:nvPr/>
            </p:nvSpPr>
            <p:spPr>
              <a:xfrm flipH="1" rot="-5400000">
                <a:off x="8761766" y="4338418"/>
                <a:ext cx="249384" cy="249384"/>
              </a:xfrm>
              <a:custGeom>
                <a:rect b="b" l="l" r="r" t="t"/>
                <a:pathLst>
                  <a:path extrusionOk="0" h="4579" w="4579">
                    <a:moveTo>
                      <a:pt x="2289" y="154"/>
                    </a:moveTo>
                    <a:cubicBezTo>
                      <a:pt x="3466" y="154"/>
                      <a:pt x="4425" y="1111"/>
                      <a:pt x="4425" y="2289"/>
                    </a:cubicBezTo>
                    <a:cubicBezTo>
                      <a:pt x="4425" y="3468"/>
                      <a:pt x="3466" y="4425"/>
                      <a:pt x="2289" y="4425"/>
                    </a:cubicBezTo>
                    <a:cubicBezTo>
                      <a:pt x="1112" y="4425"/>
                      <a:pt x="154" y="3466"/>
                      <a:pt x="154" y="2289"/>
                    </a:cubicBezTo>
                    <a:cubicBezTo>
                      <a:pt x="154" y="1111"/>
                      <a:pt x="1112" y="154"/>
                      <a:pt x="2289" y="154"/>
                    </a:cubicBezTo>
                    <a:close/>
                    <a:moveTo>
                      <a:pt x="2289" y="0"/>
                    </a:moveTo>
                    <a:cubicBezTo>
                      <a:pt x="1026" y="0"/>
                      <a:pt x="0" y="1027"/>
                      <a:pt x="0" y="2289"/>
                    </a:cubicBezTo>
                    <a:cubicBezTo>
                      <a:pt x="0" y="3551"/>
                      <a:pt x="1026" y="4579"/>
                      <a:pt x="2289" y="4579"/>
                    </a:cubicBezTo>
                    <a:cubicBezTo>
                      <a:pt x="3552" y="4579"/>
                      <a:pt x="4579" y="3551"/>
                      <a:pt x="4579" y="2289"/>
                    </a:cubicBezTo>
                    <a:cubicBezTo>
                      <a:pt x="4579" y="1027"/>
                      <a:pt x="3552" y="0"/>
                      <a:pt x="22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16"/>
              <p:cNvSpPr/>
              <p:nvPr/>
            </p:nvSpPr>
            <p:spPr>
              <a:xfrm flipH="1" rot="-5400000">
                <a:off x="8726277" y="4814352"/>
                <a:ext cx="128967" cy="128967"/>
              </a:xfrm>
              <a:custGeom>
                <a:rect b="b" l="l" r="r" t="t"/>
                <a:pathLst>
                  <a:path extrusionOk="0" h="2368" w="2368">
                    <a:moveTo>
                      <a:pt x="1184" y="154"/>
                    </a:moveTo>
                    <a:cubicBezTo>
                      <a:pt x="1751" y="154"/>
                      <a:pt x="2214" y="616"/>
                      <a:pt x="2214" y="1184"/>
                    </a:cubicBezTo>
                    <a:cubicBezTo>
                      <a:pt x="2214" y="1751"/>
                      <a:pt x="1751" y="2213"/>
                      <a:pt x="1184" y="2213"/>
                    </a:cubicBezTo>
                    <a:cubicBezTo>
                      <a:pt x="617" y="2213"/>
                      <a:pt x="156" y="1751"/>
                      <a:pt x="156" y="1184"/>
                    </a:cubicBezTo>
                    <a:cubicBezTo>
                      <a:pt x="156" y="616"/>
                      <a:pt x="617" y="154"/>
                      <a:pt x="1184" y="154"/>
                    </a:cubicBezTo>
                    <a:close/>
                    <a:moveTo>
                      <a:pt x="1184" y="0"/>
                    </a:moveTo>
                    <a:cubicBezTo>
                      <a:pt x="531" y="0"/>
                      <a:pt x="1" y="531"/>
                      <a:pt x="1" y="1184"/>
                    </a:cubicBezTo>
                    <a:cubicBezTo>
                      <a:pt x="1" y="1836"/>
                      <a:pt x="531" y="2367"/>
                      <a:pt x="1184" y="2367"/>
                    </a:cubicBezTo>
                    <a:cubicBezTo>
                      <a:pt x="1837" y="2367"/>
                      <a:pt x="2367" y="1836"/>
                      <a:pt x="2367" y="1184"/>
                    </a:cubicBezTo>
                    <a:cubicBezTo>
                      <a:pt x="2367" y="531"/>
                      <a:pt x="1837" y="0"/>
                      <a:pt x="11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16"/>
              <p:cNvSpPr/>
              <p:nvPr/>
            </p:nvSpPr>
            <p:spPr>
              <a:xfrm flipH="1" rot="-5400000">
                <a:off x="6268117" y="4878673"/>
                <a:ext cx="535312" cy="164586"/>
              </a:xfrm>
              <a:custGeom>
                <a:rect b="b" l="l" r="r" t="t"/>
                <a:pathLst>
                  <a:path extrusionOk="0" h="3022" w="9829">
                    <a:moveTo>
                      <a:pt x="1238" y="1"/>
                    </a:moveTo>
                    <a:cubicBezTo>
                      <a:pt x="555" y="1"/>
                      <a:pt x="0" y="555"/>
                      <a:pt x="0" y="1239"/>
                    </a:cubicBezTo>
                    <a:cubicBezTo>
                      <a:pt x="0" y="1922"/>
                      <a:pt x="555" y="2475"/>
                      <a:pt x="1238" y="2475"/>
                    </a:cubicBezTo>
                    <a:cubicBezTo>
                      <a:pt x="1512" y="2475"/>
                      <a:pt x="1764" y="2383"/>
                      <a:pt x="1968" y="2232"/>
                    </a:cubicBezTo>
                    <a:lnTo>
                      <a:pt x="2713" y="2976"/>
                    </a:lnTo>
                    <a:cubicBezTo>
                      <a:pt x="2742" y="3005"/>
                      <a:pt x="2781" y="3021"/>
                      <a:pt x="2822" y="3021"/>
                    </a:cubicBezTo>
                    <a:lnTo>
                      <a:pt x="4763" y="3021"/>
                    </a:lnTo>
                    <a:cubicBezTo>
                      <a:pt x="4804" y="3021"/>
                      <a:pt x="4843" y="3005"/>
                      <a:pt x="4872" y="2976"/>
                    </a:cubicBezTo>
                    <a:lnTo>
                      <a:pt x="6539" y="1310"/>
                    </a:lnTo>
                    <a:lnTo>
                      <a:pt x="9675" y="1310"/>
                    </a:lnTo>
                    <a:cubicBezTo>
                      <a:pt x="9760" y="1310"/>
                      <a:pt x="9829" y="1241"/>
                      <a:pt x="9829" y="1156"/>
                    </a:cubicBezTo>
                    <a:cubicBezTo>
                      <a:pt x="9829" y="1071"/>
                      <a:pt x="9760" y="1002"/>
                      <a:pt x="9675" y="1002"/>
                    </a:cubicBezTo>
                    <a:lnTo>
                      <a:pt x="6475" y="1002"/>
                    </a:lnTo>
                    <a:cubicBezTo>
                      <a:pt x="6435" y="1002"/>
                      <a:pt x="6394" y="1019"/>
                      <a:pt x="6366" y="1047"/>
                    </a:cubicBezTo>
                    <a:lnTo>
                      <a:pt x="4700" y="2714"/>
                    </a:lnTo>
                    <a:lnTo>
                      <a:pt x="2885" y="2714"/>
                    </a:lnTo>
                    <a:lnTo>
                      <a:pt x="2191" y="2019"/>
                    </a:lnTo>
                    <a:cubicBezTo>
                      <a:pt x="2366" y="1805"/>
                      <a:pt x="2476" y="1535"/>
                      <a:pt x="2476" y="1239"/>
                    </a:cubicBezTo>
                    <a:cubicBezTo>
                      <a:pt x="2476" y="555"/>
                      <a:pt x="1921" y="1"/>
                      <a:pt x="12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16"/>
              <p:cNvSpPr/>
              <p:nvPr/>
            </p:nvSpPr>
            <p:spPr>
              <a:xfrm flipH="1" rot="-5400000">
                <a:off x="6492530" y="4732305"/>
                <a:ext cx="56859" cy="56859"/>
              </a:xfrm>
              <a:custGeom>
                <a:rect b="b" l="l" r="r" t="t"/>
                <a:pathLst>
                  <a:path extrusionOk="0" h="1044" w="1044">
                    <a:moveTo>
                      <a:pt x="522" y="0"/>
                    </a:moveTo>
                    <a:cubicBezTo>
                      <a:pt x="233" y="0"/>
                      <a:pt x="0" y="234"/>
                      <a:pt x="0" y="522"/>
                    </a:cubicBezTo>
                    <a:cubicBezTo>
                      <a:pt x="0" y="809"/>
                      <a:pt x="235" y="1043"/>
                      <a:pt x="522" y="1043"/>
                    </a:cubicBezTo>
                    <a:cubicBezTo>
                      <a:pt x="809" y="1043"/>
                      <a:pt x="1043" y="809"/>
                      <a:pt x="1043" y="522"/>
                    </a:cubicBezTo>
                    <a:cubicBezTo>
                      <a:pt x="1043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16"/>
              <p:cNvSpPr/>
              <p:nvPr/>
            </p:nvSpPr>
            <p:spPr>
              <a:xfrm flipH="1" rot="-5400000">
                <a:off x="5005354" y="4769585"/>
                <a:ext cx="632146" cy="285928"/>
              </a:xfrm>
              <a:custGeom>
                <a:rect b="b" l="l" r="r" t="t"/>
                <a:pathLst>
                  <a:path extrusionOk="0" h="5250" w="11607">
                    <a:moveTo>
                      <a:pt x="7737" y="0"/>
                    </a:moveTo>
                    <a:cubicBezTo>
                      <a:pt x="7697" y="0"/>
                      <a:pt x="7658" y="16"/>
                      <a:pt x="7629" y="45"/>
                    </a:cubicBezTo>
                    <a:lnTo>
                      <a:pt x="6105" y="1569"/>
                    </a:lnTo>
                    <a:lnTo>
                      <a:pt x="3503" y="1569"/>
                    </a:lnTo>
                    <a:cubicBezTo>
                      <a:pt x="3462" y="1569"/>
                      <a:pt x="3422" y="1584"/>
                      <a:pt x="3394" y="1614"/>
                    </a:cubicBezTo>
                    <a:lnTo>
                      <a:pt x="1980" y="3028"/>
                    </a:lnTo>
                    <a:cubicBezTo>
                      <a:pt x="1772" y="2871"/>
                      <a:pt x="1517" y="2775"/>
                      <a:pt x="1237" y="2775"/>
                    </a:cubicBezTo>
                    <a:cubicBezTo>
                      <a:pt x="553" y="2775"/>
                      <a:pt x="0" y="3328"/>
                      <a:pt x="0" y="4011"/>
                    </a:cubicBezTo>
                    <a:cubicBezTo>
                      <a:pt x="0" y="4695"/>
                      <a:pt x="553" y="5249"/>
                      <a:pt x="1237" y="5249"/>
                    </a:cubicBezTo>
                    <a:cubicBezTo>
                      <a:pt x="1920" y="5249"/>
                      <a:pt x="2474" y="4695"/>
                      <a:pt x="2474" y="4011"/>
                    </a:cubicBezTo>
                    <a:cubicBezTo>
                      <a:pt x="2474" y="3719"/>
                      <a:pt x="2369" y="3455"/>
                      <a:pt x="2199" y="3243"/>
                    </a:cubicBezTo>
                    <a:lnTo>
                      <a:pt x="3567" y="1876"/>
                    </a:lnTo>
                    <a:lnTo>
                      <a:pt x="6169" y="1876"/>
                    </a:lnTo>
                    <a:cubicBezTo>
                      <a:pt x="6209" y="1876"/>
                      <a:pt x="6248" y="1860"/>
                      <a:pt x="6277" y="1831"/>
                    </a:cubicBezTo>
                    <a:lnTo>
                      <a:pt x="7801" y="308"/>
                    </a:lnTo>
                    <a:lnTo>
                      <a:pt x="11453" y="308"/>
                    </a:lnTo>
                    <a:cubicBezTo>
                      <a:pt x="11538" y="308"/>
                      <a:pt x="11607" y="239"/>
                      <a:pt x="11607" y="154"/>
                    </a:cubicBezTo>
                    <a:cubicBezTo>
                      <a:pt x="11607" y="69"/>
                      <a:pt x="11538" y="0"/>
                      <a:pt x="114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6"/>
              <p:cNvSpPr/>
              <p:nvPr/>
            </p:nvSpPr>
            <p:spPr>
              <a:xfrm flipH="1" rot="-5400000">
                <a:off x="5368593" y="4635471"/>
                <a:ext cx="56750" cy="56750"/>
              </a:xfrm>
              <a:custGeom>
                <a:rect b="b" l="l" r="r" t="t"/>
                <a:pathLst>
                  <a:path extrusionOk="0" h="1042" w="1042">
                    <a:moveTo>
                      <a:pt x="522" y="0"/>
                    </a:moveTo>
                    <a:cubicBezTo>
                      <a:pt x="233" y="0"/>
                      <a:pt x="0" y="233"/>
                      <a:pt x="0" y="520"/>
                    </a:cubicBezTo>
                    <a:cubicBezTo>
                      <a:pt x="0" y="809"/>
                      <a:pt x="233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16"/>
              <p:cNvSpPr/>
              <p:nvPr/>
            </p:nvSpPr>
            <p:spPr>
              <a:xfrm flipH="1" rot="-5400000">
                <a:off x="4740169" y="4608700"/>
                <a:ext cx="128967" cy="128967"/>
              </a:xfrm>
              <a:custGeom>
                <a:rect b="b" l="l" r="r" t="t"/>
                <a:pathLst>
                  <a:path extrusionOk="0" h="2368" w="2368">
                    <a:moveTo>
                      <a:pt x="1184" y="154"/>
                    </a:moveTo>
                    <a:cubicBezTo>
                      <a:pt x="1751" y="154"/>
                      <a:pt x="2214" y="617"/>
                      <a:pt x="2214" y="1184"/>
                    </a:cubicBezTo>
                    <a:cubicBezTo>
                      <a:pt x="2214" y="1751"/>
                      <a:pt x="1751" y="2212"/>
                      <a:pt x="1184" y="2212"/>
                    </a:cubicBezTo>
                    <a:cubicBezTo>
                      <a:pt x="616" y="2212"/>
                      <a:pt x="155" y="1751"/>
                      <a:pt x="155" y="1184"/>
                    </a:cubicBezTo>
                    <a:cubicBezTo>
                      <a:pt x="155" y="617"/>
                      <a:pt x="616" y="154"/>
                      <a:pt x="1184" y="154"/>
                    </a:cubicBezTo>
                    <a:close/>
                    <a:moveTo>
                      <a:pt x="1184" y="1"/>
                    </a:moveTo>
                    <a:cubicBezTo>
                      <a:pt x="531" y="1"/>
                      <a:pt x="0" y="531"/>
                      <a:pt x="0" y="1184"/>
                    </a:cubicBezTo>
                    <a:cubicBezTo>
                      <a:pt x="0" y="1837"/>
                      <a:pt x="531" y="2367"/>
                      <a:pt x="1184" y="2367"/>
                    </a:cubicBezTo>
                    <a:cubicBezTo>
                      <a:pt x="1836" y="2367"/>
                      <a:pt x="2367" y="1837"/>
                      <a:pt x="2367" y="1184"/>
                    </a:cubicBezTo>
                    <a:cubicBezTo>
                      <a:pt x="2367" y="531"/>
                      <a:pt x="1836" y="1"/>
                      <a:pt x="11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9" name="Google Shape;829;p16"/>
            <p:cNvGrpSpPr/>
            <p:nvPr/>
          </p:nvGrpSpPr>
          <p:grpSpPr>
            <a:xfrm>
              <a:off x="278349" y="-106199"/>
              <a:ext cx="3742087" cy="2201144"/>
              <a:chOff x="278349" y="-106199"/>
              <a:chExt cx="3742087" cy="2201144"/>
            </a:xfrm>
          </p:grpSpPr>
          <p:sp>
            <p:nvSpPr>
              <p:cNvPr id="830" name="Google Shape;830;p16"/>
              <p:cNvSpPr/>
              <p:nvPr/>
            </p:nvSpPr>
            <p:spPr>
              <a:xfrm rot="10800000">
                <a:off x="2480385" y="-106199"/>
                <a:ext cx="92712" cy="537861"/>
              </a:xfrm>
              <a:custGeom>
                <a:rect b="b" l="l" r="r" t="t"/>
                <a:pathLst>
                  <a:path extrusionOk="0" h="10402" w="1793">
                    <a:moveTo>
                      <a:pt x="1639" y="10402"/>
                    </a:moveTo>
                    <a:cubicBezTo>
                      <a:pt x="1554" y="10402"/>
                      <a:pt x="1485" y="10333"/>
                      <a:pt x="1485" y="10248"/>
                    </a:cubicBezTo>
                    <a:lnTo>
                      <a:pt x="1485" y="1703"/>
                    </a:lnTo>
                    <a:lnTo>
                      <a:pt x="61" y="279"/>
                    </a:lnTo>
                    <a:cubicBezTo>
                      <a:pt x="1" y="218"/>
                      <a:pt x="1" y="121"/>
                      <a:pt x="61" y="61"/>
                    </a:cubicBezTo>
                    <a:cubicBezTo>
                      <a:pt x="121" y="1"/>
                      <a:pt x="218" y="1"/>
                      <a:pt x="278" y="61"/>
                    </a:cubicBezTo>
                    <a:lnTo>
                      <a:pt x="1748" y="1531"/>
                    </a:lnTo>
                    <a:cubicBezTo>
                      <a:pt x="1776" y="1559"/>
                      <a:pt x="1793" y="1598"/>
                      <a:pt x="1793" y="1639"/>
                    </a:cubicBezTo>
                    <a:lnTo>
                      <a:pt x="1793" y="10248"/>
                    </a:lnTo>
                    <a:cubicBezTo>
                      <a:pt x="1793" y="10333"/>
                      <a:pt x="1724" y="10402"/>
                      <a:pt x="1639" y="1040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16"/>
              <p:cNvSpPr/>
              <p:nvPr/>
            </p:nvSpPr>
            <p:spPr>
              <a:xfrm rot="10800000">
                <a:off x="1667776" y="-106194"/>
                <a:ext cx="185061" cy="688020"/>
              </a:xfrm>
              <a:custGeom>
                <a:rect b="b" l="l" r="r" t="t"/>
                <a:pathLst>
                  <a:path extrusionOk="0" h="13306" w="3579">
                    <a:moveTo>
                      <a:pt x="2341" y="0"/>
                    </a:moveTo>
                    <a:cubicBezTo>
                      <a:pt x="1657" y="0"/>
                      <a:pt x="1104" y="555"/>
                      <a:pt x="1104" y="1237"/>
                    </a:cubicBezTo>
                    <a:cubicBezTo>
                      <a:pt x="1104" y="1875"/>
                      <a:pt x="1588" y="2393"/>
                      <a:pt x="2206" y="2462"/>
                    </a:cubicBezTo>
                    <a:lnTo>
                      <a:pt x="2206" y="5094"/>
                    </a:lnTo>
                    <a:lnTo>
                      <a:pt x="45" y="7256"/>
                    </a:lnTo>
                    <a:cubicBezTo>
                      <a:pt x="17" y="7285"/>
                      <a:pt x="0" y="7324"/>
                      <a:pt x="0" y="7365"/>
                    </a:cubicBezTo>
                    <a:lnTo>
                      <a:pt x="0" y="13152"/>
                    </a:lnTo>
                    <a:cubicBezTo>
                      <a:pt x="0" y="13237"/>
                      <a:pt x="69" y="13306"/>
                      <a:pt x="154" y="13306"/>
                    </a:cubicBezTo>
                    <a:cubicBezTo>
                      <a:pt x="239" y="13306"/>
                      <a:pt x="307" y="13237"/>
                      <a:pt x="307" y="13152"/>
                    </a:cubicBezTo>
                    <a:lnTo>
                      <a:pt x="307" y="7429"/>
                    </a:lnTo>
                    <a:lnTo>
                      <a:pt x="2468" y="5267"/>
                    </a:lnTo>
                    <a:cubicBezTo>
                      <a:pt x="2498" y="5238"/>
                      <a:pt x="2513" y="5199"/>
                      <a:pt x="2513" y="5158"/>
                    </a:cubicBezTo>
                    <a:lnTo>
                      <a:pt x="2513" y="2457"/>
                    </a:lnTo>
                    <a:cubicBezTo>
                      <a:pt x="3115" y="2373"/>
                      <a:pt x="3578" y="1862"/>
                      <a:pt x="3578" y="1238"/>
                    </a:cubicBezTo>
                    <a:lnTo>
                      <a:pt x="3578" y="1237"/>
                    </a:lnTo>
                    <a:cubicBezTo>
                      <a:pt x="3578" y="555"/>
                      <a:pt x="3024" y="0"/>
                      <a:pt x="23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16"/>
              <p:cNvSpPr/>
              <p:nvPr/>
            </p:nvSpPr>
            <p:spPr>
              <a:xfrm rot="10800000">
                <a:off x="1704796" y="490871"/>
                <a:ext cx="53983" cy="53931"/>
              </a:xfrm>
              <a:custGeom>
                <a:rect b="b" l="l" r="r" t="t"/>
                <a:pathLst>
                  <a:path extrusionOk="0" h="1043" w="1044">
                    <a:moveTo>
                      <a:pt x="522" y="1"/>
                    </a:moveTo>
                    <a:cubicBezTo>
                      <a:pt x="234" y="1"/>
                      <a:pt x="0" y="233"/>
                      <a:pt x="0" y="521"/>
                    </a:cubicBezTo>
                    <a:cubicBezTo>
                      <a:pt x="0" y="809"/>
                      <a:pt x="234" y="1042"/>
                      <a:pt x="522" y="1042"/>
                    </a:cubicBezTo>
                    <a:cubicBezTo>
                      <a:pt x="810" y="1042"/>
                      <a:pt x="1043" y="809"/>
                      <a:pt x="1043" y="521"/>
                    </a:cubicBezTo>
                    <a:cubicBezTo>
                      <a:pt x="1043" y="233"/>
                      <a:pt x="810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16"/>
              <p:cNvSpPr/>
              <p:nvPr/>
            </p:nvSpPr>
            <p:spPr>
              <a:xfrm rot="10800000">
                <a:off x="282596" y="-68807"/>
                <a:ext cx="448769" cy="2163752"/>
              </a:xfrm>
              <a:custGeom>
                <a:rect b="b" l="l" r="r" t="t"/>
                <a:pathLst>
                  <a:path extrusionOk="0" h="41846" w="8679">
                    <a:moveTo>
                      <a:pt x="4204" y="1"/>
                    </a:moveTo>
                    <a:cubicBezTo>
                      <a:pt x="3521" y="1"/>
                      <a:pt x="2966" y="554"/>
                      <a:pt x="2966" y="1237"/>
                    </a:cubicBezTo>
                    <a:cubicBezTo>
                      <a:pt x="2966" y="1921"/>
                      <a:pt x="3521" y="2475"/>
                      <a:pt x="4204" y="2475"/>
                    </a:cubicBezTo>
                    <a:cubicBezTo>
                      <a:pt x="4482" y="2475"/>
                      <a:pt x="4736" y="2381"/>
                      <a:pt x="4943" y="2226"/>
                    </a:cubicBezTo>
                    <a:lnTo>
                      <a:pt x="8371" y="5654"/>
                    </a:lnTo>
                    <a:lnTo>
                      <a:pt x="8371" y="15908"/>
                    </a:lnTo>
                    <a:lnTo>
                      <a:pt x="6318" y="17962"/>
                    </a:lnTo>
                    <a:cubicBezTo>
                      <a:pt x="6289" y="17990"/>
                      <a:pt x="6273" y="18029"/>
                      <a:pt x="6273" y="18070"/>
                    </a:cubicBezTo>
                    <a:lnTo>
                      <a:pt x="6273" y="28208"/>
                    </a:lnTo>
                    <a:lnTo>
                      <a:pt x="3244" y="31238"/>
                    </a:lnTo>
                    <a:cubicBezTo>
                      <a:pt x="3215" y="31266"/>
                      <a:pt x="3198" y="31305"/>
                      <a:pt x="3198" y="31346"/>
                    </a:cubicBezTo>
                    <a:lnTo>
                      <a:pt x="3198" y="38444"/>
                    </a:lnTo>
                    <a:lnTo>
                      <a:pt x="61" y="41583"/>
                    </a:lnTo>
                    <a:cubicBezTo>
                      <a:pt x="0" y="41642"/>
                      <a:pt x="0" y="41740"/>
                      <a:pt x="61" y="41799"/>
                    </a:cubicBezTo>
                    <a:cubicBezTo>
                      <a:pt x="90" y="41830"/>
                      <a:pt x="129" y="41845"/>
                      <a:pt x="169" y="41845"/>
                    </a:cubicBezTo>
                    <a:cubicBezTo>
                      <a:pt x="208" y="41845"/>
                      <a:pt x="247" y="41830"/>
                      <a:pt x="278" y="41799"/>
                    </a:cubicBezTo>
                    <a:lnTo>
                      <a:pt x="3462" y="38617"/>
                    </a:lnTo>
                    <a:cubicBezTo>
                      <a:pt x="3490" y="38587"/>
                      <a:pt x="3507" y="38548"/>
                      <a:pt x="3507" y="38508"/>
                    </a:cubicBezTo>
                    <a:lnTo>
                      <a:pt x="3507" y="31409"/>
                    </a:lnTo>
                    <a:lnTo>
                      <a:pt x="6535" y="28379"/>
                    </a:lnTo>
                    <a:cubicBezTo>
                      <a:pt x="6565" y="28351"/>
                      <a:pt x="6580" y="28312"/>
                      <a:pt x="6580" y="28270"/>
                    </a:cubicBezTo>
                    <a:lnTo>
                      <a:pt x="6580" y="18134"/>
                    </a:lnTo>
                    <a:lnTo>
                      <a:pt x="8634" y="16081"/>
                    </a:lnTo>
                    <a:cubicBezTo>
                      <a:pt x="8662" y="16051"/>
                      <a:pt x="8679" y="16013"/>
                      <a:pt x="8679" y="15972"/>
                    </a:cubicBezTo>
                    <a:lnTo>
                      <a:pt x="8679" y="5590"/>
                    </a:lnTo>
                    <a:cubicBezTo>
                      <a:pt x="8679" y="5550"/>
                      <a:pt x="8662" y="5511"/>
                      <a:pt x="8634" y="5481"/>
                    </a:cubicBezTo>
                    <a:lnTo>
                      <a:pt x="8634" y="5483"/>
                    </a:lnTo>
                    <a:lnTo>
                      <a:pt x="5163" y="2012"/>
                    </a:lnTo>
                    <a:cubicBezTo>
                      <a:pt x="5334" y="1799"/>
                      <a:pt x="5442" y="1532"/>
                      <a:pt x="5442" y="1237"/>
                    </a:cubicBezTo>
                    <a:cubicBezTo>
                      <a:pt x="5442" y="554"/>
                      <a:pt x="4887" y="1"/>
                      <a:pt x="4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16"/>
              <p:cNvSpPr/>
              <p:nvPr/>
            </p:nvSpPr>
            <p:spPr>
              <a:xfrm rot="10800000">
                <a:off x="486990" y="2003990"/>
                <a:ext cx="53983" cy="53879"/>
              </a:xfrm>
              <a:custGeom>
                <a:rect b="b" l="l" r="r" t="t"/>
                <a:pathLst>
                  <a:path extrusionOk="0" h="1042" w="1044">
                    <a:moveTo>
                      <a:pt x="522" y="0"/>
                    </a:moveTo>
                    <a:cubicBezTo>
                      <a:pt x="235" y="0"/>
                      <a:pt x="1" y="233"/>
                      <a:pt x="1" y="520"/>
                    </a:cubicBezTo>
                    <a:cubicBezTo>
                      <a:pt x="1" y="809"/>
                      <a:pt x="235" y="1042"/>
                      <a:pt x="522" y="1042"/>
                    </a:cubicBezTo>
                    <a:cubicBezTo>
                      <a:pt x="811" y="1042"/>
                      <a:pt x="1043" y="809"/>
                      <a:pt x="1043" y="520"/>
                    </a:cubicBezTo>
                    <a:cubicBezTo>
                      <a:pt x="1043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16"/>
              <p:cNvSpPr/>
              <p:nvPr/>
            </p:nvSpPr>
            <p:spPr>
              <a:xfrm rot="10800000">
                <a:off x="1804389" y="158691"/>
                <a:ext cx="80974" cy="81026"/>
              </a:xfrm>
              <a:custGeom>
                <a:rect b="b" l="l" r="r" t="t"/>
                <a:pathLst>
                  <a:path extrusionOk="0" h="1567" w="1566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6"/>
                      <a:pt x="350" y="1566"/>
                      <a:pt x="783" y="1566"/>
                    </a:cubicBezTo>
                    <a:cubicBezTo>
                      <a:pt x="1215" y="1566"/>
                      <a:pt x="1565" y="1216"/>
                      <a:pt x="1565" y="783"/>
                    </a:cubicBezTo>
                    <a:cubicBezTo>
                      <a:pt x="1565" y="351"/>
                      <a:pt x="1215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16"/>
              <p:cNvSpPr/>
              <p:nvPr/>
            </p:nvSpPr>
            <p:spPr>
              <a:xfrm rot="10800000">
                <a:off x="1726520" y="80823"/>
                <a:ext cx="236820" cy="236820"/>
              </a:xfrm>
              <a:custGeom>
                <a:rect b="b" l="l" r="r" t="t"/>
                <a:pathLst>
                  <a:path extrusionOk="0" h="4580" w="4580">
                    <a:moveTo>
                      <a:pt x="2291" y="154"/>
                    </a:moveTo>
                    <a:cubicBezTo>
                      <a:pt x="3468" y="154"/>
                      <a:pt x="4426" y="1113"/>
                      <a:pt x="4426" y="2290"/>
                    </a:cubicBezTo>
                    <a:cubicBezTo>
                      <a:pt x="4426" y="3468"/>
                      <a:pt x="3468" y="4427"/>
                      <a:pt x="2291" y="4427"/>
                    </a:cubicBezTo>
                    <a:cubicBezTo>
                      <a:pt x="1113" y="4427"/>
                      <a:pt x="155" y="3468"/>
                      <a:pt x="155" y="2290"/>
                    </a:cubicBezTo>
                    <a:cubicBezTo>
                      <a:pt x="155" y="1113"/>
                      <a:pt x="1113" y="154"/>
                      <a:pt x="2291" y="154"/>
                    </a:cubicBezTo>
                    <a:close/>
                    <a:moveTo>
                      <a:pt x="2291" y="1"/>
                    </a:moveTo>
                    <a:cubicBezTo>
                      <a:pt x="1028" y="1"/>
                      <a:pt x="1" y="1028"/>
                      <a:pt x="1" y="2290"/>
                    </a:cubicBezTo>
                    <a:cubicBezTo>
                      <a:pt x="1" y="3553"/>
                      <a:pt x="1028" y="4579"/>
                      <a:pt x="2291" y="4579"/>
                    </a:cubicBezTo>
                    <a:cubicBezTo>
                      <a:pt x="3553" y="4579"/>
                      <a:pt x="4579" y="3553"/>
                      <a:pt x="4579" y="2290"/>
                    </a:cubicBezTo>
                    <a:cubicBezTo>
                      <a:pt x="4579" y="1028"/>
                      <a:pt x="3553" y="1"/>
                      <a:pt x="22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16"/>
              <p:cNvSpPr/>
              <p:nvPr/>
            </p:nvSpPr>
            <p:spPr>
              <a:xfrm rot="10800000">
                <a:off x="356321" y="1120020"/>
                <a:ext cx="80974" cy="81026"/>
              </a:xfrm>
              <a:custGeom>
                <a:rect b="b" l="l" r="r" t="t"/>
                <a:pathLst>
                  <a:path extrusionOk="0" h="1567" w="1566">
                    <a:moveTo>
                      <a:pt x="783" y="1"/>
                    </a:moveTo>
                    <a:cubicBezTo>
                      <a:pt x="351" y="1"/>
                      <a:pt x="1" y="351"/>
                      <a:pt x="1" y="783"/>
                    </a:cubicBezTo>
                    <a:cubicBezTo>
                      <a:pt x="1" y="1216"/>
                      <a:pt x="351" y="1566"/>
                      <a:pt x="783" y="1566"/>
                    </a:cubicBezTo>
                    <a:cubicBezTo>
                      <a:pt x="1216" y="1566"/>
                      <a:pt x="1566" y="1216"/>
                      <a:pt x="1566" y="783"/>
                    </a:cubicBezTo>
                    <a:cubicBezTo>
                      <a:pt x="1566" y="351"/>
                      <a:pt x="1216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16"/>
              <p:cNvSpPr/>
              <p:nvPr/>
            </p:nvSpPr>
            <p:spPr>
              <a:xfrm rot="10800000">
                <a:off x="278349" y="1042151"/>
                <a:ext cx="236820" cy="236820"/>
              </a:xfrm>
              <a:custGeom>
                <a:rect b="b" l="l" r="r" t="t"/>
                <a:pathLst>
                  <a:path extrusionOk="0" h="4580" w="4580">
                    <a:moveTo>
                      <a:pt x="2289" y="154"/>
                    </a:moveTo>
                    <a:cubicBezTo>
                      <a:pt x="3467" y="154"/>
                      <a:pt x="4426" y="1113"/>
                      <a:pt x="4426" y="2290"/>
                    </a:cubicBezTo>
                    <a:cubicBezTo>
                      <a:pt x="4426" y="3468"/>
                      <a:pt x="3467" y="4426"/>
                      <a:pt x="2289" y="4426"/>
                    </a:cubicBezTo>
                    <a:cubicBezTo>
                      <a:pt x="1112" y="4426"/>
                      <a:pt x="154" y="3468"/>
                      <a:pt x="154" y="2290"/>
                    </a:cubicBezTo>
                    <a:cubicBezTo>
                      <a:pt x="154" y="1113"/>
                      <a:pt x="1112" y="154"/>
                      <a:pt x="2289" y="154"/>
                    </a:cubicBezTo>
                    <a:close/>
                    <a:moveTo>
                      <a:pt x="2289" y="1"/>
                    </a:moveTo>
                    <a:cubicBezTo>
                      <a:pt x="1028" y="1"/>
                      <a:pt x="1" y="1028"/>
                      <a:pt x="1" y="2290"/>
                    </a:cubicBezTo>
                    <a:cubicBezTo>
                      <a:pt x="1" y="3552"/>
                      <a:pt x="1028" y="4579"/>
                      <a:pt x="2289" y="4579"/>
                    </a:cubicBezTo>
                    <a:cubicBezTo>
                      <a:pt x="3552" y="4579"/>
                      <a:pt x="4579" y="3553"/>
                      <a:pt x="4579" y="2290"/>
                    </a:cubicBezTo>
                    <a:cubicBezTo>
                      <a:pt x="4579" y="1028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16"/>
              <p:cNvSpPr/>
              <p:nvPr/>
            </p:nvSpPr>
            <p:spPr>
              <a:xfrm rot="10800000">
                <a:off x="2512446" y="358912"/>
                <a:ext cx="128028" cy="127976"/>
              </a:xfrm>
              <a:custGeom>
                <a:rect b="b" l="l" r="r" t="t"/>
                <a:pathLst>
                  <a:path extrusionOk="0" h="2475" w="2476">
                    <a:moveTo>
                      <a:pt x="1237" y="0"/>
                    </a:moveTo>
                    <a:cubicBezTo>
                      <a:pt x="555" y="0"/>
                      <a:pt x="1" y="555"/>
                      <a:pt x="1" y="1238"/>
                    </a:cubicBezTo>
                    <a:cubicBezTo>
                      <a:pt x="1" y="1921"/>
                      <a:pt x="555" y="2474"/>
                      <a:pt x="1237" y="2474"/>
                    </a:cubicBezTo>
                    <a:cubicBezTo>
                      <a:pt x="1921" y="2474"/>
                      <a:pt x="2475" y="1921"/>
                      <a:pt x="2475" y="1238"/>
                    </a:cubicBezTo>
                    <a:cubicBezTo>
                      <a:pt x="2475" y="555"/>
                      <a:pt x="1921" y="0"/>
                      <a:pt x="12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16"/>
              <p:cNvSpPr/>
              <p:nvPr/>
            </p:nvSpPr>
            <p:spPr>
              <a:xfrm rot="10800000">
                <a:off x="2549519" y="395881"/>
                <a:ext cx="53879" cy="53983"/>
              </a:xfrm>
              <a:custGeom>
                <a:rect b="b" l="l" r="r" t="t"/>
                <a:pathLst>
                  <a:path extrusionOk="0" h="1044" w="1042">
                    <a:moveTo>
                      <a:pt x="522" y="1"/>
                    </a:moveTo>
                    <a:cubicBezTo>
                      <a:pt x="233" y="1"/>
                      <a:pt x="0" y="235"/>
                      <a:pt x="0" y="522"/>
                    </a:cubicBezTo>
                    <a:cubicBezTo>
                      <a:pt x="0" y="809"/>
                      <a:pt x="233" y="1043"/>
                      <a:pt x="522" y="1043"/>
                    </a:cubicBezTo>
                    <a:cubicBezTo>
                      <a:pt x="809" y="1043"/>
                      <a:pt x="1042" y="809"/>
                      <a:pt x="1042" y="522"/>
                    </a:cubicBezTo>
                    <a:cubicBezTo>
                      <a:pt x="1042" y="233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16"/>
              <p:cNvSpPr/>
              <p:nvPr/>
            </p:nvSpPr>
            <p:spPr>
              <a:xfrm rot="5400000">
                <a:off x="3836125" y="281490"/>
                <a:ext cx="93940" cy="94000"/>
              </a:xfrm>
              <a:custGeom>
                <a:rect b="b" l="l" r="r" t="t"/>
                <a:pathLst>
                  <a:path extrusionOk="0" h="1567" w="1566">
                    <a:moveTo>
                      <a:pt x="783" y="1"/>
                    </a:moveTo>
                    <a:cubicBezTo>
                      <a:pt x="350" y="1"/>
                      <a:pt x="0" y="352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6" y="1567"/>
                      <a:pt x="1565" y="1216"/>
                      <a:pt x="1565" y="784"/>
                    </a:cubicBezTo>
                    <a:cubicBezTo>
                      <a:pt x="1565" y="352"/>
                      <a:pt x="1216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16"/>
              <p:cNvSpPr/>
              <p:nvPr/>
            </p:nvSpPr>
            <p:spPr>
              <a:xfrm rot="5400000">
                <a:off x="3745723" y="191150"/>
                <a:ext cx="274683" cy="274743"/>
              </a:xfrm>
              <a:custGeom>
                <a:rect b="b" l="l" r="r" t="t"/>
                <a:pathLst>
                  <a:path extrusionOk="0" h="4580" w="4579">
                    <a:moveTo>
                      <a:pt x="2289" y="154"/>
                    </a:moveTo>
                    <a:cubicBezTo>
                      <a:pt x="3466" y="154"/>
                      <a:pt x="4425" y="1112"/>
                      <a:pt x="4425" y="2290"/>
                    </a:cubicBezTo>
                    <a:cubicBezTo>
                      <a:pt x="4425" y="3468"/>
                      <a:pt x="3466" y="4425"/>
                      <a:pt x="2289" y="4425"/>
                    </a:cubicBezTo>
                    <a:cubicBezTo>
                      <a:pt x="1111" y="4425"/>
                      <a:pt x="154" y="3468"/>
                      <a:pt x="154" y="2290"/>
                    </a:cubicBezTo>
                    <a:cubicBezTo>
                      <a:pt x="154" y="1113"/>
                      <a:pt x="1111" y="154"/>
                      <a:pt x="2289" y="154"/>
                    </a:cubicBezTo>
                    <a:close/>
                    <a:moveTo>
                      <a:pt x="2289" y="0"/>
                    </a:moveTo>
                    <a:cubicBezTo>
                      <a:pt x="1026" y="0"/>
                      <a:pt x="0" y="1028"/>
                      <a:pt x="0" y="2290"/>
                    </a:cubicBezTo>
                    <a:cubicBezTo>
                      <a:pt x="0" y="3552"/>
                      <a:pt x="1026" y="4579"/>
                      <a:pt x="2289" y="4579"/>
                    </a:cubicBezTo>
                    <a:cubicBezTo>
                      <a:pt x="3551" y="4579"/>
                      <a:pt x="4579" y="3552"/>
                      <a:pt x="4579" y="2290"/>
                    </a:cubicBezTo>
                    <a:cubicBezTo>
                      <a:pt x="4579" y="1028"/>
                      <a:pt x="3551" y="0"/>
                      <a:pt x="22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43" name="Google Shape;843;p16"/>
          <p:cNvGrpSpPr/>
          <p:nvPr/>
        </p:nvGrpSpPr>
        <p:grpSpPr>
          <a:xfrm>
            <a:off x="114928" y="151865"/>
            <a:ext cx="4567085" cy="4883725"/>
            <a:chOff x="114928" y="151865"/>
            <a:chExt cx="4567085" cy="4883725"/>
          </a:xfrm>
        </p:grpSpPr>
        <p:grpSp>
          <p:nvGrpSpPr>
            <p:cNvPr id="844" name="Google Shape;844;p16"/>
            <p:cNvGrpSpPr/>
            <p:nvPr/>
          </p:nvGrpSpPr>
          <p:grpSpPr>
            <a:xfrm>
              <a:off x="114928" y="151865"/>
              <a:ext cx="322367" cy="2107361"/>
              <a:chOff x="114928" y="151865"/>
              <a:chExt cx="322367" cy="2107361"/>
            </a:xfrm>
          </p:grpSpPr>
          <p:sp>
            <p:nvSpPr>
              <p:cNvPr id="845" name="Google Shape;845;p16"/>
              <p:cNvSpPr/>
              <p:nvPr/>
            </p:nvSpPr>
            <p:spPr>
              <a:xfrm rot="10800000">
                <a:off x="203674" y="151865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1"/>
                      <a:pt x="243" y="1084"/>
                      <a:pt x="542" y="1084"/>
                    </a:cubicBezTo>
                    <a:cubicBezTo>
                      <a:pt x="841" y="1084"/>
                      <a:pt x="1085" y="841"/>
                      <a:pt x="1085" y="542"/>
                    </a:cubicBezTo>
                    <a:cubicBezTo>
                      <a:pt x="1085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16"/>
              <p:cNvSpPr/>
              <p:nvPr/>
            </p:nvSpPr>
            <p:spPr>
              <a:xfrm rot="10800000">
                <a:off x="291218" y="239409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3" y="1085"/>
                      <a:pt x="1085" y="842"/>
                      <a:pt x="1085" y="542"/>
                    </a:cubicBezTo>
                    <a:cubicBezTo>
                      <a:pt x="1085" y="243"/>
                      <a:pt x="843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16"/>
              <p:cNvSpPr/>
              <p:nvPr/>
            </p:nvSpPr>
            <p:spPr>
              <a:xfrm rot="10800000">
                <a:off x="381192" y="329383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2" y="1084"/>
                      <a:pt x="1085" y="842"/>
                      <a:pt x="1085" y="542"/>
                    </a:cubicBezTo>
                    <a:cubicBezTo>
                      <a:pt x="1085" y="243"/>
                      <a:pt x="842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16"/>
              <p:cNvSpPr/>
              <p:nvPr/>
            </p:nvSpPr>
            <p:spPr>
              <a:xfrm rot="10800000">
                <a:off x="114928" y="2025605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16"/>
              <p:cNvSpPr/>
              <p:nvPr/>
            </p:nvSpPr>
            <p:spPr>
              <a:xfrm rot="10800000">
                <a:off x="202420" y="2113149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16"/>
              <p:cNvSpPr/>
              <p:nvPr/>
            </p:nvSpPr>
            <p:spPr>
              <a:xfrm rot="10800000">
                <a:off x="292395" y="2203123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1" name="Google Shape;851;p16"/>
            <p:cNvGrpSpPr/>
            <p:nvPr/>
          </p:nvGrpSpPr>
          <p:grpSpPr>
            <a:xfrm>
              <a:off x="4435950" y="4789529"/>
              <a:ext cx="246063" cy="246061"/>
              <a:chOff x="4435950" y="4789529"/>
              <a:chExt cx="246063" cy="246061"/>
            </a:xfrm>
          </p:grpSpPr>
          <p:sp>
            <p:nvSpPr>
              <p:cNvPr id="852" name="Google Shape;852;p16"/>
              <p:cNvSpPr/>
              <p:nvPr/>
            </p:nvSpPr>
            <p:spPr>
              <a:xfrm flipH="1" rot="-5400000">
                <a:off x="4622921" y="4789529"/>
                <a:ext cx="59092" cy="59092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1"/>
                      <a:pt x="244" y="1085"/>
                      <a:pt x="543" y="1085"/>
                    </a:cubicBezTo>
                    <a:cubicBezTo>
                      <a:pt x="842" y="1085"/>
                      <a:pt x="1084" y="841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16"/>
              <p:cNvSpPr/>
              <p:nvPr/>
            </p:nvSpPr>
            <p:spPr>
              <a:xfrm flipH="1" rot="-5400000">
                <a:off x="4530770" y="4881679"/>
                <a:ext cx="59092" cy="59092"/>
              </a:xfrm>
              <a:custGeom>
                <a:rect b="b" l="l" r="r" t="t"/>
                <a:pathLst>
                  <a:path extrusionOk="0" h="1085" w="1085">
                    <a:moveTo>
                      <a:pt x="544" y="0"/>
                    </a:moveTo>
                    <a:cubicBezTo>
                      <a:pt x="243" y="0"/>
                      <a:pt x="1" y="242"/>
                      <a:pt x="1" y="541"/>
                    </a:cubicBezTo>
                    <a:cubicBezTo>
                      <a:pt x="1" y="841"/>
                      <a:pt x="243" y="1084"/>
                      <a:pt x="544" y="1084"/>
                    </a:cubicBezTo>
                    <a:cubicBezTo>
                      <a:pt x="843" y="1084"/>
                      <a:pt x="1085" y="841"/>
                      <a:pt x="1085" y="541"/>
                    </a:cubicBezTo>
                    <a:cubicBezTo>
                      <a:pt x="1085" y="242"/>
                      <a:pt x="843" y="0"/>
                      <a:pt x="5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16"/>
              <p:cNvSpPr/>
              <p:nvPr/>
            </p:nvSpPr>
            <p:spPr>
              <a:xfrm flipH="1" rot="-5400000">
                <a:off x="4435950" y="4976498"/>
                <a:ext cx="59092" cy="59092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2" y="1"/>
                      <a:pt x="0" y="243"/>
                      <a:pt x="0" y="542"/>
                    </a:cubicBezTo>
                    <a:cubicBezTo>
                      <a:pt x="0" y="843"/>
                      <a:pt x="242" y="1085"/>
                      <a:pt x="542" y="1085"/>
                    </a:cubicBezTo>
                    <a:cubicBezTo>
                      <a:pt x="842" y="1085"/>
                      <a:pt x="1084" y="843"/>
                      <a:pt x="1084" y="542"/>
                    </a:cubicBezTo>
                    <a:cubicBezTo>
                      <a:pt x="1084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55" name="Google Shape;85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" name="Google Shape;857;p17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859" name="Google Shape;859;p17"/>
          <p:cNvGrpSpPr/>
          <p:nvPr/>
        </p:nvGrpSpPr>
        <p:grpSpPr>
          <a:xfrm>
            <a:off x="35070" y="539500"/>
            <a:ext cx="8900255" cy="4550564"/>
            <a:chOff x="35070" y="539500"/>
            <a:chExt cx="8900255" cy="4550564"/>
          </a:xfrm>
        </p:grpSpPr>
        <p:grpSp>
          <p:nvGrpSpPr>
            <p:cNvPr id="860" name="Google Shape;860;p17"/>
            <p:cNvGrpSpPr/>
            <p:nvPr/>
          </p:nvGrpSpPr>
          <p:grpSpPr>
            <a:xfrm flipH="1" rot="-5400000">
              <a:off x="-1177155" y="3036492"/>
              <a:ext cx="3265798" cy="841348"/>
              <a:chOff x="5771102" y="4297691"/>
              <a:chExt cx="3265798" cy="841348"/>
            </a:xfrm>
          </p:grpSpPr>
          <p:sp>
            <p:nvSpPr>
              <p:cNvPr id="861" name="Google Shape;861;p17"/>
              <p:cNvSpPr/>
              <p:nvPr/>
            </p:nvSpPr>
            <p:spPr>
              <a:xfrm flipH="1">
                <a:off x="6083879" y="4604000"/>
                <a:ext cx="2358631" cy="394498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17"/>
              <p:cNvSpPr/>
              <p:nvPr/>
            </p:nvSpPr>
            <p:spPr>
              <a:xfrm>
                <a:off x="8424000" y="4297691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17"/>
              <p:cNvSpPr/>
              <p:nvPr/>
            </p:nvSpPr>
            <p:spPr>
              <a:xfrm>
                <a:off x="5771102" y="481263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4" name="Google Shape;864;p17"/>
            <p:cNvGrpSpPr/>
            <p:nvPr/>
          </p:nvGrpSpPr>
          <p:grpSpPr>
            <a:xfrm flipH="1" rot="-5400000">
              <a:off x="7963500" y="1006775"/>
              <a:ext cx="1439100" cy="504550"/>
              <a:chOff x="2539675" y="122850"/>
              <a:chExt cx="1439100" cy="504550"/>
            </a:xfrm>
          </p:grpSpPr>
          <p:sp>
            <p:nvSpPr>
              <p:cNvPr id="865" name="Google Shape;865;p17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17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7" name="Google Shape;867;p17"/>
            <p:cNvGrpSpPr/>
            <p:nvPr/>
          </p:nvGrpSpPr>
          <p:grpSpPr>
            <a:xfrm flipH="1" rot="5400000">
              <a:off x="7894175" y="3796200"/>
              <a:ext cx="1344400" cy="271200"/>
              <a:chOff x="3686625" y="4603950"/>
              <a:chExt cx="1344400" cy="271200"/>
            </a:xfrm>
          </p:grpSpPr>
          <p:sp>
            <p:nvSpPr>
              <p:cNvPr id="868" name="Google Shape;868;p17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17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17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7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7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73" name="Google Shape;873;p17"/>
          <p:cNvGrpSpPr/>
          <p:nvPr/>
        </p:nvGrpSpPr>
        <p:grpSpPr>
          <a:xfrm flipH="1">
            <a:off x="161171" y="3196400"/>
            <a:ext cx="8869668" cy="2034610"/>
            <a:chOff x="161171" y="3196400"/>
            <a:chExt cx="8869668" cy="2034610"/>
          </a:xfrm>
        </p:grpSpPr>
        <p:grpSp>
          <p:nvGrpSpPr>
            <p:cNvPr id="874" name="Google Shape;874;p17"/>
            <p:cNvGrpSpPr/>
            <p:nvPr/>
          </p:nvGrpSpPr>
          <p:grpSpPr>
            <a:xfrm>
              <a:off x="8327900" y="3196400"/>
              <a:ext cx="702940" cy="1989524"/>
              <a:chOff x="8327900" y="3196400"/>
              <a:chExt cx="702940" cy="1989524"/>
            </a:xfrm>
          </p:grpSpPr>
          <p:grpSp>
            <p:nvGrpSpPr>
              <p:cNvPr id="875" name="Google Shape;875;p17"/>
              <p:cNvGrpSpPr/>
              <p:nvPr/>
            </p:nvGrpSpPr>
            <p:grpSpPr>
              <a:xfrm>
                <a:off x="8327900" y="3288266"/>
                <a:ext cx="702940" cy="1897658"/>
                <a:chOff x="8327900" y="3288266"/>
                <a:chExt cx="702940" cy="1897658"/>
              </a:xfrm>
            </p:grpSpPr>
            <p:sp>
              <p:nvSpPr>
                <p:cNvPr id="876" name="Google Shape;876;p17"/>
                <p:cNvSpPr/>
                <p:nvPr/>
              </p:nvSpPr>
              <p:spPr>
                <a:xfrm rot="-5400000">
                  <a:off x="8271296" y="4882627"/>
                  <a:ext cx="322184" cy="208976"/>
                </a:xfrm>
                <a:custGeom>
                  <a:rect b="b" l="l" r="r" t="t"/>
                  <a:pathLst>
                    <a:path extrusionOk="0" h="3679" w="5672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8"/>
                        <a:pt x="69" y="308"/>
                        <a:pt x="154" y="308"/>
                      </a:cubicBezTo>
                      <a:lnTo>
                        <a:pt x="3462" y="308"/>
                      </a:lnTo>
                      <a:lnTo>
                        <a:pt x="5364" y="2210"/>
                      </a:lnTo>
                      <a:lnTo>
                        <a:pt x="5364" y="3524"/>
                      </a:lnTo>
                      <a:cubicBezTo>
                        <a:pt x="5364" y="3610"/>
                        <a:pt x="5432" y="3678"/>
                        <a:pt x="5518" y="3678"/>
                      </a:cubicBezTo>
                      <a:cubicBezTo>
                        <a:pt x="5603" y="3678"/>
                        <a:pt x="5671" y="3610"/>
                        <a:pt x="5671" y="3524"/>
                      </a:cubicBezTo>
                      <a:lnTo>
                        <a:pt x="5671" y="2146"/>
                      </a:lnTo>
                      <a:cubicBezTo>
                        <a:pt x="5671" y="2105"/>
                        <a:pt x="5655" y="2066"/>
                        <a:pt x="5626" y="2037"/>
                      </a:cubicBezTo>
                      <a:lnTo>
                        <a:pt x="3634" y="45"/>
                      </a:lnTo>
                      <a:cubicBezTo>
                        <a:pt x="3605" y="16"/>
                        <a:pt x="3566" y="0"/>
                        <a:pt x="352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7" name="Google Shape;877;p17"/>
                <p:cNvSpPr/>
                <p:nvPr/>
              </p:nvSpPr>
              <p:spPr>
                <a:xfrm rot="-5400000">
                  <a:off x="8010690" y="4376573"/>
                  <a:ext cx="1301459" cy="243512"/>
                </a:xfrm>
                <a:custGeom>
                  <a:rect b="b" l="l" r="r" t="t"/>
                  <a:pathLst>
                    <a:path extrusionOk="0" h="4287" w="22912">
                      <a:moveTo>
                        <a:pt x="169" y="1"/>
                      </a:moveTo>
                      <a:cubicBezTo>
                        <a:pt x="129" y="1"/>
                        <a:pt x="90" y="16"/>
                        <a:pt x="60" y="46"/>
                      </a:cubicBezTo>
                      <a:cubicBezTo>
                        <a:pt x="0" y="105"/>
                        <a:pt x="0" y="203"/>
                        <a:pt x="60" y="263"/>
                      </a:cubicBezTo>
                      <a:lnTo>
                        <a:pt x="1720" y="1923"/>
                      </a:lnTo>
                      <a:cubicBezTo>
                        <a:pt x="1748" y="1952"/>
                        <a:pt x="1789" y="1968"/>
                        <a:pt x="1829" y="1968"/>
                      </a:cubicBezTo>
                      <a:lnTo>
                        <a:pt x="7052" y="1968"/>
                      </a:lnTo>
                      <a:lnTo>
                        <a:pt x="8195" y="3110"/>
                      </a:lnTo>
                      <a:cubicBezTo>
                        <a:pt x="8223" y="3140"/>
                        <a:pt x="8262" y="3156"/>
                        <a:pt x="8304" y="3156"/>
                      </a:cubicBezTo>
                      <a:lnTo>
                        <a:pt x="15072" y="3156"/>
                      </a:lnTo>
                      <a:lnTo>
                        <a:pt x="16157" y="4240"/>
                      </a:lnTo>
                      <a:cubicBezTo>
                        <a:pt x="16185" y="4270"/>
                        <a:pt x="16224" y="4286"/>
                        <a:pt x="16266" y="4286"/>
                      </a:cubicBezTo>
                      <a:lnTo>
                        <a:pt x="20601" y="4286"/>
                      </a:lnTo>
                      <a:lnTo>
                        <a:pt x="20601" y="4285"/>
                      </a:lnTo>
                      <a:cubicBezTo>
                        <a:pt x="20642" y="4285"/>
                        <a:pt x="20681" y="4270"/>
                        <a:pt x="20709" y="4240"/>
                      </a:cubicBezTo>
                      <a:lnTo>
                        <a:pt x="22852" y="2098"/>
                      </a:lnTo>
                      <a:cubicBezTo>
                        <a:pt x="22912" y="2038"/>
                        <a:pt x="22912" y="1941"/>
                        <a:pt x="22852" y="1881"/>
                      </a:cubicBezTo>
                      <a:cubicBezTo>
                        <a:pt x="22821" y="1851"/>
                        <a:pt x="22782" y="1836"/>
                        <a:pt x="22743" y="1836"/>
                      </a:cubicBezTo>
                      <a:cubicBezTo>
                        <a:pt x="22703" y="1836"/>
                        <a:pt x="22664" y="1851"/>
                        <a:pt x="22634" y="1881"/>
                      </a:cubicBezTo>
                      <a:lnTo>
                        <a:pt x="20537" y="3978"/>
                      </a:lnTo>
                      <a:lnTo>
                        <a:pt x="16328" y="3978"/>
                      </a:lnTo>
                      <a:lnTo>
                        <a:pt x="15244" y="2894"/>
                      </a:lnTo>
                      <a:cubicBezTo>
                        <a:pt x="15215" y="2864"/>
                        <a:pt x="15176" y="2848"/>
                        <a:pt x="15135" y="2848"/>
                      </a:cubicBezTo>
                      <a:lnTo>
                        <a:pt x="8366" y="2848"/>
                      </a:lnTo>
                      <a:lnTo>
                        <a:pt x="7224" y="1706"/>
                      </a:lnTo>
                      <a:cubicBezTo>
                        <a:pt x="7195" y="1677"/>
                        <a:pt x="7156" y="1661"/>
                        <a:pt x="7116" y="1661"/>
                      </a:cubicBezTo>
                      <a:lnTo>
                        <a:pt x="1893" y="1661"/>
                      </a:lnTo>
                      <a:lnTo>
                        <a:pt x="278" y="46"/>
                      </a:lnTo>
                      <a:cubicBezTo>
                        <a:pt x="248" y="16"/>
                        <a:pt x="208" y="1"/>
                        <a:pt x="16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8" name="Google Shape;878;p17"/>
                <p:cNvSpPr/>
                <p:nvPr/>
              </p:nvSpPr>
              <p:spPr>
                <a:xfrm rot="-5400000">
                  <a:off x="8011093" y="4166177"/>
                  <a:ext cx="1897658" cy="141836"/>
                </a:xfrm>
                <a:custGeom>
                  <a:rect b="b" l="l" r="r" t="t"/>
                  <a:pathLst>
                    <a:path extrusionOk="0" h="2497" w="33408">
                      <a:moveTo>
                        <a:pt x="29290" y="1"/>
                      </a:moveTo>
                      <a:cubicBezTo>
                        <a:pt x="29248" y="1"/>
                        <a:pt x="29209" y="16"/>
                        <a:pt x="29181" y="46"/>
                      </a:cubicBezTo>
                      <a:lnTo>
                        <a:pt x="27265" y="1961"/>
                      </a:lnTo>
                      <a:lnTo>
                        <a:pt x="18260" y="1961"/>
                      </a:lnTo>
                      <a:lnTo>
                        <a:pt x="16612" y="314"/>
                      </a:lnTo>
                      <a:cubicBezTo>
                        <a:pt x="16584" y="284"/>
                        <a:pt x="16545" y="269"/>
                        <a:pt x="16503" y="269"/>
                      </a:cubicBezTo>
                      <a:lnTo>
                        <a:pt x="10403" y="269"/>
                      </a:lnTo>
                      <a:cubicBezTo>
                        <a:pt x="10362" y="269"/>
                        <a:pt x="10323" y="284"/>
                        <a:pt x="10294" y="314"/>
                      </a:cubicBezTo>
                      <a:lnTo>
                        <a:pt x="8418" y="2189"/>
                      </a:lnTo>
                      <a:lnTo>
                        <a:pt x="4597" y="2189"/>
                      </a:lnTo>
                      <a:lnTo>
                        <a:pt x="3608" y="1201"/>
                      </a:lnTo>
                      <a:cubicBezTo>
                        <a:pt x="3580" y="1171"/>
                        <a:pt x="3541" y="1154"/>
                        <a:pt x="3499" y="1154"/>
                      </a:cubicBezTo>
                      <a:lnTo>
                        <a:pt x="154" y="1154"/>
                      </a:lnTo>
                      <a:cubicBezTo>
                        <a:pt x="69" y="1154"/>
                        <a:pt x="0" y="1224"/>
                        <a:pt x="0" y="1308"/>
                      </a:cubicBezTo>
                      <a:cubicBezTo>
                        <a:pt x="0" y="1393"/>
                        <a:pt x="69" y="1462"/>
                        <a:pt x="154" y="1462"/>
                      </a:cubicBezTo>
                      <a:lnTo>
                        <a:pt x="3435" y="1462"/>
                      </a:lnTo>
                      <a:lnTo>
                        <a:pt x="4425" y="2451"/>
                      </a:lnTo>
                      <a:cubicBezTo>
                        <a:pt x="4454" y="2481"/>
                        <a:pt x="4493" y="2496"/>
                        <a:pt x="4534" y="2496"/>
                      </a:cubicBezTo>
                      <a:lnTo>
                        <a:pt x="8482" y="2496"/>
                      </a:lnTo>
                      <a:cubicBezTo>
                        <a:pt x="8522" y="2496"/>
                        <a:pt x="8561" y="2481"/>
                        <a:pt x="8591" y="2451"/>
                      </a:cubicBezTo>
                      <a:lnTo>
                        <a:pt x="10466" y="576"/>
                      </a:lnTo>
                      <a:lnTo>
                        <a:pt x="16441" y="576"/>
                      </a:lnTo>
                      <a:lnTo>
                        <a:pt x="18087" y="2223"/>
                      </a:lnTo>
                      <a:cubicBezTo>
                        <a:pt x="18116" y="2253"/>
                        <a:pt x="18156" y="2268"/>
                        <a:pt x="18196" y="2268"/>
                      </a:cubicBezTo>
                      <a:lnTo>
                        <a:pt x="27328" y="2268"/>
                      </a:lnTo>
                      <a:cubicBezTo>
                        <a:pt x="27369" y="2268"/>
                        <a:pt x="27408" y="2253"/>
                        <a:pt x="27437" y="2223"/>
                      </a:cubicBezTo>
                      <a:lnTo>
                        <a:pt x="29352" y="308"/>
                      </a:lnTo>
                      <a:lnTo>
                        <a:pt x="33254" y="308"/>
                      </a:lnTo>
                      <a:cubicBezTo>
                        <a:pt x="33339" y="308"/>
                        <a:pt x="33407" y="238"/>
                        <a:pt x="33407" y="154"/>
                      </a:cubicBezTo>
                      <a:cubicBezTo>
                        <a:pt x="33407" y="69"/>
                        <a:pt x="33339" y="1"/>
                        <a:pt x="3325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79" name="Google Shape;879;p17"/>
              <p:cNvGrpSpPr/>
              <p:nvPr/>
            </p:nvGrpSpPr>
            <p:grpSpPr>
              <a:xfrm>
                <a:off x="8457809" y="3196400"/>
                <a:ext cx="512592" cy="1708747"/>
                <a:chOff x="8457809" y="3196400"/>
                <a:chExt cx="512592" cy="1708747"/>
              </a:xfrm>
            </p:grpSpPr>
            <p:sp>
              <p:nvSpPr>
                <p:cNvPr id="880" name="Google Shape;880;p17"/>
                <p:cNvSpPr/>
                <p:nvPr/>
              </p:nvSpPr>
              <p:spPr>
                <a:xfrm rot="-5400000">
                  <a:off x="8829701" y="3196400"/>
                  <a:ext cx="140700" cy="140700"/>
                </a:xfrm>
                <a:custGeom>
                  <a:rect b="b" l="l" r="r" t="t"/>
                  <a:pathLst>
                    <a:path extrusionOk="0" h="2477" w="2477">
                      <a:moveTo>
                        <a:pt x="1239" y="1"/>
                      </a:moveTo>
                      <a:cubicBezTo>
                        <a:pt x="555" y="1"/>
                        <a:pt x="1" y="555"/>
                        <a:pt x="1" y="1238"/>
                      </a:cubicBezTo>
                      <a:cubicBezTo>
                        <a:pt x="1" y="1922"/>
                        <a:pt x="555" y="2476"/>
                        <a:pt x="1239" y="2476"/>
                      </a:cubicBezTo>
                      <a:cubicBezTo>
                        <a:pt x="1922" y="2476"/>
                        <a:pt x="2476" y="1922"/>
                        <a:pt x="2476" y="1238"/>
                      </a:cubicBezTo>
                      <a:cubicBezTo>
                        <a:pt x="2476" y="555"/>
                        <a:pt x="1922" y="1"/>
                        <a:pt x="12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1" name="Google Shape;881;p17"/>
                <p:cNvSpPr/>
                <p:nvPr/>
              </p:nvSpPr>
              <p:spPr>
                <a:xfrm rot="-5400000">
                  <a:off x="8538612" y="3740090"/>
                  <a:ext cx="140586" cy="140643"/>
                </a:xfrm>
                <a:custGeom>
                  <a:rect b="b" l="l" r="r" t="t"/>
                  <a:pathLst>
                    <a:path extrusionOk="0" h="2476" w="2475">
                      <a:moveTo>
                        <a:pt x="1238" y="1"/>
                      </a:moveTo>
                      <a:cubicBezTo>
                        <a:pt x="554" y="1"/>
                        <a:pt x="0" y="554"/>
                        <a:pt x="0" y="1238"/>
                      </a:cubicBezTo>
                      <a:cubicBezTo>
                        <a:pt x="0" y="1921"/>
                        <a:pt x="554" y="2475"/>
                        <a:pt x="1238" y="2475"/>
                      </a:cubicBezTo>
                      <a:cubicBezTo>
                        <a:pt x="1921" y="2475"/>
                        <a:pt x="2474" y="1921"/>
                        <a:pt x="2474" y="1238"/>
                      </a:cubicBezTo>
                      <a:cubicBezTo>
                        <a:pt x="2474" y="554"/>
                        <a:pt x="1921" y="1"/>
                        <a:pt x="12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2" name="Google Shape;882;p17"/>
                <p:cNvSpPr/>
                <p:nvPr/>
              </p:nvSpPr>
              <p:spPr>
                <a:xfrm rot="-5400000">
                  <a:off x="8457809" y="4764504"/>
                  <a:ext cx="140643" cy="140643"/>
                </a:xfrm>
                <a:custGeom>
                  <a:rect b="b" l="l" r="r" t="t"/>
                  <a:pathLst>
                    <a:path extrusionOk="0" h="2476" w="2476">
                      <a:moveTo>
                        <a:pt x="1239" y="1"/>
                      </a:moveTo>
                      <a:cubicBezTo>
                        <a:pt x="555" y="1"/>
                        <a:pt x="1" y="554"/>
                        <a:pt x="1" y="1237"/>
                      </a:cubicBezTo>
                      <a:cubicBezTo>
                        <a:pt x="1" y="1921"/>
                        <a:pt x="555" y="2475"/>
                        <a:pt x="1239" y="2475"/>
                      </a:cubicBezTo>
                      <a:cubicBezTo>
                        <a:pt x="1922" y="2475"/>
                        <a:pt x="2475" y="1921"/>
                        <a:pt x="2475" y="1237"/>
                      </a:cubicBezTo>
                      <a:cubicBezTo>
                        <a:pt x="2475" y="554"/>
                        <a:pt x="1922" y="1"/>
                        <a:pt x="12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3" name="Google Shape;883;p17"/>
              <p:cNvGrpSpPr/>
              <p:nvPr/>
            </p:nvGrpSpPr>
            <p:grpSpPr>
              <a:xfrm>
                <a:off x="8498480" y="3237070"/>
                <a:ext cx="431194" cy="1627349"/>
                <a:chOff x="8498480" y="3237070"/>
                <a:chExt cx="431194" cy="1627349"/>
              </a:xfrm>
            </p:grpSpPr>
            <p:sp>
              <p:nvSpPr>
                <p:cNvPr id="884" name="Google Shape;884;p17"/>
                <p:cNvSpPr/>
                <p:nvPr/>
              </p:nvSpPr>
              <p:spPr>
                <a:xfrm rot="-5400000">
                  <a:off x="8870401" y="3237099"/>
                  <a:ext cx="59302" cy="59245"/>
                </a:xfrm>
                <a:custGeom>
                  <a:rect b="b" l="l" r="r" t="t"/>
                  <a:pathLst>
                    <a:path extrusionOk="0" h="1043" w="1044">
                      <a:moveTo>
                        <a:pt x="522" y="0"/>
                      </a:moveTo>
                      <a:cubicBezTo>
                        <a:pt x="234" y="0"/>
                        <a:pt x="0" y="234"/>
                        <a:pt x="0" y="521"/>
                      </a:cubicBezTo>
                      <a:cubicBezTo>
                        <a:pt x="0" y="809"/>
                        <a:pt x="234" y="1043"/>
                        <a:pt x="522" y="1043"/>
                      </a:cubicBezTo>
                      <a:cubicBezTo>
                        <a:pt x="810" y="1043"/>
                        <a:pt x="1043" y="809"/>
                        <a:pt x="1043" y="521"/>
                      </a:cubicBezTo>
                      <a:cubicBezTo>
                        <a:pt x="1043" y="234"/>
                        <a:pt x="810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5" name="Google Shape;885;p17"/>
                <p:cNvSpPr/>
                <p:nvPr/>
              </p:nvSpPr>
              <p:spPr>
                <a:xfrm rot="-5400000">
                  <a:off x="8579226" y="3780760"/>
                  <a:ext cx="59302" cy="59245"/>
                </a:xfrm>
                <a:custGeom>
                  <a:rect b="b" l="l" r="r" t="t"/>
                  <a:pathLst>
                    <a:path extrusionOk="0" h="1043" w="1044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2"/>
                      </a:cubicBezTo>
                      <a:cubicBezTo>
                        <a:pt x="0" y="810"/>
                        <a:pt x="233" y="1043"/>
                        <a:pt x="522" y="1043"/>
                      </a:cubicBezTo>
                      <a:cubicBezTo>
                        <a:pt x="809" y="1043"/>
                        <a:pt x="1043" y="810"/>
                        <a:pt x="1043" y="522"/>
                      </a:cubicBezTo>
                      <a:cubicBezTo>
                        <a:pt x="1043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6" name="Google Shape;886;p17"/>
                <p:cNvSpPr/>
                <p:nvPr/>
              </p:nvSpPr>
              <p:spPr>
                <a:xfrm rot="-5400000">
                  <a:off x="8729869" y="3938332"/>
                  <a:ext cx="89010" cy="89066"/>
                </a:xfrm>
                <a:custGeom>
                  <a:rect b="b" l="l" r="r" t="t"/>
                  <a:pathLst>
                    <a:path extrusionOk="0" h="1568" w="1567">
                      <a:moveTo>
                        <a:pt x="784" y="1"/>
                      </a:moveTo>
                      <a:cubicBezTo>
                        <a:pt x="351" y="1"/>
                        <a:pt x="0" y="352"/>
                        <a:pt x="0" y="785"/>
                      </a:cubicBezTo>
                      <a:cubicBezTo>
                        <a:pt x="0" y="1216"/>
                        <a:pt x="351" y="1567"/>
                        <a:pt x="784" y="1567"/>
                      </a:cubicBezTo>
                      <a:cubicBezTo>
                        <a:pt x="1215" y="1567"/>
                        <a:pt x="1567" y="1216"/>
                        <a:pt x="1567" y="785"/>
                      </a:cubicBezTo>
                      <a:cubicBezTo>
                        <a:pt x="1567" y="352"/>
                        <a:pt x="1215" y="1"/>
                        <a:pt x="7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7" name="Google Shape;887;p17"/>
                <p:cNvSpPr/>
                <p:nvPr/>
              </p:nvSpPr>
              <p:spPr>
                <a:xfrm rot="-5400000">
                  <a:off x="8644323" y="3852788"/>
                  <a:ext cx="260099" cy="260155"/>
                </a:xfrm>
                <a:custGeom>
                  <a:rect b="b" l="l" r="r" t="t"/>
                  <a:pathLst>
                    <a:path extrusionOk="0" h="4580" w="4579">
                      <a:moveTo>
                        <a:pt x="2290" y="154"/>
                      </a:moveTo>
                      <a:cubicBezTo>
                        <a:pt x="3467" y="154"/>
                        <a:pt x="4425" y="1112"/>
                        <a:pt x="4425" y="2291"/>
                      </a:cubicBezTo>
                      <a:cubicBezTo>
                        <a:pt x="4425" y="3468"/>
                        <a:pt x="3467" y="4426"/>
                        <a:pt x="2290" y="4426"/>
                      </a:cubicBezTo>
                      <a:cubicBezTo>
                        <a:pt x="1112" y="4426"/>
                        <a:pt x="154" y="3468"/>
                        <a:pt x="154" y="2291"/>
                      </a:cubicBezTo>
                      <a:cubicBezTo>
                        <a:pt x="154" y="1112"/>
                        <a:pt x="1112" y="154"/>
                        <a:pt x="2290" y="154"/>
                      </a:cubicBezTo>
                      <a:close/>
                      <a:moveTo>
                        <a:pt x="2290" y="1"/>
                      </a:moveTo>
                      <a:cubicBezTo>
                        <a:pt x="1027" y="1"/>
                        <a:pt x="0" y="1028"/>
                        <a:pt x="0" y="2291"/>
                      </a:cubicBezTo>
                      <a:cubicBezTo>
                        <a:pt x="0" y="3552"/>
                        <a:pt x="1027" y="4579"/>
                        <a:pt x="2290" y="4579"/>
                      </a:cubicBezTo>
                      <a:cubicBezTo>
                        <a:pt x="3552" y="4579"/>
                        <a:pt x="4579" y="3552"/>
                        <a:pt x="4579" y="2291"/>
                      </a:cubicBezTo>
                      <a:cubicBezTo>
                        <a:pt x="4579" y="1028"/>
                        <a:pt x="3551" y="1"/>
                        <a:pt x="229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8" name="Google Shape;888;p17"/>
                <p:cNvSpPr/>
                <p:nvPr/>
              </p:nvSpPr>
              <p:spPr>
                <a:xfrm rot="-5400000">
                  <a:off x="8498509" y="4805202"/>
                  <a:ext cx="59188" cy="59245"/>
                </a:xfrm>
                <a:custGeom>
                  <a:rect b="b" l="l" r="r" t="t"/>
                  <a:pathLst>
                    <a:path extrusionOk="0" h="1043" w="1042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10"/>
                        <a:pt x="233" y="1043"/>
                        <a:pt x="522" y="1043"/>
                      </a:cubicBezTo>
                      <a:cubicBezTo>
                        <a:pt x="809" y="1043"/>
                        <a:pt x="1042" y="810"/>
                        <a:pt x="1042" y="521"/>
                      </a:cubicBezTo>
                      <a:cubicBezTo>
                        <a:pt x="1042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889" name="Google Shape;889;p17"/>
            <p:cNvGrpSpPr/>
            <p:nvPr/>
          </p:nvGrpSpPr>
          <p:grpSpPr>
            <a:xfrm>
              <a:off x="161171" y="3966873"/>
              <a:ext cx="1126268" cy="1264137"/>
              <a:chOff x="161171" y="3966873"/>
              <a:chExt cx="1126268" cy="1264137"/>
            </a:xfrm>
          </p:grpSpPr>
          <p:grpSp>
            <p:nvGrpSpPr>
              <p:cNvPr id="890" name="Google Shape;890;p17"/>
              <p:cNvGrpSpPr/>
              <p:nvPr/>
            </p:nvGrpSpPr>
            <p:grpSpPr>
              <a:xfrm>
                <a:off x="161171" y="3966873"/>
                <a:ext cx="1126268" cy="1264137"/>
                <a:chOff x="161171" y="3966873"/>
                <a:chExt cx="1126268" cy="1264137"/>
              </a:xfrm>
            </p:grpSpPr>
            <p:sp>
              <p:nvSpPr>
                <p:cNvPr id="891" name="Google Shape;891;p17"/>
                <p:cNvSpPr/>
                <p:nvPr/>
              </p:nvSpPr>
              <p:spPr>
                <a:xfrm>
                  <a:off x="360912" y="3966873"/>
                  <a:ext cx="514717" cy="1258025"/>
                </a:xfrm>
                <a:custGeom>
                  <a:rect b="b" l="l" r="r" t="t"/>
                  <a:pathLst>
                    <a:path extrusionOk="0" h="22894" w="9367">
                      <a:moveTo>
                        <a:pt x="1897" y="1"/>
                      </a:moveTo>
                      <a:cubicBezTo>
                        <a:pt x="1214" y="1"/>
                        <a:pt x="661" y="555"/>
                        <a:pt x="661" y="1238"/>
                      </a:cubicBezTo>
                      <a:cubicBezTo>
                        <a:pt x="661" y="1847"/>
                        <a:pt x="1103" y="2352"/>
                        <a:pt x="1683" y="2454"/>
                      </a:cubicBezTo>
                      <a:lnTo>
                        <a:pt x="1683" y="8153"/>
                      </a:lnTo>
                      <a:lnTo>
                        <a:pt x="46" y="9790"/>
                      </a:lnTo>
                      <a:cubicBezTo>
                        <a:pt x="17" y="9819"/>
                        <a:pt x="1" y="9858"/>
                        <a:pt x="1" y="9899"/>
                      </a:cubicBezTo>
                      <a:lnTo>
                        <a:pt x="1" y="13697"/>
                      </a:lnTo>
                      <a:cubicBezTo>
                        <a:pt x="1" y="13738"/>
                        <a:pt x="17" y="13778"/>
                        <a:pt x="46" y="13806"/>
                      </a:cubicBezTo>
                      <a:lnTo>
                        <a:pt x="9090" y="22849"/>
                      </a:lnTo>
                      <a:cubicBezTo>
                        <a:pt x="9119" y="22879"/>
                        <a:pt x="9158" y="22894"/>
                        <a:pt x="9198" y="22894"/>
                      </a:cubicBezTo>
                      <a:cubicBezTo>
                        <a:pt x="9237" y="22894"/>
                        <a:pt x="9276" y="22879"/>
                        <a:pt x="9307" y="22849"/>
                      </a:cubicBezTo>
                      <a:cubicBezTo>
                        <a:pt x="9366" y="22790"/>
                        <a:pt x="9366" y="22692"/>
                        <a:pt x="9307" y="22631"/>
                      </a:cubicBezTo>
                      <a:lnTo>
                        <a:pt x="308" y="13634"/>
                      </a:lnTo>
                      <a:lnTo>
                        <a:pt x="308" y="9963"/>
                      </a:lnTo>
                      <a:lnTo>
                        <a:pt x="1946" y="8326"/>
                      </a:lnTo>
                      <a:cubicBezTo>
                        <a:pt x="1974" y="8297"/>
                        <a:pt x="1991" y="8258"/>
                        <a:pt x="1991" y="8217"/>
                      </a:cubicBezTo>
                      <a:lnTo>
                        <a:pt x="1991" y="2466"/>
                      </a:lnTo>
                      <a:cubicBezTo>
                        <a:pt x="2629" y="2417"/>
                        <a:pt x="3135" y="1890"/>
                        <a:pt x="3135" y="1238"/>
                      </a:cubicBezTo>
                      <a:cubicBezTo>
                        <a:pt x="3135" y="555"/>
                        <a:pt x="2580" y="1"/>
                        <a:pt x="18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2" name="Google Shape;892;p17"/>
                <p:cNvSpPr/>
                <p:nvPr/>
              </p:nvSpPr>
              <p:spPr>
                <a:xfrm>
                  <a:off x="436467" y="4006272"/>
                  <a:ext cx="57368" cy="57258"/>
                </a:xfrm>
                <a:custGeom>
                  <a:rect b="b" l="l" r="r" t="t"/>
                  <a:pathLst>
                    <a:path extrusionOk="0" h="1042" w="1044">
                      <a:moveTo>
                        <a:pt x="522" y="0"/>
                      </a:moveTo>
                      <a:cubicBezTo>
                        <a:pt x="235" y="0"/>
                        <a:pt x="1" y="233"/>
                        <a:pt x="1" y="521"/>
                      </a:cubicBezTo>
                      <a:cubicBezTo>
                        <a:pt x="1" y="809"/>
                        <a:pt x="235" y="1042"/>
                        <a:pt x="522" y="1042"/>
                      </a:cubicBezTo>
                      <a:cubicBezTo>
                        <a:pt x="811" y="1042"/>
                        <a:pt x="1043" y="809"/>
                        <a:pt x="1043" y="521"/>
                      </a:cubicBezTo>
                      <a:cubicBezTo>
                        <a:pt x="1043" y="233"/>
                        <a:pt x="811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3" name="Google Shape;893;p17"/>
                <p:cNvSpPr/>
                <p:nvPr/>
              </p:nvSpPr>
              <p:spPr>
                <a:xfrm>
                  <a:off x="161171" y="4102378"/>
                  <a:ext cx="200238" cy="1122574"/>
                </a:xfrm>
                <a:custGeom>
                  <a:rect b="b" l="l" r="r" t="t"/>
                  <a:pathLst>
                    <a:path extrusionOk="0" h="20429" w="3644">
                      <a:moveTo>
                        <a:pt x="2406" y="1"/>
                      </a:moveTo>
                      <a:cubicBezTo>
                        <a:pt x="1723" y="1"/>
                        <a:pt x="1169" y="555"/>
                        <a:pt x="1169" y="1238"/>
                      </a:cubicBezTo>
                      <a:cubicBezTo>
                        <a:pt x="1169" y="1525"/>
                        <a:pt x="1270" y="1785"/>
                        <a:pt x="1434" y="1994"/>
                      </a:cubicBezTo>
                      <a:lnTo>
                        <a:pt x="46" y="3382"/>
                      </a:lnTo>
                      <a:cubicBezTo>
                        <a:pt x="17" y="3410"/>
                        <a:pt x="1" y="3449"/>
                        <a:pt x="1" y="3491"/>
                      </a:cubicBezTo>
                      <a:lnTo>
                        <a:pt x="1" y="13384"/>
                      </a:lnTo>
                      <a:cubicBezTo>
                        <a:pt x="1" y="13424"/>
                        <a:pt x="17" y="13463"/>
                        <a:pt x="46" y="13493"/>
                      </a:cubicBezTo>
                      <a:lnTo>
                        <a:pt x="2189" y="15636"/>
                      </a:lnTo>
                      <a:lnTo>
                        <a:pt x="2189" y="20275"/>
                      </a:lnTo>
                      <a:cubicBezTo>
                        <a:pt x="2189" y="20359"/>
                        <a:pt x="2258" y="20429"/>
                        <a:pt x="2343" y="20429"/>
                      </a:cubicBezTo>
                      <a:cubicBezTo>
                        <a:pt x="2428" y="20429"/>
                        <a:pt x="2496" y="20359"/>
                        <a:pt x="2496" y="20275"/>
                      </a:cubicBezTo>
                      <a:lnTo>
                        <a:pt x="2496" y="15572"/>
                      </a:lnTo>
                      <a:cubicBezTo>
                        <a:pt x="2496" y="15531"/>
                        <a:pt x="2480" y="15492"/>
                        <a:pt x="2451" y="15464"/>
                      </a:cubicBezTo>
                      <a:lnTo>
                        <a:pt x="308" y="13320"/>
                      </a:lnTo>
                      <a:lnTo>
                        <a:pt x="308" y="3554"/>
                      </a:lnTo>
                      <a:lnTo>
                        <a:pt x="1650" y="2211"/>
                      </a:lnTo>
                      <a:lnTo>
                        <a:pt x="1651" y="2211"/>
                      </a:lnTo>
                      <a:cubicBezTo>
                        <a:pt x="1860" y="2375"/>
                        <a:pt x="2120" y="2476"/>
                        <a:pt x="2406" y="2476"/>
                      </a:cubicBezTo>
                      <a:cubicBezTo>
                        <a:pt x="3090" y="2476"/>
                        <a:pt x="3643" y="1922"/>
                        <a:pt x="3643" y="1238"/>
                      </a:cubicBezTo>
                      <a:cubicBezTo>
                        <a:pt x="3643" y="555"/>
                        <a:pt x="3090" y="1"/>
                        <a:pt x="240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4" name="Google Shape;894;p17"/>
                <p:cNvSpPr/>
                <p:nvPr/>
              </p:nvSpPr>
              <p:spPr>
                <a:xfrm>
                  <a:off x="264751" y="4141777"/>
                  <a:ext cx="57313" cy="57313"/>
                </a:xfrm>
                <a:custGeom>
                  <a:rect b="b" l="l" r="r" t="t"/>
                  <a:pathLst>
                    <a:path extrusionOk="0" h="1043" w="1043">
                      <a:moveTo>
                        <a:pt x="521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09"/>
                        <a:pt x="233" y="1043"/>
                        <a:pt x="521" y="1043"/>
                      </a:cubicBezTo>
                      <a:cubicBezTo>
                        <a:pt x="809" y="1043"/>
                        <a:pt x="1043" y="809"/>
                        <a:pt x="1043" y="521"/>
                      </a:cubicBezTo>
                      <a:cubicBezTo>
                        <a:pt x="1043" y="234"/>
                        <a:pt x="809" y="0"/>
                        <a:pt x="5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5" name="Google Shape;895;p17"/>
                <p:cNvSpPr/>
                <p:nvPr/>
              </p:nvSpPr>
              <p:spPr>
                <a:xfrm>
                  <a:off x="243595" y="4591427"/>
                  <a:ext cx="251671" cy="251616"/>
                </a:xfrm>
                <a:custGeom>
                  <a:rect b="b" l="l" r="r" t="t"/>
                  <a:pathLst>
                    <a:path extrusionOk="0" h="4579" w="4580">
                      <a:moveTo>
                        <a:pt x="2290" y="154"/>
                      </a:moveTo>
                      <a:cubicBezTo>
                        <a:pt x="3467" y="154"/>
                        <a:pt x="4426" y="1111"/>
                        <a:pt x="4426" y="2290"/>
                      </a:cubicBezTo>
                      <a:cubicBezTo>
                        <a:pt x="4426" y="3468"/>
                        <a:pt x="3467" y="4425"/>
                        <a:pt x="2290" y="4425"/>
                      </a:cubicBezTo>
                      <a:cubicBezTo>
                        <a:pt x="1112" y="4425"/>
                        <a:pt x="155" y="3468"/>
                        <a:pt x="155" y="2290"/>
                      </a:cubicBezTo>
                      <a:cubicBezTo>
                        <a:pt x="155" y="1113"/>
                        <a:pt x="1112" y="154"/>
                        <a:pt x="2290" y="154"/>
                      </a:cubicBezTo>
                      <a:close/>
                      <a:moveTo>
                        <a:pt x="2290" y="0"/>
                      </a:moveTo>
                      <a:cubicBezTo>
                        <a:pt x="1027" y="0"/>
                        <a:pt x="1" y="1028"/>
                        <a:pt x="1" y="2290"/>
                      </a:cubicBezTo>
                      <a:cubicBezTo>
                        <a:pt x="1" y="3553"/>
                        <a:pt x="1027" y="4579"/>
                        <a:pt x="2290" y="4579"/>
                      </a:cubicBezTo>
                      <a:cubicBezTo>
                        <a:pt x="3552" y="4579"/>
                        <a:pt x="4580" y="3551"/>
                        <a:pt x="4580" y="2290"/>
                      </a:cubicBezTo>
                      <a:cubicBezTo>
                        <a:pt x="4580" y="1028"/>
                        <a:pt x="3552" y="0"/>
                        <a:pt x="229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6" name="Google Shape;896;p17"/>
                <p:cNvSpPr/>
                <p:nvPr/>
              </p:nvSpPr>
              <p:spPr>
                <a:xfrm rot="-2700000">
                  <a:off x="693649" y="4629449"/>
                  <a:ext cx="57367" cy="57367"/>
                </a:xfrm>
                <a:custGeom>
                  <a:rect b="b" l="l" r="r" t="t"/>
                  <a:pathLst>
                    <a:path extrusionOk="0" h="1044" w="1044">
                      <a:moveTo>
                        <a:pt x="522" y="1"/>
                      </a:moveTo>
                      <a:cubicBezTo>
                        <a:pt x="235" y="1"/>
                        <a:pt x="1" y="234"/>
                        <a:pt x="1" y="522"/>
                      </a:cubicBezTo>
                      <a:cubicBezTo>
                        <a:pt x="1" y="809"/>
                        <a:pt x="235" y="1044"/>
                        <a:pt x="522" y="1044"/>
                      </a:cubicBezTo>
                      <a:cubicBezTo>
                        <a:pt x="809" y="1044"/>
                        <a:pt x="1043" y="809"/>
                        <a:pt x="1043" y="522"/>
                      </a:cubicBezTo>
                      <a:cubicBezTo>
                        <a:pt x="1043" y="234"/>
                        <a:pt x="809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7" name="Google Shape;897;p17"/>
                <p:cNvSpPr/>
                <p:nvPr/>
              </p:nvSpPr>
              <p:spPr>
                <a:xfrm rot="-2700000">
                  <a:off x="879376" y="4496878"/>
                  <a:ext cx="147044" cy="799182"/>
                </a:xfrm>
                <a:custGeom>
                  <a:rect b="b" l="l" r="r" t="t"/>
                  <a:pathLst>
                    <a:path extrusionOk="0" h="14544" w="2676">
                      <a:moveTo>
                        <a:pt x="1438" y="0"/>
                      </a:moveTo>
                      <a:cubicBezTo>
                        <a:pt x="755" y="0"/>
                        <a:pt x="200" y="555"/>
                        <a:pt x="200" y="1238"/>
                      </a:cubicBezTo>
                      <a:cubicBezTo>
                        <a:pt x="200" y="1525"/>
                        <a:pt x="302" y="1786"/>
                        <a:pt x="466" y="1996"/>
                      </a:cubicBezTo>
                      <a:lnTo>
                        <a:pt x="45" y="2417"/>
                      </a:lnTo>
                      <a:cubicBezTo>
                        <a:pt x="17" y="2445"/>
                        <a:pt x="1" y="2484"/>
                        <a:pt x="1" y="2526"/>
                      </a:cubicBezTo>
                      <a:lnTo>
                        <a:pt x="1" y="8856"/>
                      </a:lnTo>
                      <a:cubicBezTo>
                        <a:pt x="1" y="8896"/>
                        <a:pt x="17" y="8935"/>
                        <a:pt x="45" y="8965"/>
                      </a:cubicBezTo>
                      <a:lnTo>
                        <a:pt x="1990" y="10908"/>
                      </a:lnTo>
                      <a:lnTo>
                        <a:pt x="1990" y="14390"/>
                      </a:lnTo>
                      <a:cubicBezTo>
                        <a:pt x="1990" y="14475"/>
                        <a:pt x="2059" y="14544"/>
                        <a:pt x="2144" y="14544"/>
                      </a:cubicBezTo>
                      <a:cubicBezTo>
                        <a:pt x="2229" y="14544"/>
                        <a:pt x="2297" y="14475"/>
                        <a:pt x="2297" y="14390"/>
                      </a:cubicBezTo>
                      <a:lnTo>
                        <a:pt x="2297" y="10846"/>
                      </a:lnTo>
                      <a:cubicBezTo>
                        <a:pt x="2297" y="10804"/>
                        <a:pt x="2281" y="10765"/>
                        <a:pt x="2253" y="10737"/>
                      </a:cubicBezTo>
                      <a:lnTo>
                        <a:pt x="308" y="8792"/>
                      </a:lnTo>
                      <a:lnTo>
                        <a:pt x="308" y="2589"/>
                      </a:lnTo>
                      <a:lnTo>
                        <a:pt x="684" y="2213"/>
                      </a:lnTo>
                      <a:lnTo>
                        <a:pt x="685" y="2213"/>
                      </a:lnTo>
                      <a:cubicBezTo>
                        <a:pt x="894" y="2375"/>
                        <a:pt x="1153" y="2475"/>
                        <a:pt x="1438" y="2475"/>
                      </a:cubicBezTo>
                      <a:cubicBezTo>
                        <a:pt x="2121" y="2475"/>
                        <a:pt x="2676" y="1921"/>
                        <a:pt x="2676" y="1238"/>
                      </a:cubicBezTo>
                      <a:cubicBezTo>
                        <a:pt x="2676" y="555"/>
                        <a:pt x="2121" y="0"/>
                        <a:pt x="143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8" name="Google Shape;898;p17"/>
                <p:cNvSpPr/>
                <p:nvPr/>
              </p:nvSpPr>
              <p:spPr>
                <a:xfrm>
                  <a:off x="326404" y="4674181"/>
                  <a:ext cx="86052" cy="86107"/>
                </a:xfrm>
                <a:custGeom>
                  <a:rect b="b" l="l" r="r" t="t"/>
                  <a:pathLst>
                    <a:path extrusionOk="0" h="1567" w="1566">
                      <a:moveTo>
                        <a:pt x="783" y="0"/>
                      </a:moveTo>
                      <a:cubicBezTo>
                        <a:pt x="350" y="0"/>
                        <a:pt x="0" y="351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5" y="1567"/>
                        <a:pt x="1565" y="1216"/>
                        <a:pt x="1565" y="784"/>
                      </a:cubicBezTo>
                      <a:cubicBezTo>
                        <a:pt x="1565" y="351"/>
                        <a:pt x="1215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99" name="Google Shape;899;p17"/>
              <p:cNvSpPr/>
              <p:nvPr/>
            </p:nvSpPr>
            <p:spPr>
              <a:xfrm>
                <a:off x="693676" y="4635002"/>
                <a:ext cx="57313" cy="57313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00" name="Google Shape;900;p17"/>
          <p:cNvGrpSpPr/>
          <p:nvPr/>
        </p:nvGrpSpPr>
        <p:grpSpPr>
          <a:xfrm>
            <a:off x="454824" y="3288278"/>
            <a:ext cx="8567883" cy="1732804"/>
            <a:chOff x="454824" y="3288278"/>
            <a:chExt cx="8567883" cy="1732804"/>
          </a:xfrm>
        </p:grpSpPr>
        <p:grpSp>
          <p:nvGrpSpPr>
            <p:cNvPr id="901" name="Google Shape;901;p17"/>
            <p:cNvGrpSpPr/>
            <p:nvPr/>
          </p:nvGrpSpPr>
          <p:grpSpPr>
            <a:xfrm flipH="1">
              <a:off x="7994410" y="3485776"/>
              <a:ext cx="1028297" cy="1355579"/>
              <a:chOff x="169303" y="3485776"/>
              <a:chExt cx="1028297" cy="1355579"/>
            </a:xfrm>
          </p:grpSpPr>
          <p:sp>
            <p:nvSpPr>
              <p:cNvPr id="902" name="Google Shape;902;p17"/>
              <p:cNvSpPr/>
              <p:nvPr/>
            </p:nvSpPr>
            <p:spPr>
              <a:xfrm>
                <a:off x="169303" y="3485776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17"/>
              <p:cNvSpPr/>
              <p:nvPr/>
            </p:nvSpPr>
            <p:spPr>
              <a:xfrm>
                <a:off x="264915" y="3581388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17"/>
              <p:cNvSpPr/>
              <p:nvPr/>
            </p:nvSpPr>
            <p:spPr>
              <a:xfrm>
                <a:off x="357889" y="3674417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17"/>
              <p:cNvSpPr/>
              <p:nvPr/>
            </p:nvSpPr>
            <p:spPr>
              <a:xfrm>
                <a:off x="949394" y="459309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17"/>
              <p:cNvSpPr/>
              <p:nvPr/>
            </p:nvSpPr>
            <p:spPr>
              <a:xfrm>
                <a:off x="1045006" y="4688705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17"/>
              <p:cNvSpPr/>
              <p:nvPr/>
            </p:nvSpPr>
            <p:spPr>
              <a:xfrm>
                <a:off x="1137980" y="478173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8" name="Google Shape;908;p17"/>
            <p:cNvGrpSpPr/>
            <p:nvPr/>
          </p:nvGrpSpPr>
          <p:grpSpPr>
            <a:xfrm flipH="1">
              <a:off x="454824" y="3288278"/>
              <a:ext cx="771905" cy="1732804"/>
              <a:chOff x="7965281" y="3288278"/>
              <a:chExt cx="771905" cy="1732804"/>
            </a:xfrm>
          </p:grpSpPr>
          <p:sp>
            <p:nvSpPr>
              <p:cNvPr id="909" name="Google Shape;909;p17"/>
              <p:cNvSpPr/>
              <p:nvPr/>
            </p:nvSpPr>
            <p:spPr>
              <a:xfrm rot="-5400000">
                <a:off x="8675556" y="3288278"/>
                <a:ext cx="61631" cy="6163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3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7"/>
              <p:cNvSpPr/>
              <p:nvPr/>
            </p:nvSpPr>
            <p:spPr>
              <a:xfrm rot="-5400000">
                <a:off x="8579416" y="3384417"/>
                <a:ext cx="61574" cy="61631"/>
              </a:xfrm>
              <a:custGeom>
                <a:rect b="b" l="l" r="r" t="t"/>
                <a:pathLst>
                  <a:path extrusionOk="0" h="1085" w="1084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1" y="1085"/>
                      <a:pt x="1083" y="842"/>
                      <a:pt x="1083" y="543"/>
                    </a:cubicBezTo>
                    <a:cubicBezTo>
                      <a:pt x="1083" y="244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7"/>
              <p:cNvSpPr/>
              <p:nvPr/>
            </p:nvSpPr>
            <p:spPr>
              <a:xfrm rot="-5400000">
                <a:off x="8480606" y="3483226"/>
                <a:ext cx="61631" cy="6163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3"/>
                      <a:pt x="0" y="542"/>
                    </a:cubicBezTo>
                    <a:cubicBezTo>
                      <a:pt x="0" y="841"/>
                      <a:pt x="243" y="1085"/>
                      <a:pt x="542" y="1085"/>
                    </a:cubicBezTo>
                    <a:cubicBezTo>
                      <a:pt x="842" y="1085"/>
                      <a:pt x="1084" y="841"/>
                      <a:pt x="1084" y="542"/>
                    </a:cubicBezTo>
                    <a:cubicBezTo>
                      <a:pt x="1084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7"/>
              <p:cNvSpPr/>
              <p:nvPr/>
            </p:nvSpPr>
            <p:spPr>
              <a:xfrm rot="-5400000">
                <a:off x="8160231" y="4764503"/>
                <a:ext cx="61631" cy="6163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3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7"/>
              <p:cNvSpPr/>
              <p:nvPr/>
            </p:nvSpPr>
            <p:spPr>
              <a:xfrm rot="-5400000">
                <a:off x="8064091" y="4860642"/>
                <a:ext cx="61574" cy="61631"/>
              </a:xfrm>
              <a:custGeom>
                <a:rect b="b" l="l" r="r" t="t"/>
                <a:pathLst>
                  <a:path extrusionOk="0" h="1085" w="1084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1" y="1085"/>
                      <a:pt x="1083" y="842"/>
                      <a:pt x="1083" y="543"/>
                    </a:cubicBezTo>
                    <a:cubicBezTo>
                      <a:pt x="1083" y="244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7"/>
              <p:cNvSpPr/>
              <p:nvPr/>
            </p:nvSpPr>
            <p:spPr>
              <a:xfrm rot="-5400000">
                <a:off x="7965281" y="4959451"/>
                <a:ext cx="61631" cy="6163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3"/>
                      <a:pt x="0" y="542"/>
                    </a:cubicBezTo>
                    <a:cubicBezTo>
                      <a:pt x="0" y="841"/>
                      <a:pt x="243" y="1085"/>
                      <a:pt x="542" y="1085"/>
                    </a:cubicBezTo>
                    <a:cubicBezTo>
                      <a:pt x="842" y="1085"/>
                      <a:pt x="1084" y="841"/>
                      <a:pt x="1084" y="542"/>
                    </a:cubicBezTo>
                    <a:cubicBezTo>
                      <a:pt x="1084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15" name="Google Shape;915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7" name="Google Shape;917;p18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919" name="Google Shape;919;p18"/>
          <p:cNvGrpSpPr/>
          <p:nvPr/>
        </p:nvGrpSpPr>
        <p:grpSpPr>
          <a:xfrm>
            <a:off x="158650" y="120631"/>
            <a:ext cx="8822200" cy="4926209"/>
            <a:chOff x="158650" y="120631"/>
            <a:chExt cx="8822200" cy="4926209"/>
          </a:xfrm>
        </p:grpSpPr>
        <p:grpSp>
          <p:nvGrpSpPr>
            <p:cNvPr id="920" name="Google Shape;920;p18"/>
            <p:cNvGrpSpPr/>
            <p:nvPr/>
          </p:nvGrpSpPr>
          <p:grpSpPr>
            <a:xfrm flipH="1" rot="10800000">
              <a:off x="158650" y="3990200"/>
              <a:ext cx="2219100" cy="1056640"/>
              <a:chOff x="100325" y="201610"/>
              <a:chExt cx="2219100" cy="1056640"/>
            </a:xfrm>
          </p:grpSpPr>
          <p:sp>
            <p:nvSpPr>
              <p:cNvPr id="921" name="Google Shape;921;p18"/>
              <p:cNvSpPr/>
              <p:nvPr/>
            </p:nvSpPr>
            <p:spPr>
              <a:xfrm>
                <a:off x="243516" y="78883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8"/>
              <p:cNvSpPr/>
              <p:nvPr/>
            </p:nvSpPr>
            <p:spPr>
              <a:xfrm>
                <a:off x="100325" y="64565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8"/>
              <p:cNvSpPr/>
              <p:nvPr/>
            </p:nvSpPr>
            <p:spPr>
              <a:xfrm>
                <a:off x="1902425" y="201610"/>
                <a:ext cx="417000" cy="4167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8"/>
              <p:cNvSpPr/>
              <p:nvPr/>
            </p:nvSpPr>
            <p:spPr>
              <a:xfrm rot="-5400000">
                <a:off x="1099220" y="-75215"/>
                <a:ext cx="326396" cy="1296862"/>
              </a:xfrm>
              <a:custGeom>
                <a:rect b="b" l="l" r="r" t="t"/>
                <a:pathLst>
                  <a:path extrusionOk="0" h="14717" w="3704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5" name="Google Shape;925;p18"/>
            <p:cNvGrpSpPr/>
            <p:nvPr/>
          </p:nvGrpSpPr>
          <p:grpSpPr>
            <a:xfrm rot="-5400000">
              <a:off x="6933478" y="1357547"/>
              <a:ext cx="3284278" cy="810447"/>
              <a:chOff x="5828822" y="4333041"/>
              <a:chExt cx="3284278" cy="810447"/>
            </a:xfrm>
          </p:grpSpPr>
          <p:sp>
            <p:nvSpPr>
              <p:cNvPr id="926" name="Google Shape;926;p18"/>
              <p:cNvSpPr/>
              <p:nvPr/>
            </p:nvSpPr>
            <p:spPr>
              <a:xfrm flipH="1">
                <a:off x="6148391" y="4605900"/>
                <a:ext cx="2358631" cy="394498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8"/>
              <p:cNvSpPr/>
              <p:nvPr/>
            </p:nvSpPr>
            <p:spPr>
              <a:xfrm>
                <a:off x="8500200" y="4333041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8"/>
              <p:cNvSpPr/>
              <p:nvPr/>
            </p:nvSpPr>
            <p:spPr>
              <a:xfrm>
                <a:off x="5828822" y="48170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9" name="Google Shape;929;p18"/>
            <p:cNvGrpSpPr/>
            <p:nvPr/>
          </p:nvGrpSpPr>
          <p:grpSpPr>
            <a:xfrm flipH="1">
              <a:off x="6632825" y="4604000"/>
              <a:ext cx="2348025" cy="175800"/>
              <a:chOff x="2539675" y="122850"/>
              <a:chExt cx="2348025" cy="175800"/>
            </a:xfrm>
          </p:grpSpPr>
          <p:sp>
            <p:nvSpPr>
              <p:cNvPr id="930" name="Google Shape;930;p18"/>
              <p:cNvSpPr/>
              <p:nvPr/>
            </p:nvSpPr>
            <p:spPr>
              <a:xfrm>
                <a:off x="3448600" y="12285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18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32" name="Google Shape;932;p18"/>
          <p:cNvGrpSpPr/>
          <p:nvPr/>
        </p:nvGrpSpPr>
        <p:grpSpPr>
          <a:xfrm>
            <a:off x="-137740" y="-82702"/>
            <a:ext cx="9223299" cy="5681510"/>
            <a:chOff x="-137740" y="-82702"/>
            <a:chExt cx="9223299" cy="5681510"/>
          </a:xfrm>
        </p:grpSpPr>
        <p:grpSp>
          <p:nvGrpSpPr>
            <p:cNvPr id="933" name="Google Shape;933;p18"/>
            <p:cNvGrpSpPr/>
            <p:nvPr/>
          </p:nvGrpSpPr>
          <p:grpSpPr>
            <a:xfrm flipH="1">
              <a:off x="-137740" y="-82702"/>
              <a:ext cx="9223299" cy="5681510"/>
              <a:chOff x="90860" y="-82702"/>
              <a:chExt cx="9223299" cy="5681510"/>
            </a:xfrm>
          </p:grpSpPr>
          <p:grpSp>
            <p:nvGrpSpPr>
              <p:cNvPr id="934" name="Google Shape;934;p18"/>
              <p:cNvGrpSpPr/>
              <p:nvPr/>
            </p:nvGrpSpPr>
            <p:grpSpPr>
              <a:xfrm>
                <a:off x="90860" y="-82702"/>
                <a:ext cx="617358" cy="1172452"/>
                <a:chOff x="14660" y="-82702"/>
                <a:chExt cx="617358" cy="1172452"/>
              </a:xfrm>
            </p:grpSpPr>
            <p:sp>
              <p:nvSpPr>
                <p:cNvPr id="935" name="Google Shape;935;p18"/>
                <p:cNvSpPr/>
                <p:nvPr/>
              </p:nvSpPr>
              <p:spPr>
                <a:xfrm rot="-5400000">
                  <a:off x="135873" y="207201"/>
                  <a:ext cx="786047" cy="206242"/>
                </a:xfrm>
                <a:custGeom>
                  <a:rect b="b" l="l" r="r" t="t"/>
                  <a:pathLst>
                    <a:path extrusionOk="0" h="3773" w="14380">
                      <a:moveTo>
                        <a:pt x="3670" y="0"/>
                      </a:moveTo>
                      <a:cubicBezTo>
                        <a:pt x="3629" y="0"/>
                        <a:pt x="3590" y="17"/>
                        <a:pt x="3562" y="45"/>
                      </a:cubicBezTo>
                      <a:lnTo>
                        <a:pt x="2021" y="1585"/>
                      </a:lnTo>
                      <a:cubicBezTo>
                        <a:pt x="1807" y="1408"/>
                        <a:pt x="1538" y="1297"/>
                        <a:pt x="1237" y="1297"/>
                      </a:cubicBezTo>
                      <a:cubicBezTo>
                        <a:pt x="554" y="1297"/>
                        <a:pt x="1" y="1852"/>
                        <a:pt x="1" y="2535"/>
                      </a:cubicBezTo>
                      <a:cubicBezTo>
                        <a:pt x="1" y="3218"/>
                        <a:pt x="554" y="3773"/>
                        <a:pt x="1237" y="3773"/>
                      </a:cubicBezTo>
                      <a:cubicBezTo>
                        <a:pt x="1921" y="3773"/>
                        <a:pt x="2475" y="3218"/>
                        <a:pt x="2475" y="2535"/>
                      </a:cubicBezTo>
                      <a:cubicBezTo>
                        <a:pt x="2475" y="2262"/>
                        <a:pt x="2384" y="2011"/>
                        <a:pt x="2234" y="1807"/>
                      </a:cubicBezTo>
                      <a:lnTo>
                        <a:pt x="3734" y="308"/>
                      </a:lnTo>
                      <a:lnTo>
                        <a:pt x="14226" y="308"/>
                      </a:lnTo>
                      <a:cubicBezTo>
                        <a:pt x="14311" y="308"/>
                        <a:pt x="14380" y="239"/>
                        <a:pt x="14380" y="154"/>
                      </a:cubicBezTo>
                      <a:cubicBezTo>
                        <a:pt x="14380" y="69"/>
                        <a:pt x="14311" y="0"/>
                        <a:pt x="1422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6" name="Google Shape;936;p18"/>
                <p:cNvSpPr/>
                <p:nvPr/>
              </p:nvSpPr>
              <p:spPr>
                <a:xfrm rot="-5400000">
                  <a:off x="535866" y="607140"/>
                  <a:ext cx="56958" cy="57068"/>
                </a:xfrm>
                <a:custGeom>
                  <a:rect b="b" l="l" r="r" t="t"/>
                  <a:pathLst>
                    <a:path extrusionOk="0" h="1044" w="1042">
                      <a:moveTo>
                        <a:pt x="522" y="1"/>
                      </a:moveTo>
                      <a:cubicBezTo>
                        <a:pt x="233" y="1"/>
                        <a:pt x="0" y="235"/>
                        <a:pt x="0" y="522"/>
                      </a:cubicBezTo>
                      <a:cubicBezTo>
                        <a:pt x="0" y="809"/>
                        <a:pt x="233" y="1043"/>
                        <a:pt x="522" y="1043"/>
                      </a:cubicBezTo>
                      <a:cubicBezTo>
                        <a:pt x="809" y="1043"/>
                        <a:pt x="1042" y="809"/>
                        <a:pt x="1042" y="522"/>
                      </a:cubicBezTo>
                      <a:cubicBezTo>
                        <a:pt x="1042" y="235"/>
                        <a:pt x="809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7" name="Google Shape;937;p18"/>
                <p:cNvSpPr/>
                <p:nvPr/>
              </p:nvSpPr>
              <p:spPr>
                <a:xfrm rot="-5400000">
                  <a:off x="-199563" y="273479"/>
                  <a:ext cx="1114951" cy="402589"/>
                </a:xfrm>
                <a:custGeom>
                  <a:rect b="b" l="l" r="r" t="t"/>
                  <a:pathLst>
                    <a:path extrusionOk="0" h="7365" w="20397">
                      <a:moveTo>
                        <a:pt x="14368" y="1"/>
                      </a:moveTo>
                      <a:cubicBezTo>
                        <a:pt x="14327" y="1"/>
                        <a:pt x="14288" y="16"/>
                        <a:pt x="14259" y="46"/>
                      </a:cubicBezTo>
                      <a:lnTo>
                        <a:pt x="11461" y="2844"/>
                      </a:lnTo>
                      <a:lnTo>
                        <a:pt x="4342" y="2844"/>
                      </a:lnTo>
                      <a:cubicBezTo>
                        <a:pt x="4301" y="2844"/>
                        <a:pt x="4262" y="2859"/>
                        <a:pt x="4233" y="2889"/>
                      </a:cubicBezTo>
                      <a:lnTo>
                        <a:pt x="1980" y="5142"/>
                      </a:lnTo>
                      <a:cubicBezTo>
                        <a:pt x="1771" y="4986"/>
                        <a:pt x="1517" y="4890"/>
                        <a:pt x="1237" y="4890"/>
                      </a:cubicBezTo>
                      <a:cubicBezTo>
                        <a:pt x="554" y="4890"/>
                        <a:pt x="1" y="5445"/>
                        <a:pt x="1" y="6128"/>
                      </a:cubicBezTo>
                      <a:cubicBezTo>
                        <a:pt x="1" y="6811"/>
                        <a:pt x="554" y="7364"/>
                        <a:pt x="1237" y="7364"/>
                      </a:cubicBezTo>
                      <a:cubicBezTo>
                        <a:pt x="1920" y="7364"/>
                        <a:pt x="2475" y="6811"/>
                        <a:pt x="2475" y="6128"/>
                      </a:cubicBezTo>
                      <a:cubicBezTo>
                        <a:pt x="2475" y="5835"/>
                        <a:pt x="2368" y="5569"/>
                        <a:pt x="2199" y="5357"/>
                      </a:cubicBezTo>
                      <a:lnTo>
                        <a:pt x="4405" y="3151"/>
                      </a:lnTo>
                      <a:lnTo>
                        <a:pt x="11524" y="3151"/>
                      </a:lnTo>
                      <a:cubicBezTo>
                        <a:pt x="11566" y="3151"/>
                        <a:pt x="11605" y="3135"/>
                        <a:pt x="11633" y="3106"/>
                      </a:cubicBezTo>
                      <a:lnTo>
                        <a:pt x="14431" y="308"/>
                      </a:lnTo>
                      <a:lnTo>
                        <a:pt x="20243" y="308"/>
                      </a:lnTo>
                      <a:cubicBezTo>
                        <a:pt x="20328" y="308"/>
                        <a:pt x="20397" y="239"/>
                        <a:pt x="20397" y="154"/>
                      </a:cubicBezTo>
                      <a:cubicBezTo>
                        <a:pt x="20397" y="69"/>
                        <a:pt x="20328" y="1"/>
                        <a:pt x="2024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8" name="Google Shape;938;p18"/>
                <p:cNvSpPr/>
                <p:nvPr/>
              </p:nvSpPr>
              <p:spPr>
                <a:xfrm rot="-5400000">
                  <a:off x="463055" y="936098"/>
                  <a:ext cx="57013" cy="57013"/>
                </a:xfrm>
                <a:custGeom>
                  <a:rect b="b" l="l" r="r" t="t"/>
                  <a:pathLst>
                    <a:path extrusionOk="0" h="1043" w="1043">
                      <a:moveTo>
                        <a:pt x="522" y="1"/>
                      </a:moveTo>
                      <a:cubicBezTo>
                        <a:pt x="234" y="1"/>
                        <a:pt x="1" y="233"/>
                        <a:pt x="1" y="522"/>
                      </a:cubicBezTo>
                      <a:cubicBezTo>
                        <a:pt x="1" y="809"/>
                        <a:pt x="234" y="1042"/>
                        <a:pt x="522" y="1042"/>
                      </a:cubicBezTo>
                      <a:cubicBezTo>
                        <a:pt x="810" y="1042"/>
                        <a:pt x="1042" y="809"/>
                        <a:pt x="1042" y="522"/>
                      </a:cubicBezTo>
                      <a:cubicBezTo>
                        <a:pt x="1042" y="233"/>
                        <a:pt x="810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9" name="Google Shape;939;p18"/>
                <p:cNvSpPr/>
                <p:nvPr/>
              </p:nvSpPr>
              <p:spPr>
                <a:xfrm rot="-5400000">
                  <a:off x="-227413" y="159372"/>
                  <a:ext cx="702140" cy="217994"/>
                </a:xfrm>
                <a:custGeom>
                  <a:rect b="b" l="l" r="r" t="t"/>
                  <a:pathLst>
                    <a:path extrusionOk="0" h="3988" w="12845">
                      <a:moveTo>
                        <a:pt x="4160" y="0"/>
                      </a:moveTo>
                      <a:cubicBezTo>
                        <a:pt x="4119" y="0"/>
                        <a:pt x="4080" y="16"/>
                        <a:pt x="4052" y="45"/>
                      </a:cubicBezTo>
                      <a:lnTo>
                        <a:pt x="2161" y="1934"/>
                      </a:lnTo>
                      <a:cubicBezTo>
                        <a:pt x="1934" y="1678"/>
                        <a:pt x="1607" y="1514"/>
                        <a:pt x="1238" y="1514"/>
                      </a:cubicBezTo>
                      <a:cubicBezTo>
                        <a:pt x="555" y="1514"/>
                        <a:pt x="0" y="2068"/>
                        <a:pt x="0" y="2751"/>
                      </a:cubicBezTo>
                      <a:cubicBezTo>
                        <a:pt x="0" y="3435"/>
                        <a:pt x="555" y="3988"/>
                        <a:pt x="1238" y="3988"/>
                      </a:cubicBezTo>
                      <a:cubicBezTo>
                        <a:pt x="1921" y="3988"/>
                        <a:pt x="2476" y="3435"/>
                        <a:pt x="2476" y="2751"/>
                      </a:cubicBezTo>
                      <a:cubicBezTo>
                        <a:pt x="2476" y="2549"/>
                        <a:pt x="2423" y="2362"/>
                        <a:pt x="2338" y="2193"/>
                      </a:cubicBezTo>
                      <a:lnTo>
                        <a:pt x="4223" y="308"/>
                      </a:lnTo>
                      <a:lnTo>
                        <a:pt x="12691" y="308"/>
                      </a:lnTo>
                      <a:cubicBezTo>
                        <a:pt x="12776" y="308"/>
                        <a:pt x="12845" y="239"/>
                        <a:pt x="12845" y="154"/>
                      </a:cubicBezTo>
                      <a:cubicBezTo>
                        <a:pt x="12845" y="69"/>
                        <a:pt x="12776" y="0"/>
                        <a:pt x="126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0" name="Google Shape;940;p18"/>
                <p:cNvSpPr/>
                <p:nvPr/>
              </p:nvSpPr>
              <p:spPr>
                <a:xfrm rot="-5400000">
                  <a:off x="136475" y="523260"/>
                  <a:ext cx="57068" cy="57013"/>
                </a:xfrm>
                <a:custGeom>
                  <a:rect b="b" l="l" r="r" t="t"/>
                  <a:pathLst>
                    <a:path extrusionOk="0" h="1043" w="1044">
                      <a:moveTo>
                        <a:pt x="522" y="1"/>
                      </a:moveTo>
                      <a:cubicBezTo>
                        <a:pt x="235" y="1"/>
                        <a:pt x="1" y="234"/>
                        <a:pt x="1" y="522"/>
                      </a:cubicBezTo>
                      <a:cubicBezTo>
                        <a:pt x="1" y="810"/>
                        <a:pt x="235" y="1042"/>
                        <a:pt x="522" y="1042"/>
                      </a:cubicBezTo>
                      <a:cubicBezTo>
                        <a:pt x="811" y="1042"/>
                        <a:pt x="1043" y="810"/>
                        <a:pt x="1043" y="522"/>
                      </a:cubicBezTo>
                      <a:cubicBezTo>
                        <a:pt x="1043" y="234"/>
                        <a:pt x="809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1" name="Google Shape;941;p18"/>
                <p:cNvSpPr/>
                <p:nvPr/>
              </p:nvSpPr>
              <p:spPr>
                <a:xfrm rot="-5400000">
                  <a:off x="122222" y="921800"/>
                  <a:ext cx="85601" cy="85656"/>
                </a:xfrm>
                <a:custGeom>
                  <a:rect b="b" l="l" r="r" t="t"/>
                  <a:pathLst>
                    <a:path extrusionOk="0" h="1567" w="1566">
                      <a:moveTo>
                        <a:pt x="783" y="0"/>
                      </a:moveTo>
                      <a:cubicBezTo>
                        <a:pt x="350" y="0"/>
                        <a:pt x="0" y="351"/>
                        <a:pt x="0" y="783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6" y="1567"/>
                        <a:pt x="1566" y="1216"/>
                        <a:pt x="1566" y="783"/>
                      </a:cubicBezTo>
                      <a:cubicBezTo>
                        <a:pt x="1566" y="351"/>
                        <a:pt x="1216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2" name="Google Shape;942;p18"/>
                <p:cNvSpPr/>
                <p:nvPr/>
              </p:nvSpPr>
              <p:spPr>
                <a:xfrm rot="-5400000">
                  <a:off x="39873" y="839450"/>
                  <a:ext cx="250300" cy="250300"/>
                </a:xfrm>
                <a:custGeom>
                  <a:rect b="b" l="l" r="r" t="t"/>
                  <a:pathLst>
                    <a:path extrusionOk="0" h="4579" w="4579">
                      <a:moveTo>
                        <a:pt x="2289" y="154"/>
                      </a:moveTo>
                      <a:cubicBezTo>
                        <a:pt x="3466" y="154"/>
                        <a:pt x="4425" y="1111"/>
                        <a:pt x="4425" y="2289"/>
                      </a:cubicBezTo>
                      <a:cubicBezTo>
                        <a:pt x="4425" y="3468"/>
                        <a:pt x="3466" y="4425"/>
                        <a:pt x="2289" y="4425"/>
                      </a:cubicBezTo>
                      <a:cubicBezTo>
                        <a:pt x="1112" y="4425"/>
                        <a:pt x="154" y="3466"/>
                        <a:pt x="154" y="2289"/>
                      </a:cubicBezTo>
                      <a:cubicBezTo>
                        <a:pt x="154" y="1111"/>
                        <a:pt x="1112" y="154"/>
                        <a:pt x="2289" y="154"/>
                      </a:cubicBezTo>
                      <a:close/>
                      <a:moveTo>
                        <a:pt x="2289" y="0"/>
                      </a:moveTo>
                      <a:cubicBezTo>
                        <a:pt x="1026" y="0"/>
                        <a:pt x="0" y="1027"/>
                        <a:pt x="0" y="2289"/>
                      </a:cubicBezTo>
                      <a:cubicBezTo>
                        <a:pt x="0" y="3551"/>
                        <a:pt x="1026" y="4579"/>
                        <a:pt x="2289" y="4579"/>
                      </a:cubicBezTo>
                      <a:cubicBezTo>
                        <a:pt x="3552" y="4579"/>
                        <a:pt x="4579" y="3551"/>
                        <a:pt x="4579" y="2289"/>
                      </a:cubicBezTo>
                      <a:cubicBezTo>
                        <a:pt x="4579" y="1027"/>
                        <a:pt x="3552" y="0"/>
                        <a:pt x="22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43" name="Google Shape;943;p18"/>
              <p:cNvGrpSpPr/>
              <p:nvPr/>
            </p:nvGrpSpPr>
            <p:grpSpPr>
              <a:xfrm>
                <a:off x="8175365" y="3886624"/>
                <a:ext cx="1138794" cy="1712183"/>
                <a:chOff x="8175365" y="3886624"/>
                <a:chExt cx="1138794" cy="1712183"/>
              </a:xfrm>
            </p:grpSpPr>
            <p:sp>
              <p:nvSpPr>
                <p:cNvPr id="944" name="Google Shape;944;p18"/>
                <p:cNvSpPr/>
                <p:nvPr/>
              </p:nvSpPr>
              <p:spPr>
                <a:xfrm>
                  <a:off x="8234970" y="4734112"/>
                  <a:ext cx="160568" cy="637982"/>
                </a:xfrm>
                <a:custGeom>
                  <a:rect b="b" l="l" r="r" t="t"/>
                  <a:pathLst>
                    <a:path extrusionOk="0" h="14717" w="3704">
                      <a:moveTo>
                        <a:pt x="218" y="1"/>
                      </a:moveTo>
                      <a:cubicBezTo>
                        <a:pt x="168" y="1"/>
                        <a:pt x="117" y="20"/>
                        <a:pt x="79" y="59"/>
                      </a:cubicBezTo>
                      <a:cubicBezTo>
                        <a:pt x="1" y="136"/>
                        <a:pt x="1" y="261"/>
                        <a:pt x="79" y="338"/>
                      </a:cubicBezTo>
                      <a:lnTo>
                        <a:pt x="3308" y="3569"/>
                      </a:lnTo>
                      <a:lnTo>
                        <a:pt x="3308" y="14518"/>
                      </a:lnTo>
                      <a:cubicBezTo>
                        <a:pt x="3308" y="14628"/>
                        <a:pt x="3397" y="14717"/>
                        <a:pt x="3506" y="14717"/>
                      </a:cubicBezTo>
                      <a:cubicBezTo>
                        <a:pt x="3616" y="14717"/>
                        <a:pt x="3703" y="14628"/>
                        <a:pt x="3703" y="14518"/>
                      </a:cubicBezTo>
                      <a:lnTo>
                        <a:pt x="3703" y="3486"/>
                      </a:lnTo>
                      <a:cubicBezTo>
                        <a:pt x="3703" y="3434"/>
                        <a:pt x="3683" y="3383"/>
                        <a:pt x="3645" y="3347"/>
                      </a:cubicBezTo>
                      <a:lnTo>
                        <a:pt x="358" y="59"/>
                      </a:lnTo>
                      <a:cubicBezTo>
                        <a:pt x="319" y="20"/>
                        <a:pt x="269" y="1"/>
                        <a:pt x="21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5" name="Google Shape;945;p18"/>
                <p:cNvSpPr/>
                <p:nvPr/>
              </p:nvSpPr>
              <p:spPr>
                <a:xfrm>
                  <a:off x="8175365" y="4673682"/>
                  <a:ext cx="138113" cy="138070"/>
                </a:xfrm>
                <a:custGeom>
                  <a:rect b="b" l="l" r="r" t="t"/>
                  <a:pathLst>
                    <a:path extrusionOk="0" h="3185" w="3186">
                      <a:moveTo>
                        <a:pt x="1593" y="0"/>
                      </a:moveTo>
                      <a:cubicBezTo>
                        <a:pt x="714" y="0"/>
                        <a:pt x="1" y="713"/>
                        <a:pt x="1" y="1593"/>
                      </a:cubicBezTo>
                      <a:cubicBezTo>
                        <a:pt x="1" y="2472"/>
                        <a:pt x="714" y="3185"/>
                        <a:pt x="1593" y="3185"/>
                      </a:cubicBezTo>
                      <a:cubicBezTo>
                        <a:pt x="2473" y="3185"/>
                        <a:pt x="3186" y="2472"/>
                        <a:pt x="3186" y="1593"/>
                      </a:cubicBezTo>
                      <a:cubicBezTo>
                        <a:pt x="3186" y="713"/>
                        <a:pt x="2473" y="0"/>
                        <a:pt x="159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6" name="Google Shape;946;p18"/>
                <p:cNvSpPr/>
                <p:nvPr/>
              </p:nvSpPr>
              <p:spPr>
                <a:xfrm>
                  <a:off x="8537352" y="4824123"/>
                  <a:ext cx="138156" cy="138113"/>
                </a:xfrm>
                <a:custGeom>
                  <a:rect b="b" l="l" r="r" t="t"/>
                  <a:pathLst>
                    <a:path extrusionOk="0" h="3186" w="3187">
                      <a:moveTo>
                        <a:pt x="1593" y="1"/>
                      </a:moveTo>
                      <a:cubicBezTo>
                        <a:pt x="713" y="1"/>
                        <a:pt x="0" y="714"/>
                        <a:pt x="0" y="1593"/>
                      </a:cubicBezTo>
                      <a:cubicBezTo>
                        <a:pt x="0" y="2473"/>
                        <a:pt x="713" y="3186"/>
                        <a:pt x="1593" y="3186"/>
                      </a:cubicBezTo>
                      <a:cubicBezTo>
                        <a:pt x="2472" y="3186"/>
                        <a:pt x="3186" y="2473"/>
                        <a:pt x="3186" y="1593"/>
                      </a:cubicBezTo>
                      <a:cubicBezTo>
                        <a:pt x="3186" y="714"/>
                        <a:pt x="2472" y="1"/>
                        <a:pt x="159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7" name="Google Shape;947;p18"/>
                <p:cNvSpPr/>
                <p:nvPr/>
              </p:nvSpPr>
              <p:spPr>
                <a:xfrm>
                  <a:off x="8577319" y="4864092"/>
                  <a:ext cx="58176" cy="58176"/>
                </a:xfrm>
                <a:custGeom>
                  <a:rect b="b" l="l" r="r" t="t"/>
                  <a:pathLst>
                    <a:path extrusionOk="0" h="1342" w="1342">
                      <a:moveTo>
                        <a:pt x="671" y="1"/>
                      </a:moveTo>
                      <a:cubicBezTo>
                        <a:pt x="300" y="1"/>
                        <a:pt x="0" y="301"/>
                        <a:pt x="0" y="671"/>
                      </a:cubicBezTo>
                      <a:cubicBezTo>
                        <a:pt x="0" y="1041"/>
                        <a:pt x="300" y="1342"/>
                        <a:pt x="671" y="1342"/>
                      </a:cubicBezTo>
                      <a:cubicBezTo>
                        <a:pt x="1042" y="1342"/>
                        <a:pt x="1342" y="1041"/>
                        <a:pt x="1342" y="671"/>
                      </a:cubicBezTo>
                      <a:cubicBezTo>
                        <a:pt x="1342" y="301"/>
                        <a:pt x="1042" y="1"/>
                        <a:pt x="6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8" name="Google Shape;948;p18"/>
                <p:cNvSpPr/>
                <p:nvPr/>
              </p:nvSpPr>
              <p:spPr>
                <a:xfrm>
                  <a:off x="8604265" y="3951947"/>
                  <a:ext cx="709894" cy="1646861"/>
                </a:xfrm>
                <a:custGeom>
                  <a:rect b="b" l="l" r="r" t="t"/>
                  <a:pathLst>
                    <a:path extrusionOk="0" h="37213" w="16041">
                      <a:moveTo>
                        <a:pt x="218" y="1"/>
                      </a:moveTo>
                      <a:cubicBezTo>
                        <a:pt x="167" y="1"/>
                        <a:pt x="117" y="20"/>
                        <a:pt x="78" y="59"/>
                      </a:cubicBezTo>
                      <a:cubicBezTo>
                        <a:pt x="0" y="136"/>
                        <a:pt x="0" y="261"/>
                        <a:pt x="78" y="340"/>
                      </a:cubicBezTo>
                      <a:lnTo>
                        <a:pt x="3490" y="3751"/>
                      </a:lnTo>
                      <a:lnTo>
                        <a:pt x="3490" y="7570"/>
                      </a:lnTo>
                      <a:cubicBezTo>
                        <a:pt x="3490" y="7622"/>
                        <a:pt x="3511" y="7673"/>
                        <a:pt x="3548" y="7709"/>
                      </a:cubicBezTo>
                      <a:lnTo>
                        <a:pt x="11586" y="15747"/>
                      </a:lnTo>
                      <a:lnTo>
                        <a:pt x="11586" y="21264"/>
                      </a:lnTo>
                      <a:cubicBezTo>
                        <a:pt x="11586" y="21316"/>
                        <a:pt x="11607" y="21366"/>
                        <a:pt x="11644" y="21404"/>
                      </a:cubicBezTo>
                      <a:lnTo>
                        <a:pt x="15643" y="25403"/>
                      </a:lnTo>
                      <a:cubicBezTo>
                        <a:pt x="15535" y="36986"/>
                        <a:pt x="15626" y="37079"/>
                        <a:pt x="15700" y="37153"/>
                      </a:cubicBezTo>
                      <a:cubicBezTo>
                        <a:pt x="15737" y="37190"/>
                        <a:pt x="15789" y="37213"/>
                        <a:pt x="15841" y="37213"/>
                      </a:cubicBezTo>
                      <a:cubicBezTo>
                        <a:pt x="15951" y="37213"/>
                        <a:pt x="16040" y="37124"/>
                        <a:pt x="16040" y="37014"/>
                      </a:cubicBezTo>
                      <a:cubicBezTo>
                        <a:pt x="16040" y="36990"/>
                        <a:pt x="16035" y="36966"/>
                        <a:pt x="16027" y="36943"/>
                      </a:cubicBezTo>
                      <a:cubicBezTo>
                        <a:pt x="15961" y="36429"/>
                        <a:pt x="15999" y="29745"/>
                        <a:pt x="16040" y="25324"/>
                      </a:cubicBezTo>
                      <a:cubicBezTo>
                        <a:pt x="16040" y="25271"/>
                        <a:pt x="16019" y="25220"/>
                        <a:pt x="15982" y="25182"/>
                      </a:cubicBezTo>
                      <a:lnTo>
                        <a:pt x="11982" y="21181"/>
                      </a:lnTo>
                      <a:lnTo>
                        <a:pt x="11982" y="15665"/>
                      </a:lnTo>
                      <a:cubicBezTo>
                        <a:pt x="11982" y="15612"/>
                        <a:pt x="11960" y="15562"/>
                        <a:pt x="11924" y="15525"/>
                      </a:cubicBezTo>
                      <a:lnTo>
                        <a:pt x="3886" y="7487"/>
                      </a:lnTo>
                      <a:lnTo>
                        <a:pt x="3886" y="3670"/>
                      </a:lnTo>
                      <a:cubicBezTo>
                        <a:pt x="3886" y="3617"/>
                        <a:pt x="3865" y="3567"/>
                        <a:pt x="3828" y="3529"/>
                      </a:cubicBezTo>
                      <a:lnTo>
                        <a:pt x="358" y="59"/>
                      </a:lnTo>
                      <a:cubicBezTo>
                        <a:pt x="319" y="20"/>
                        <a:pt x="269" y="1"/>
                        <a:pt x="21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9" name="Google Shape;949;p18"/>
                <p:cNvSpPr/>
                <p:nvPr/>
              </p:nvSpPr>
              <p:spPr>
                <a:xfrm>
                  <a:off x="8546960" y="4346242"/>
                  <a:ext cx="89218" cy="89218"/>
                </a:xfrm>
                <a:custGeom>
                  <a:rect b="b" l="l" r="r" t="t"/>
                  <a:pathLst>
                    <a:path extrusionOk="0" h="2016" w="2016">
                      <a:moveTo>
                        <a:pt x="1007" y="0"/>
                      </a:moveTo>
                      <a:cubicBezTo>
                        <a:pt x="451" y="0"/>
                        <a:pt x="0" y="452"/>
                        <a:pt x="0" y="1007"/>
                      </a:cubicBezTo>
                      <a:cubicBezTo>
                        <a:pt x="0" y="1564"/>
                        <a:pt x="451" y="2016"/>
                        <a:pt x="1007" y="2016"/>
                      </a:cubicBezTo>
                      <a:cubicBezTo>
                        <a:pt x="1564" y="2016"/>
                        <a:pt x="2016" y="1564"/>
                        <a:pt x="2016" y="1007"/>
                      </a:cubicBezTo>
                      <a:cubicBezTo>
                        <a:pt x="2016" y="452"/>
                        <a:pt x="1564" y="0"/>
                        <a:pt x="100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0" name="Google Shape;950;p18"/>
                <p:cNvSpPr/>
                <p:nvPr/>
              </p:nvSpPr>
              <p:spPr>
                <a:xfrm>
                  <a:off x="8461160" y="4260429"/>
                  <a:ext cx="260839" cy="260839"/>
                </a:xfrm>
                <a:custGeom>
                  <a:rect b="b" l="l" r="r" t="t"/>
                  <a:pathLst>
                    <a:path extrusionOk="0" h="5894" w="5894">
                      <a:moveTo>
                        <a:pt x="2946" y="198"/>
                      </a:moveTo>
                      <a:cubicBezTo>
                        <a:pt x="4463" y="198"/>
                        <a:pt x="5696" y="1432"/>
                        <a:pt x="5696" y="2948"/>
                      </a:cubicBezTo>
                      <a:cubicBezTo>
                        <a:pt x="5696" y="4463"/>
                        <a:pt x="4463" y="5696"/>
                        <a:pt x="2946" y="5696"/>
                      </a:cubicBezTo>
                      <a:cubicBezTo>
                        <a:pt x="1431" y="5696"/>
                        <a:pt x="198" y="4463"/>
                        <a:pt x="198" y="2948"/>
                      </a:cubicBezTo>
                      <a:cubicBezTo>
                        <a:pt x="198" y="1431"/>
                        <a:pt x="1431" y="198"/>
                        <a:pt x="2946" y="198"/>
                      </a:cubicBezTo>
                      <a:close/>
                      <a:moveTo>
                        <a:pt x="2946" y="0"/>
                      </a:moveTo>
                      <a:cubicBezTo>
                        <a:pt x="1322" y="0"/>
                        <a:pt x="0" y="1322"/>
                        <a:pt x="0" y="2948"/>
                      </a:cubicBezTo>
                      <a:cubicBezTo>
                        <a:pt x="0" y="4572"/>
                        <a:pt x="1322" y="5894"/>
                        <a:pt x="2946" y="5894"/>
                      </a:cubicBezTo>
                      <a:cubicBezTo>
                        <a:pt x="4572" y="5894"/>
                        <a:pt x="5894" y="4572"/>
                        <a:pt x="5894" y="2948"/>
                      </a:cubicBezTo>
                      <a:cubicBezTo>
                        <a:pt x="5894" y="1322"/>
                        <a:pt x="4572" y="0"/>
                        <a:pt x="294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1" name="Google Shape;951;p18"/>
                <p:cNvSpPr/>
                <p:nvPr/>
              </p:nvSpPr>
              <p:spPr>
                <a:xfrm>
                  <a:off x="8543413" y="3886624"/>
                  <a:ext cx="140996" cy="141041"/>
                </a:xfrm>
                <a:custGeom>
                  <a:rect b="b" l="l" r="r" t="t"/>
                  <a:pathLst>
                    <a:path extrusionOk="0" h="3187" w="3186">
                      <a:moveTo>
                        <a:pt x="1593" y="1"/>
                      </a:moveTo>
                      <a:cubicBezTo>
                        <a:pt x="713" y="1"/>
                        <a:pt x="0" y="715"/>
                        <a:pt x="0" y="1594"/>
                      </a:cubicBezTo>
                      <a:cubicBezTo>
                        <a:pt x="0" y="2474"/>
                        <a:pt x="713" y="3187"/>
                        <a:pt x="1593" y="3187"/>
                      </a:cubicBezTo>
                      <a:cubicBezTo>
                        <a:pt x="2472" y="3187"/>
                        <a:pt x="3185" y="2474"/>
                        <a:pt x="3185" y="1594"/>
                      </a:cubicBezTo>
                      <a:cubicBezTo>
                        <a:pt x="3185" y="715"/>
                        <a:pt x="2472" y="1"/>
                        <a:pt x="159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2" name="Google Shape;952;p18"/>
                <p:cNvSpPr/>
                <p:nvPr/>
              </p:nvSpPr>
              <p:spPr>
                <a:xfrm>
                  <a:off x="8584217" y="3927429"/>
                  <a:ext cx="59390" cy="59434"/>
                </a:xfrm>
                <a:custGeom>
                  <a:rect b="b" l="l" r="r" t="t"/>
                  <a:pathLst>
                    <a:path extrusionOk="0" h="1343" w="1342">
                      <a:moveTo>
                        <a:pt x="671" y="1"/>
                      </a:moveTo>
                      <a:cubicBezTo>
                        <a:pt x="301" y="1"/>
                        <a:pt x="0" y="301"/>
                        <a:pt x="0" y="672"/>
                      </a:cubicBezTo>
                      <a:cubicBezTo>
                        <a:pt x="0" y="1042"/>
                        <a:pt x="301" y="1343"/>
                        <a:pt x="671" y="1343"/>
                      </a:cubicBezTo>
                      <a:cubicBezTo>
                        <a:pt x="1041" y="1343"/>
                        <a:pt x="1341" y="1042"/>
                        <a:pt x="1341" y="672"/>
                      </a:cubicBezTo>
                      <a:cubicBezTo>
                        <a:pt x="1341" y="301"/>
                        <a:pt x="1041" y="1"/>
                        <a:pt x="6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3" name="Google Shape;953;p18"/>
                <p:cNvSpPr/>
                <p:nvPr/>
              </p:nvSpPr>
              <p:spPr>
                <a:xfrm>
                  <a:off x="8811070" y="4581712"/>
                  <a:ext cx="160568" cy="637982"/>
                </a:xfrm>
                <a:custGeom>
                  <a:rect b="b" l="l" r="r" t="t"/>
                  <a:pathLst>
                    <a:path extrusionOk="0" h="14717" w="3704">
                      <a:moveTo>
                        <a:pt x="218" y="1"/>
                      </a:moveTo>
                      <a:cubicBezTo>
                        <a:pt x="168" y="1"/>
                        <a:pt x="117" y="20"/>
                        <a:pt x="79" y="59"/>
                      </a:cubicBezTo>
                      <a:cubicBezTo>
                        <a:pt x="1" y="136"/>
                        <a:pt x="1" y="261"/>
                        <a:pt x="79" y="338"/>
                      </a:cubicBezTo>
                      <a:lnTo>
                        <a:pt x="3308" y="3569"/>
                      </a:lnTo>
                      <a:lnTo>
                        <a:pt x="3308" y="14518"/>
                      </a:lnTo>
                      <a:cubicBezTo>
                        <a:pt x="3308" y="14628"/>
                        <a:pt x="3397" y="14717"/>
                        <a:pt x="3506" y="14717"/>
                      </a:cubicBezTo>
                      <a:cubicBezTo>
                        <a:pt x="3616" y="14717"/>
                        <a:pt x="3703" y="14628"/>
                        <a:pt x="3703" y="14518"/>
                      </a:cubicBezTo>
                      <a:lnTo>
                        <a:pt x="3703" y="3486"/>
                      </a:lnTo>
                      <a:cubicBezTo>
                        <a:pt x="3703" y="3434"/>
                        <a:pt x="3683" y="3383"/>
                        <a:pt x="3645" y="3347"/>
                      </a:cubicBezTo>
                      <a:lnTo>
                        <a:pt x="358" y="59"/>
                      </a:lnTo>
                      <a:cubicBezTo>
                        <a:pt x="319" y="20"/>
                        <a:pt x="269" y="1"/>
                        <a:pt x="21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4" name="Google Shape;954;p18"/>
                <p:cNvSpPr/>
                <p:nvPr/>
              </p:nvSpPr>
              <p:spPr>
                <a:xfrm>
                  <a:off x="8751465" y="4521282"/>
                  <a:ext cx="138113" cy="138070"/>
                </a:xfrm>
                <a:custGeom>
                  <a:rect b="b" l="l" r="r" t="t"/>
                  <a:pathLst>
                    <a:path extrusionOk="0" h="3185" w="3186">
                      <a:moveTo>
                        <a:pt x="1593" y="0"/>
                      </a:moveTo>
                      <a:cubicBezTo>
                        <a:pt x="714" y="0"/>
                        <a:pt x="1" y="713"/>
                        <a:pt x="1" y="1593"/>
                      </a:cubicBezTo>
                      <a:cubicBezTo>
                        <a:pt x="1" y="2472"/>
                        <a:pt x="714" y="3185"/>
                        <a:pt x="1593" y="3185"/>
                      </a:cubicBezTo>
                      <a:cubicBezTo>
                        <a:pt x="2473" y="3185"/>
                        <a:pt x="3186" y="2472"/>
                        <a:pt x="3186" y="1593"/>
                      </a:cubicBezTo>
                      <a:cubicBezTo>
                        <a:pt x="3186" y="713"/>
                        <a:pt x="2473" y="0"/>
                        <a:pt x="159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5" name="Google Shape;955;p18"/>
                <p:cNvSpPr/>
                <p:nvPr/>
              </p:nvSpPr>
              <p:spPr>
                <a:xfrm>
                  <a:off x="8791433" y="4561251"/>
                  <a:ext cx="58176" cy="58132"/>
                </a:xfrm>
                <a:custGeom>
                  <a:rect b="b" l="l" r="r" t="t"/>
                  <a:pathLst>
                    <a:path extrusionOk="0" h="1341" w="1342">
                      <a:moveTo>
                        <a:pt x="671" y="0"/>
                      </a:moveTo>
                      <a:cubicBezTo>
                        <a:pt x="301" y="0"/>
                        <a:pt x="1" y="301"/>
                        <a:pt x="1" y="671"/>
                      </a:cubicBezTo>
                      <a:cubicBezTo>
                        <a:pt x="1" y="1041"/>
                        <a:pt x="301" y="1341"/>
                        <a:pt x="671" y="1341"/>
                      </a:cubicBezTo>
                      <a:cubicBezTo>
                        <a:pt x="1041" y="1341"/>
                        <a:pt x="1341" y="1041"/>
                        <a:pt x="1341" y="671"/>
                      </a:cubicBezTo>
                      <a:cubicBezTo>
                        <a:pt x="1341" y="301"/>
                        <a:pt x="1041" y="0"/>
                        <a:pt x="6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956" name="Google Shape;956;p18"/>
            <p:cNvSpPr/>
            <p:nvPr/>
          </p:nvSpPr>
          <p:spPr>
            <a:xfrm flipH="1">
              <a:off x="901970" y="4717124"/>
              <a:ext cx="58176" cy="58176"/>
            </a:xfrm>
            <a:custGeom>
              <a:rect b="b" l="l" r="r" t="t"/>
              <a:pathLst>
                <a:path extrusionOk="0" h="1342" w="1342">
                  <a:moveTo>
                    <a:pt x="671" y="1"/>
                  </a:moveTo>
                  <a:cubicBezTo>
                    <a:pt x="300" y="1"/>
                    <a:pt x="0" y="301"/>
                    <a:pt x="0" y="671"/>
                  </a:cubicBezTo>
                  <a:cubicBezTo>
                    <a:pt x="0" y="1041"/>
                    <a:pt x="300" y="1342"/>
                    <a:pt x="671" y="1342"/>
                  </a:cubicBezTo>
                  <a:cubicBezTo>
                    <a:pt x="1042" y="1342"/>
                    <a:pt x="1342" y="1041"/>
                    <a:pt x="1342" y="671"/>
                  </a:cubicBezTo>
                  <a:cubicBezTo>
                    <a:pt x="1342" y="301"/>
                    <a:pt x="1042" y="1"/>
                    <a:pt x="6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8"/>
          <p:cNvGrpSpPr/>
          <p:nvPr/>
        </p:nvGrpSpPr>
        <p:grpSpPr>
          <a:xfrm>
            <a:off x="187508" y="144887"/>
            <a:ext cx="8756098" cy="4932295"/>
            <a:chOff x="187508" y="144887"/>
            <a:chExt cx="8756098" cy="4932295"/>
          </a:xfrm>
        </p:grpSpPr>
        <p:grpSp>
          <p:nvGrpSpPr>
            <p:cNvPr id="958" name="Google Shape;958;p18"/>
            <p:cNvGrpSpPr/>
            <p:nvPr/>
          </p:nvGrpSpPr>
          <p:grpSpPr>
            <a:xfrm flipH="1">
              <a:off x="187508" y="3883667"/>
              <a:ext cx="962360" cy="1193515"/>
              <a:chOff x="8026550" y="3883667"/>
              <a:chExt cx="962360" cy="1193515"/>
            </a:xfrm>
          </p:grpSpPr>
          <p:sp>
            <p:nvSpPr>
              <p:cNvPr id="959" name="Google Shape;959;p18"/>
              <p:cNvSpPr/>
              <p:nvPr/>
            </p:nvSpPr>
            <p:spPr>
              <a:xfrm>
                <a:off x="8218107" y="5016665"/>
                <a:ext cx="60517" cy="60517"/>
              </a:xfrm>
              <a:custGeom>
                <a:rect b="b" l="l" r="r" t="t"/>
                <a:pathLst>
                  <a:path extrusionOk="0" h="1396" w="1396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3"/>
                      <a:pt x="313" y="1395"/>
                      <a:pt x="698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18"/>
              <p:cNvSpPr/>
              <p:nvPr/>
            </p:nvSpPr>
            <p:spPr>
              <a:xfrm>
                <a:off x="8123651" y="4922206"/>
                <a:ext cx="60517" cy="60517"/>
              </a:xfrm>
              <a:custGeom>
                <a:rect b="b" l="l" r="r" t="t"/>
                <a:pathLst>
                  <a:path extrusionOk="0" h="1396" w="1396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4"/>
                      <a:pt x="313" y="1396"/>
                      <a:pt x="698" y="1396"/>
                    </a:cubicBezTo>
                    <a:cubicBezTo>
                      <a:pt x="1084" y="1396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18"/>
              <p:cNvSpPr/>
              <p:nvPr/>
            </p:nvSpPr>
            <p:spPr>
              <a:xfrm>
                <a:off x="8026550" y="4825103"/>
                <a:ext cx="60560" cy="60517"/>
              </a:xfrm>
              <a:custGeom>
                <a:rect b="b" l="l" r="r" t="t"/>
                <a:pathLst>
                  <a:path extrusionOk="0" h="1396" w="1397">
                    <a:moveTo>
                      <a:pt x="699" y="1"/>
                    </a:moveTo>
                    <a:cubicBezTo>
                      <a:pt x="314" y="1"/>
                      <a:pt x="1" y="313"/>
                      <a:pt x="1" y="698"/>
                    </a:cubicBezTo>
                    <a:cubicBezTo>
                      <a:pt x="1" y="1083"/>
                      <a:pt x="314" y="1395"/>
                      <a:pt x="699" y="1395"/>
                    </a:cubicBezTo>
                    <a:cubicBezTo>
                      <a:pt x="1085" y="1395"/>
                      <a:pt x="1397" y="1083"/>
                      <a:pt x="1397" y="698"/>
                    </a:cubicBezTo>
                    <a:cubicBezTo>
                      <a:pt x="1397" y="313"/>
                      <a:pt x="1085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18"/>
              <p:cNvSpPr/>
              <p:nvPr/>
            </p:nvSpPr>
            <p:spPr>
              <a:xfrm>
                <a:off x="8927086" y="4079235"/>
                <a:ext cx="61824" cy="61868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18"/>
              <p:cNvSpPr/>
              <p:nvPr/>
            </p:nvSpPr>
            <p:spPr>
              <a:xfrm>
                <a:off x="8830652" y="3982845"/>
                <a:ext cx="61824" cy="61780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18"/>
              <p:cNvSpPr/>
              <p:nvPr/>
            </p:nvSpPr>
            <p:spPr>
              <a:xfrm>
                <a:off x="8731563" y="3883667"/>
                <a:ext cx="61780" cy="61868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5" name="Google Shape;965;p18"/>
            <p:cNvGrpSpPr/>
            <p:nvPr/>
          </p:nvGrpSpPr>
          <p:grpSpPr>
            <a:xfrm flipH="1">
              <a:off x="8263516" y="144887"/>
              <a:ext cx="680090" cy="1411840"/>
              <a:chOff x="156613" y="144887"/>
              <a:chExt cx="680090" cy="1411840"/>
            </a:xfrm>
          </p:grpSpPr>
          <p:sp>
            <p:nvSpPr>
              <p:cNvPr id="966" name="Google Shape;966;p18"/>
              <p:cNvSpPr/>
              <p:nvPr/>
            </p:nvSpPr>
            <p:spPr>
              <a:xfrm rot="-5400000">
                <a:off x="777394" y="332543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4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1"/>
                      <a:pt x="244" y="1085"/>
                      <a:pt x="544" y="1085"/>
                    </a:cubicBezTo>
                    <a:cubicBezTo>
                      <a:pt x="843" y="1085"/>
                      <a:pt x="1085" y="841"/>
                      <a:pt x="1085" y="542"/>
                    </a:cubicBezTo>
                    <a:cubicBezTo>
                      <a:pt x="1085" y="243"/>
                      <a:pt x="843" y="1"/>
                      <a:pt x="5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18"/>
              <p:cNvSpPr/>
              <p:nvPr/>
            </p:nvSpPr>
            <p:spPr>
              <a:xfrm rot="-5400000">
                <a:off x="684905" y="240000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3" y="0"/>
                    </a:moveTo>
                    <a:cubicBezTo>
                      <a:pt x="243" y="0"/>
                      <a:pt x="1" y="242"/>
                      <a:pt x="1" y="541"/>
                    </a:cubicBezTo>
                    <a:cubicBezTo>
                      <a:pt x="1" y="841"/>
                      <a:pt x="243" y="1084"/>
                      <a:pt x="543" y="1084"/>
                    </a:cubicBezTo>
                    <a:cubicBezTo>
                      <a:pt x="842" y="1084"/>
                      <a:pt x="1085" y="841"/>
                      <a:pt x="1085" y="541"/>
                    </a:cubicBezTo>
                    <a:cubicBezTo>
                      <a:pt x="1085" y="242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18"/>
              <p:cNvSpPr/>
              <p:nvPr/>
            </p:nvSpPr>
            <p:spPr>
              <a:xfrm rot="-5400000">
                <a:off x="589738" y="144887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3"/>
                      <a:pt x="243" y="1085"/>
                      <a:pt x="542" y="1085"/>
                    </a:cubicBezTo>
                    <a:cubicBezTo>
                      <a:pt x="843" y="1085"/>
                      <a:pt x="1085" y="843"/>
                      <a:pt x="1085" y="542"/>
                    </a:cubicBezTo>
                    <a:cubicBezTo>
                      <a:pt x="1085" y="243"/>
                      <a:pt x="843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18"/>
              <p:cNvSpPr/>
              <p:nvPr/>
            </p:nvSpPr>
            <p:spPr>
              <a:xfrm rot="-5400000">
                <a:off x="344269" y="1497418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4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1"/>
                      <a:pt x="244" y="1085"/>
                      <a:pt x="544" y="1085"/>
                    </a:cubicBezTo>
                    <a:cubicBezTo>
                      <a:pt x="843" y="1085"/>
                      <a:pt x="1085" y="841"/>
                      <a:pt x="1085" y="542"/>
                    </a:cubicBezTo>
                    <a:cubicBezTo>
                      <a:pt x="1085" y="243"/>
                      <a:pt x="843" y="1"/>
                      <a:pt x="5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18"/>
              <p:cNvSpPr/>
              <p:nvPr/>
            </p:nvSpPr>
            <p:spPr>
              <a:xfrm rot="-5400000">
                <a:off x="251780" y="1404875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3" y="0"/>
                    </a:moveTo>
                    <a:cubicBezTo>
                      <a:pt x="243" y="0"/>
                      <a:pt x="1" y="242"/>
                      <a:pt x="1" y="541"/>
                    </a:cubicBezTo>
                    <a:cubicBezTo>
                      <a:pt x="1" y="841"/>
                      <a:pt x="243" y="1084"/>
                      <a:pt x="543" y="1084"/>
                    </a:cubicBezTo>
                    <a:cubicBezTo>
                      <a:pt x="842" y="1084"/>
                      <a:pt x="1085" y="841"/>
                      <a:pt x="1085" y="541"/>
                    </a:cubicBezTo>
                    <a:cubicBezTo>
                      <a:pt x="1085" y="242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18"/>
              <p:cNvSpPr/>
              <p:nvPr/>
            </p:nvSpPr>
            <p:spPr>
              <a:xfrm rot="-5400000">
                <a:off x="156613" y="1309762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3"/>
                      <a:pt x="243" y="1085"/>
                      <a:pt x="542" y="1085"/>
                    </a:cubicBezTo>
                    <a:cubicBezTo>
                      <a:pt x="843" y="1085"/>
                      <a:pt x="1085" y="843"/>
                      <a:pt x="1085" y="542"/>
                    </a:cubicBezTo>
                    <a:cubicBezTo>
                      <a:pt x="1085" y="243"/>
                      <a:pt x="843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72" name="Google Shape;972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4" name="Google Shape;974;p19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976" name="Google Shape;976;p19"/>
          <p:cNvGrpSpPr/>
          <p:nvPr/>
        </p:nvGrpSpPr>
        <p:grpSpPr>
          <a:xfrm flipH="1" rot="10800000">
            <a:off x="319429" y="539500"/>
            <a:ext cx="8747275" cy="4492900"/>
            <a:chOff x="319429" y="539500"/>
            <a:chExt cx="8747275" cy="4492900"/>
          </a:xfrm>
        </p:grpSpPr>
        <p:grpSp>
          <p:nvGrpSpPr>
            <p:cNvPr id="977" name="Google Shape;977;p19"/>
            <p:cNvGrpSpPr/>
            <p:nvPr/>
          </p:nvGrpSpPr>
          <p:grpSpPr>
            <a:xfrm flipH="1">
              <a:off x="8217411" y="3336062"/>
              <a:ext cx="849292" cy="1696338"/>
              <a:chOff x="107100" y="3336062"/>
              <a:chExt cx="849292" cy="1696338"/>
            </a:xfrm>
          </p:grpSpPr>
          <p:sp>
            <p:nvSpPr>
              <p:cNvPr id="978" name="Google Shape;978;p19"/>
              <p:cNvSpPr/>
              <p:nvPr/>
            </p:nvSpPr>
            <p:spPr>
              <a:xfrm>
                <a:off x="385525" y="3706094"/>
                <a:ext cx="271201" cy="723536"/>
              </a:xfrm>
              <a:custGeom>
                <a:rect b="b" l="l" r="r" t="t"/>
                <a:pathLst>
                  <a:path extrusionOk="0" h="6835" w="2562">
                    <a:moveTo>
                      <a:pt x="2344" y="1"/>
                    </a:moveTo>
                    <a:cubicBezTo>
                      <a:pt x="2293" y="1"/>
                      <a:pt x="2242" y="20"/>
                      <a:pt x="2204" y="58"/>
                    </a:cubicBezTo>
                    <a:lnTo>
                      <a:pt x="58" y="2205"/>
                    </a:lnTo>
                    <a:cubicBezTo>
                      <a:pt x="21" y="2242"/>
                      <a:pt x="0" y="2292"/>
                      <a:pt x="0" y="2345"/>
                    </a:cubicBezTo>
                    <a:lnTo>
                      <a:pt x="0" y="6636"/>
                    </a:lnTo>
                    <a:cubicBezTo>
                      <a:pt x="0" y="6746"/>
                      <a:pt x="89" y="6835"/>
                      <a:pt x="198" y="6835"/>
                    </a:cubicBezTo>
                    <a:cubicBezTo>
                      <a:pt x="308" y="6835"/>
                      <a:pt x="395" y="6746"/>
                      <a:pt x="395" y="6636"/>
                    </a:cubicBezTo>
                    <a:lnTo>
                      <a:pt x="395" y="2426"/>
                    </a:lnTo>
                    <a:lnTo>
                      <a:pt x="2484" y="339"/>
                    </a:lnTo>
                    <a:cubicBezTo>
                      <a:pt x="2561" y="262"/>
                      <a:pt x="2561" y="135"/>
                      <a:pt x="2484" y="58"/>
                    </a:cubicBezTo>
                    <a:cubicBezTo>
                      <a:pt x="2445" y="20"/>
                      <a:pt x="2394" y="1"/>
                      <a:pt x="2344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19"/>
              <p:cNvSpPr/>
              <p:nvPr/>
            </p:nvSpPr>
            <p:spPr>
              <a:xfrm>
                <a:off x="250291" y="45629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19"/>
              <p:cNvSpPr/>
              <p:nvPr/>
            </p:nvSpPr>
            <p:spPr>
              <a:xfrm>
                <a:off x="107100" y="441980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19"/>
              <p:cNvSpPr/>
              <p:nvPr/>
            </p:nvSpPr>
            <p:spPr>
              <a:xfrm>
                <a:off x="539392" y="3336062"/>
                <a:ext cx="417000" cy="4167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2" name="Google Shape;982;p19"/>
            <p:cNvGrpSpPr/>
            <p:nvPr/>
          </p:nvGrpSpPr>
          <p:grpSpPr>
            <a:xfrm flipH="1" rot="-5400000">
              <a:off x="-217171" y="1076100"/>
              <a:ext cx="1344400" cy="271200"/>
              <a:chOff x="3686625" y="4451550"/>
              <a:chExt cx="1344400" cy="271200"/>
            </a:xfrm>
          </p:grpSpPr>
          <p:sp>
            <p:nvSpPr>
              <p:cNvPr id="983" name="Google Shape;983;p19"/>
              <p:cNvSpPr/>
              <p:nvPr/>
            </p:nvSpPr>
            <p:spPr>
              <a:xfrm rot="-5400000">
                <a:off x="3638925" y="44992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19"/>
              <p:cNvSpPr/>
              <p:nvPr/>
            </p:nvSpPr>
            <p:spPr>
              <a:xfrm rot="-5400000">
                <a:off x="3931075" y="44992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19"/>
              <p:cNvSpPr/>
              <p:nvPr/>
            </p:nvSpPr>
            <p:spPr>
              <a:xfrm rot="-5400000">
                <a:off x="4223225" y="44992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19"/>
              <p:cNvSpPr/>
              <p:nvPr/>
            </p:nvSpPr>
            <p:spPr>
              <a:xfrm rot="-5400000">
                <a:off x="4515375" y="44992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19"/>
              <p:cNvSpPr/>
              <p:nvPr/>
            </p:nvSpPr>
            <p:spPr>
              <a:xfrm rot="-5400000">
                <a:off x="4807525" y="44992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88" name="Google Shape;988;p19"/>
            <p:cNvSpPr/>
            <p:nvPr/>
          </p:nvSpPr>
          <p:spPr>
            <a:xfrm flipH="1" rot="-5400000">
              <a:off x="114679" y="2782025"/>
              <a:ext cx="680700" cy="175800"/>
            </a:xfrm>
            <a:prstGeom prst="roundRect">
              <a:avLst>
                <a:gd fmla="val 50000" name="adj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9" name="Google Shape;989;p19"/>
          <p:cNvGrpSpPr/>
          <p:nvPr/>
        </p:nvGrpSpPr>
        <p:grpSpPr>
          <a:xfrm flipH="1" rot="10800000">
            <a:off x="-358879" y="106603"/>
            <a:ext cx="9542762" cy="4901879"/>
            <a:chOff x="-358879" y="54318"/>
            <a:chExt cx="9542762" cy="4901879"/>
          </a:xfrm>
        </p:grpSpPr>
        <p:grpSp>
          <p:nvGrpSpPr>
            <p:cNvPr id="990" name="Google Shape;990;p19"/>
            <p:cNvGrpSpPr/>
            <p:nvPr/>
          </p:nvGrpSpPr>
          <p:grpSpPr>
            <a:xfrm>
              <a:off x="-358879" y="54318"/>
              <a:ext cx="1715377" cy="1720041"/>
              <a:chOff x="-358879" y="54318"/>
              <a:chExt cx="1715377" cy="1720041"/>
            </a:xfrm>
          </p:grpSpPr>
          <p:sp>
            <p:nvSpPr>
              <p:cNvPr id="991" name="Google Shape;991;p19"/>
              <p:cNvSpPr/>
              <p:nvPr/>
            </p:nvSpPr>
            <p:spPr>
              <a:xfrm flipH="1" rot="-535015">
                <a:off x="-267838" y="407841"/>
                <a:ext cx="1283260" cy="1274767"/>
              </a:xfrm>
              <a:custGeom>
                <a:rect b="b" l="l" r="r" t="t"/>
                <a:pathLst>
                  <a:path extrusionOk="0" h="30469" w="30672">
                    <a:moveTo>
                      <a:pt x="217" y="1"/>
                    </a:moveTo>
                    <a:cubicBezTo>
                      <a:pt x="167" y="1"/>
                      <a:pt x="116" y="20"/>
                      <a:pt x="78" y="59"/>
                    </a:cubicBezTo>
                    <a:cubicBezTo>
                      <a:pt x="1" y="136"/>
                      <a:pt x="1" y="261"/>
                      <a:pt x="78" y="340"/>
                    </a:cubicBezTo>
                    <a:lnTo>
                      <a:pt x="4122" y="4384"/>
                    </a:lnTo>
                    <a:cubicBezTo>
                      <a:pt x="4159" y="4420"/>
                      <a:pt x="4209" y="4442"/>
                      <a:pt x="4261" y="4442"/>
                    </a:cubicBezTo>
                    <a:lnTo>
                      <a:pt x="11938" y="4442"/>
                    </a:lnTo>
                    <a:lnTo>
                      <a:pt x="18041" y="10543"/>
                    </a:lnTo>
                    <a:lnTo>
                      <a:pt x="18041" y="18056"/>
                    </a:lnTo>
                    <a:cubicBezTo>
                      <a:pt x="18041" y="18109"/>
                      <a:pt x="18062" y="18159"/>
                      <a:pt x="18099" y="18195"/>
                    </a:cubicBezTo>
                    <a:lnTo>
                      <a:pt x="30314" y="30411"/>
                    </a:lnTo>
                    <a:cubicBezTo>
                      <a:pt x="30353" y="30450"/>
                      <a:pt x="30403" y="30469"/>
                      <a:pt x="30454" y="30469"/>
                    </a:cubicBezTo>
                    <a:cubicBezTo>
                      <a:pt x="30505" y="30469"/>
                      <a:pt x="30555" y="30449"/>
                      <a:pt x="30593" y="30411"/>
                    </a:cubicBezTo>
                    <a:cubicBezTo>
                      <a:pt x="30671" y="30333"/>
                      <a:pt x="30671" y="30207"/>
                      <a:pt x="30593" y="30130"/>
                    </a:cubicBezTo>
                    <a:lnTo>
                      <a:pt x="18437" y="17974"/>
                    </a:lnTo>
                    <a:lnTo>
                      <a:pt x="18437" y="10461"/>
                    </a:lnTo>
                    <a:cubicBezTo>
                      <a:pt x="18437" y="10408"/>
                      <a:pt x="18416" y="10359"/>
                      <a:pt x="18379" y="10322"/>
                    </a:cubicBezTo>
                    <a:lnTo>
                      <a:pt x="12161" y="4104"/>
                    </a:lnTo>
                    <a:cubicBezTo>
                      <a:pt x="12124" y="4066"/>
                      <a:pt x="12073" y="4046"/>
                      <a:pt x="12021" y="4046"/>
                    </a:cubicBezTo>
                    <a:lnTo>
                      <a:pt x="4344" y="4046"/>
                    </a:lnTo>
                    <a:lnTo>
                      <a:pt x="358" y="59"/>
                    </a:lnTo>
                    <a:cubicBezTo>
                      <a:pt x="319" y="20"/>
                      <a:pt x="268" y="1"/>
                      <a:pt x="2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19"/>
              <p:cNvSpPr/>
              <p:nvPr/>
            </p:nvSpPr>
            <p:spPr>
              <a:xfrm flipH="1" rot="-535015">
                <a:off x="-269234" y="193863"/>
                <a:ext cx="690999" cy="1136994"/>
              </a:xfrm>
              <a:custGeom>
                <a:rect b="b" l="l" r="r" t="t"/>
                <a:pathLst>
                  <a:path extrusionOk="0" h="27176" w="16516">
                    <a:moveTo>
                      <a:pt x="199" y="1"/>
                    </a:moveTo>
                    <a:cubicBezTo>
                      <a:pt x="89" y="1"/>
                      <a:pt x="0" y="89"/>
                      <a:pt x="0" y="198"/>
                    </a:cubicBezTo>
                    <a:lnTo>
                      <a:pt x="0" y="3234"/>
                    </a:lnTo>
                    <a:cubicBezTo>
                      <a:pt x="0" y="3287"/>
                      <a:pt x="22" y="3337"/>
                      <a:pt x="58" y="3375"/>
                    </a:cubicBezTo>
                    <a:lnTo>
                      <a:pt x="8117" y="11432"/>
                    </a:lnTo>
                    <a:lnTo>
                      <a:pt x="8117" y="18999"/>
                    </a:lnTo>
                    <a:cubicBezTo>
                      <a:pt x="8117" y="20426"/>
                      <a:pt x="15344" y="26448"/>
                      <a:pt x="16168" y="27129"/>
                    </a:cubicBezTo>
                    <a:cubicBezTo>
                      <a:pt x="16205" y="27160"/>
                      <a:pt x="16249" y="27175"/>
                      <a:pt x="16293" y="27175"/>
                    </a:cubicBezTo>
                    <a:cubicBezTo>
                      <a:pt x="16350" y="27175"/>
                      <a:pt x="16407" y="27151"/>
                      <a:pt x="16446" y="27103"/>
                    </a:cubicBezTo>
                    <a:cubicBezTo>
                      <a:pt x="16515" y="27019"/>
                      <a:pt x="16504" y="26895"/>
                      <a:pt x="16420" y="26826"/>
                    </a:cubicBezTo>
                    <a:cubicBezTo>
                      <a:pt x="13363" y="24296"/>
                      <a:pt x="8513" y="19933"/>
                      <a:pt x="8513" y="18999"/>
                    </a:cubicBezTo>
                    <a:lnTo>
                      <a:pt x="8513" y="11351"/>
                    </a:lnTo>
                    <a:cubicBezTo>
                      <a:pt x="8513" y="11298"/>
                      <a:pt x="8492" y="11248"/>
                      <a:pt x="8455" y="11210"/>
                    </a:cubicBezTo>
                    <a:lnTo>
                      <a:pt x="396" y="3152"/>
                    </a:lnTo>
                    <a:lnTo>
                      <a:pt x="396" y="198"/>
                    </a:lnTo>
                    <a:cubicBezTo>
                      <a:pt x="396" y="89"/>
                      <a:pt x="308" y="1"/>
                      <a:pt x="1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19"/>
              <p:cNvSpPr/>
              <p:nvPr/>
            </p:nvSpPr>
            <p:spPr>
              <a:xfrm flipH="1" rot="-535015">
                <a:off x="418452" y="1265840"/>
                <a:ext cx="84388" cy="84388"/>
              </a:xfrm>
              <a:custGeom>
                <a:rect b="b" l="l" r="r" t="t"/>
                <a:pathLst>
                  <a:path extrusionOk="0" h="2017" w="2017">
                    <a:moveTo>
                      <a:pt x="1009" y="1"/>
                    </a:moveTo>
                    <a:cubicBezTo>
                      <a:pt x="453" y="1"/>
                      <a:pt x="1" y="452"/>
                      <a:pt x="1" y="1008"/>
                    </a:cubicBezTo>
                    <a:cubicBezTo>
                      <a:pt x="1" y="1565"/>
                      <a:pt x="453" y="2016"/>
                      <a:pt x="1009" y="2016"/>
                    </a:cubicBezTo>
                    <a:cubicBezTo>
                      <a:pt x="1566" y="2016"/>
                      <a:pt x="2017" y="1565"/>
                      <a:pt x="2017" y="1008"/>
                    </a:cubicBezTo>
                    <a:cubicBezTo>
                      <a:pt x="2017" y="452"/>
                      <a:pt x="1566" y="1"/>
                      <a:pt x="1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19"/>
              <p:cNvSpPr/>
              <p:nvPr/>
            </p:nvSpPr>
            <p:spPr>
              <a:xfrm flipH="1" rot="-535015">
                <a:off x="337284" y="1184680"/>
                <a:ext cx="246636" cy="246678"/>
              </a:xfrm>
              <a:custGeom>
                <a:rect b="b" l="l" r="r" t="t"/>
                <a:pathLst>
                  <a:path extrusionOk="0" h="5896" w="5895">
                    <a:moveTo>
                      <a:pt x="2947" y="199"/>
                    </a:moveTo>
                    <a:cubicBezTo>
                      <a:pt x="4463" y="199"/>
                      <a:pt x="5696" y="1432"/>
                      <a:pt x="5696" y="2948"/>
                    </a:cubicBezTo>
                    <a:cubicBezTo>
                      <a:pt x="5696" y="4465"/>
                      <a:pt x="4463" y="5698"/>
                      <a:pt x="2947" y="5698"/>
                    </a:cubicBezTo>
                    <a:cubicBezTo>
                      <a:pt x="1432" y="5698"/>
                      <a:pt x="199" y="4465"/>
                      <a:pt x="199" y="2948"/>
                    </a:cubicBezTo>
                    <a:cubicBezTo>
                      <a:pt x="199" y="1432"/>
                      <a:pt x="1432" y="199"/>
                      <a:pt x="2947" y="199"/>
                    </a:cubicBezTo>
                    <a:close/>
                    <a:moveTo>
                      <a:pt x="2947" y="1"/>
                    </a:moveTo>
                    <a:cubicBezTo>
                      <a:pt x="1322" y="1"/>
                      <a:pt x="0" y="1324"/>
                      <a:pt x="0" y="2948"/>
                    </a:cubicBezTo>
                    <a:cubicBezTo>
                      <a:pt x="0" y="4573"/>
                      <a:pt x="1322" y="5895"/>
                      <a:pt x="2947" y="5895"/>
                    </a:cubicBezTo>
                    <a:cubicBezTo>
                      <a:pt x="4573" y="5895"/>
                      <a:pt x="5895" y="4573"/>
                      <a:pt x="5895" y="2948"/>
                    </a:cubicBezTo>
                    <a:cubicBezTo>
                      <a:pt x="5895" y="1324"/>
                      <a:pt x="4572" y="1"/>
                      <a:pt x="2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19"/>
              <p:cNvSpPr/>
              <p:nvPr/>
            </p:nvSpPr>
            <p:spPr>
              <a:xfrm flipH="1" rot="-535015">
                <a:off x="20168" y="628184"/>
                <a:ext cx="84388" cy="84388"/>
              </a:xfrm>
              <a:custGeom>
                <a:rect b="b" l="l" r="r" t="t"/>
                <a:pathLst>
                  <a:path extrusionOk="0" h="2017" w="2017">
                    <a:moveTo>
                      <a:pt x="1009" y="1"/>
                    </a:moveTo>
                    <a:cubicBezTo>
                      <a:pt x="452" y="1"/>
                      <a:pt x="1" y="452"/>
                      <a:pt x="1" y="1009"/>
                    </a:cubicBezTo>
                    <a:cubicBezTo>
                      <a:pt x="1" y="1566"/>
                      <a:pt x="452" y="2016"/>
                      <a:pt x="1009" y="2016"/>
                    </a:cubicBezTo>
                    <a:cubicBezTo>
                      <a:pt x="1566" y="2016"/>
                      <a:pt x="2016" y="1566"/>
                      <a:pt x="2016" y="1009"/>
                    </a:cubicBezTo>
                    <a:cubicBezTo>
                      <a:pt x="2016" y="452"/>
                      <a:pt x="1566" y="1"/>
                      <a:pt x="1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19"/>
              <p:cNvSpPr/>
              <p:nvPr/>
            </p:nvSpPr>
            <p:spPr>
              <a:xfrm flipH="1" rot="-535015">
                <a:off x="-60994" y="547062"/>
                <a:ext cx="246678" cy="246678"/>
              </a:xfrm>
              <a:custGeom>
                <a:rect b="b" l="l" r="r" t="t"/>
                <a:pathLst>
                  <a:path extrusionOk="0" h="5896" w="5896">
                    <a:moveTo>
                      <a:pt x="2948" y="198"/>
                    </a:moveTo>
                    <a:cubicBezTo>
                      <a:pt x="4464" y="198"/>
                      <a:pt x="5697" y="1431"/>
                      <a:pt x="5697" y="2948"/>
                    </a:cubicBezTo>
                    <a:cubicBezTo>
                      <a:pt x="5697" y="4463"/>
                      <a:pt x="4464" y="5697"/>
                      <a:pt x="2948" y="5697"/>
                    </a:cubicBezTo>
                    <a:cubicBezTo>
                      <a:pt x="1433" y="5697"/>
                      <a:pt x="200" y="4463"/>
                      <a:pt x="200" y="2948"/>
                    </a:cubicBezTo>
                    <a:cubicBezTo>
                      <a:pt x="200" y="1432"/>
                      <a:pt x="1433" y="198"/>
                      <a:pt x="2948" y="198"/>
                    </a:cubicBezTo>
                    <a:close/>
                    <a:moveTo>
                      <a:pt x="2948" y="1"/>
                    </a:moveTo>
                    <a:cubicBezTo>
                      <a:pt x="1324" y="1"/>
                      <a:pt x="1" y="1322"/>
                      <a:pt x="1" y="2948"/>
                    </a:cubicBezTo>
                    <a:cubicBezTo>
                      <a:pt x="1" y="4572"/>
                      <a:pt x="1324" y="5895"/>
                      <a:pt x="2948" y="5895"/>
                    </a:cubicBezTo>
                    <a:cubicBezTo>
                      <a:pt x="4574" y="5895"/>
                      <a:pt x="5895" y="4572"/>
                      <a:pt x="5895" y="2948"/>
                    </a:cubicBezTo>
                    <a:cubicBezTo>
                      <a:pt x="5895" y="1322"/>
                      <a:pt x="4574" y="1"/>
                      <a:pt x="2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19"/>
              <p:cNvSpPr/>
              <p:nvPr/>
            </p:nvSpPr>
            <p:spPr>
              <a:xfrm flipH="1" rot="-535015">
                <a:off x="850580" y="240886"/>
                <a:ext cx="133338" cy="133296"/>
              </a:xfrm>
              <a:custGeom>
                <a:rect b="b" l="l" r="r" t="t"/>
                <a:pathLst>
                  <a:path extrusionOk="0" h="3186" w="3187">
                    <a:moveTo>
                      <a:pt x="1593" y="0"/>
                    </a:moveTo>
                    <a:cubicBezTo>
                      <a:pt x="714" y="0"/>
                      <a:pt x="1" y="713"/>
                      <a:pt x="1" y="1593"/>
                    </a:cubicBezTo>
                    <a:cubicBezTo>
                      <a:pt x="1" y="2472"/>
                      <a:pt x="714" y="3185"/>
                      <a:pt x="1593" y="3185"/>
                    </a:cubicBezTo>
                    <a:cubicBezTo>
                      <a:pt x="2473" y="3185"/>
                      <a:pt x="3187" y="2472"/>
                      <a:pt x="3187" y="1593"/>
                    </a:cubicBezTo>
                    <a:cubicBezTo>
                      <a:pt x="3187" y="713"/>
                      <a:pt x="2473" y="0"/>
                      <a:pt x="15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19"/>
              <p:cNvSpPr/>
              <p:nvPr/>
            </p:nvSpPr>
            <p:spPr>
              <a:xfrm flipH="1" rot="-535015">
                <a:off x="889154" y="279461"/>
                <a:ext cx="56189" cy="56147"/>
              </a:xfrm>
              <a:custGeom>
                <a:rect b="b" l="l" r="r" t="t"/>
                <a:pathLst>
                  <a:path extrusionOk="0" h="1342" w="1343">
                    <a:moveTo>
                      <a:pt x="671" y="1"/>
                    </a:moveTo>
                    <a:cubicBezTo>
                      <a:pt x="301" y="1"/>
                      <a:pt x="1" y="301"/>
                      <a:pt x="1" y="671"/>
                    </a:cubicBezTo>
                    <a:cubicBezTo>
                      <a:pt x="1" y="1041"/>
                      <a:pt x="301" y="1341"/>
                      <a:pt x="671" y="1341"/>
                    </a:cubicBezTo>
                    <a:cubicBezTo>
                      <a:pt x="1042" y="1341"/>
                      <a:pt x="1343" y="1041"/>
                      <a:pt x="1343" y="671"/>
                    </a:cubicBezTo>
                    <a:cubicBezTo>
                      <a:pt x="1343" y="301"/>
                      <a:pt x="1042" y="1"/>
                      <a:pt x="6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19"/>
              <p:cNvSpPr/>
              <p:nvPr/>
            </p:nvSpPr>
            <p:spPr>
              <a:xfrm flipH="1" rot="-535015">
                <a:off x="251777" y="63843"/>
                <a:ext cx="133296" cy="133296"/>
              </a:xfrm>
              <a:custGeom>
                <a:rect b="b" l="l" r="r" t="t"/>
                <a:pathLst>
                  <a:path extrusionOk="0" h="3186" w="3186">
                    <a:moveTo>
                      <a:pt x="1593" y="0"/>
                    </a:moveTo>
                    <a:cubicBezTo>
                      <a:pt x="713" y="0"/>
                      <a:pt x="1" y="713"/>
                      <a:pt x="1" y="1592"/>
                    </a:cubicBezTo>
                    <a:cubicBezTo>
                      <a:pt x="1" y="2472"/>
                      <a:pt x="713" y="3186"/>
                      <a:pt x="1593" y="3186"/>
                    </a:cubicBezTo>
                    <a:cubicBezTo>
                      <a:pt x="2473" y="3186"/>
                      <a:pt x="3185" y="2472"/>
                      <a:pt x="3185" y="1592"/>
                    </a:cubicBezTo>
                    <a:cubicBezTo>
                      <a:pt x="3185" y="713"/>
                      <a:pt x="2473" y="0"/>
                      <a:pt x="15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19"/>
              <p:cNvSpPr/>
              <p:nvPr/>
            </p:nvSpPr>
            <p:spPr>
              <a:xfrm flipH="1" rot="-535015">
                <a:off x="290351" y="102418"/>
                <a:ext cx="56147" cy="56147"/>
              </a:xfrm>
              <a:custGeom>
                <a:rect b="b" l="l" r="r" t="t"/>
                <a:pathLst>
                  <a:path extrusionOk="0" h="1342" w="1342">
                    <a:moveTo>
                      <a:pt x="671" y="0"/>
                    </a:moveTo>
                    <a:cubicBezTo>
                      <a:pt x="301" y="0"/>
                      <a:pt x="1" y="300"/>
                      <a:pt x="1" y="670"/>
                    </a:cubicBezTo>
                    <a:cubicBezTo>
                      <a:pt x="1" y="1042"/>
                      <a:pt x="301" y="1342"/>
                      <a:pt x="671" y="1342"/>
                    </a:cubicBezTo>
                    <a:cubicBezTo>
                      <a:pt x="1041" y="1342"/>
                      <a:pt x="1341" y="1042"/>
                      <a:pt x="1341" y="670"/>
                    </a:cubicBezTo>
                    <a:cubicBezTo>
                      <a:pt x="1341" y="300"/>
                      <a:pt x="1041" y="0"/>
                      <a:pt x="6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19"/>
              <p:cNvSpPr/>
              <p:nvPr/>
            </p:nvSpPr>
            <p:spPr>
              <a:xfrm flipH="1" rot="-535015">
                <a:off x="1173403" y="234575"/>
                <a:ext cx="84388" cy="84388"/>
              </a:xfrm>
              <a:custGeom>
                <a:rect b="b" l="l" r="r" t="t"/>
                <a:pathLst>
                  <a:path extrusionOk="0" h="2017" w="2017">
                    <a:moveTo>
                      <a:pt x="1009" y="1"/>
                    </a:moveTo>
                    <a:cubicBezTo>
                      <a:pt x="453" y="1"/>
                      <a:pt x="1" y="452"/>
                      <a:pt x="1" y="1008"/>
                    </a:cubicBezTo>
                    <a:cubicBezTo>
                      <a:pt x="1" y="1565"/>
                      <a:pt x="453" y="2016"/>
                      <a:pt x="1009" y="2016"/>
                    </a:cubicBezTo>
                    <a:cubicBezTo>
                      <a:pt x="1566" y="2016"/>
                      <a:pt x="2017" y="1565"/>
                      <a:pt x="2017" y="1008"/>
                    </a:cubicBezTo>
                    <a:cubicBezTo>
                      <a:pt x="2017" y="452"/>
                      <a:pt x="1566" y="1"/>
                      <a:pt x="1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19"/>
              <p:cNvSpPr/>
              <p:nvPr/>
            </p:nvSpPr>
            <p:spPr>
              <a:xfrm flipH="1" rot="-535015">
                <a:off x="1092235" y="153415"/>
                <a:ext cx="246636" cy="246678"/>
              </a:xfrm>
              <a:custGeom>
                <a:rect b="b" l="l" r="r" t="t"/>
                <a:pathLst>
                  <a:path extrusionOk="0" h="5896" w="5895">
                    <a:moveTo>
                      <a:pt x="2947" y="199"/>
                    </a:moveTo>
                    <a:cubicBezTo>
                      <a:pt x="4463" y="199"/>
                      <a:pt x="5696" y="1432"/>
                      <a:pt x="5696" y="2948"/>
                    </a:cubicBezTo>
                    <a:cubicBezTo>
                      <a:pt x="5696" y="4465"/>
                      <a:pt x="4463" y="5698"/>
                      <a:pt x="2947" y="5698"/>
                    </a:cubicBezTo>
                    <a:cubicBezTo>
                      <a:pt x="1432" y="5698"/>
                      <a:pt x="199" y="4465"/>
                      <a:pt x="199" y="2948"/>
                    </a:cubicBezTo>
                    <a:cubicBezTo>
                      <a:pt x="199" y="1432"/>
                      <a:pt x="1432" y="199"/>
                      <a:pt x="2947" y="199"/>
                    </a:cubicBezTo>
                    <a:close/>
                    <a:moveTo>
                      <a:pt x="2947" y="1"/>
                    </a:moveTo>
                    <a:cubicBezTo>
                      <a:pt x="1322" y="1"/>
                      <a:pt x="0" y="1324"/>
                      <a:pt x="0" y="2948"/>
                    </a:cubicBezTo>
                    <a:cubicBezTo>
                      <a:pt x="0" y="4573"/>
                      <a:pt x="1322" y="5895"/>
                      <a:pt x="2947" y="5895"/>
                    </a:cubicBezTo>
                    <a:cubicBezTo>
                      <a:pt x="4573" y="5895"/>
                      <a:pt x="5895" y="4573"/>
                      <a:pt x="5895" y="2948"/>
                    </a:cubicBezTo>
                    <a:cubicBezTo>
                      <a:pt x="5895" y="1324"/>
                      <a:pt x="4572" y="1"/>
                      <a:pt x="2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3" name="Google Shape;1003;p19"/>
            <p:cNvGrpSpPr/>
            <p:nvPr/>
          </p:nvGrpSpPr>
          <p:grpSpPr>
            <a:xfrm>
              <a:off x="8000036" y="3615104"/>
              <a:ext cx="1183848" cy="1341092"/>
              <a:chOff x="8000036" y="3615104"/>
              <a:chExt cx="1183848" cy="1341092"/>
            </a:xfrm>
          </p:grpSpPr>
          <p:grpSp>
            <p:nvGrpSpPr>
              <p:cNvPr id="1004" name="Google Shape;1004;p19"/>
              <p:cNvGrpSpPr/>
              <p:nvPr/>
            </p:nvGrpSpPr>
            <p:grpSpPr>
              <a:xfrm rot="-5400000">
                <a:off x="8157060" y="3929373"/>
                <a:ext cx="869799" cy="1183848"/>
                <a:chOff x="228610" y="4018498"/>
                <a:chExt cx="869799" cy="1183848"/>
              </a:xfrm>
            </p:grpSpPr>
            <p:sp>
              <p:nvSpPr>
                <p:cNvPr id="1005" name="Google Shape;1005;p19"/>
                <p:cNvSpPr/>
                <p:nvPr/>
              </p:nvSpPr>
              <p:spPr>
                <a:xfrm>
                  <a:off x="1005698" y="4664451"/>
                  <a:ext cx="92712" cy="537861"/>
                </a:xfrm>
                <a:custGeom>
                  <a:rect b="b" l="l" r="r" t="t"/>
                  <a:pathLst>
                    <a:path extrusionOk="0" h="10402" w="1793">
                      <a:moveTo>
                        <a:pt x="1639" y="10402"/>
                      </a:moveTo>
                      <a:cubicBezTo>
                        <a:pt x="1554" y="10402"/>
                        <a:pt x="1485" y="10333"/>
                        <a:pt x="1485" y="10248"/>
                      </a:cubicBezTo>
                      <a:lnTo>
                        <a:pt x="1485" y="1703"/>
                      </a:lnTo>
                      <a:lnTo>
                        <a:pt x="61" y="279"/>
                      </a:lnTo>
                      <a:cubicBezTo>
                        <a:pt x="1" y="218"/>
                        <a:pt x="1" y="121"/>
                        <a:pt x="61" y="61"/>
                      </a:cubicBezTo>
                      <a:cubicBezTo>
                        <a:pt x="121" y="1"/>
                        <a:pt x="218" y="1"/>
                        <a:pt x="278" y="61"/>
                      </a:cubicBezTo>
                      <a:lnTo>
                        <a:pt x="1748" y="1531"/>
                      </a:lnTo>
                      <a:cubicBezTo>
                        <a:pt x="1776" y="1559"/>
                        <a:pt x="1793" y="1598"/>
                        <a:pt x="1793" y="1639"/>
                      </a:cubicBezTo>
                      <a:lnTo>
                        <a:pt x="1793" y="10248"/>
                      </a:lnTo>
                      <a:cubicBezTo>
                        <a:pt x="1793" y="10333"/>
                        <a:pt x="1724" y="10402"/>
                        <a:pt x="1639" y="1040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6" name="Google Shape;1006;p19"/>
                <p:cNvSpPr/>
                <p:nvPr/>
              </p:nvSpPr>
              <p:spPr>
                <a:xfrm>
                  <a:off x="228610" y="4146013"/>
                  <a:ext cx="188422" cy="1056333"/>
                </a:xfrm>
                <a:custGeom>
                  <a:rect b="b" l="l" r="r" t="t"/>
                  <a:pathLst>
                    <a:path extrusionOk="0" h="20429" w="3644">
                      <a:moveTo>
                        <a:pt x="2406" y="1"/>
                      </a:moveTo>
                      <a:cubicBezTo>
                        <a:pt x="1723" y="1"/>
                        <a:pt x="1169" y="555"/>
                        <a:pt x="1169" y="1238"/>
                      </a:cubicBezTo>
                      <a:cubicBezTo>
                        <a:pt x="1169" y="1525"/>
                        <a:pt x="1270" y="1785"/>
                        <a:pt x="1434" y="1994"/>
                      </a:cubicBezTo>
                      <a:lnTo>
                        <a:pt x="46" y="3382"/>
                      </a:lnTo>
                      <a:cubicBezTo>
                        <a:pt x="17" y="3410"/>
                        <a:pt x="1" y="3449"/>
                        <a:pt x="1" y="3491"/>
                      </a:cubicBezTo>
                      <a:lnTo>
                        <a:pt x="1" y="13384"/>
                      </a:lnTo>
                      <a:cubicBezTo>
                        <a:pt x="1" y="13424"/>
                        <a:pt x="17" y="13463"/>
                        <a:pt x="46" y="13493"/>
                      </a:cubicBezTo>
                      <a:lnTo>
                        <a:pt x="2189" y="15636"/>
                      </a:lnTo>
                      <a:lnTo>
                        <a:pt x="2189" y="20275"/>
                      </a:lnTo>
                      <a:cubicBezTo>
                        <a:pt x="2189" y="20359"/>
                        <a:pt x="2258" y="20429"/>
                        <a:pt x="2343" y="20429"/>
                      </a:cubicBezTo>
                      <a:cubicBezTo>
                        <a:pt x="2428" y="20429"/>
                        <a:pt x="2496" y="20359"/>
                        <a:pt x="2496" y="20275"/>
                      </a:cubicBezTo>
                      <a:lnTo>
                        <a:pt x="2496" y="15572"/>
                      </a:lnTo>
                      <a:cubicBezTo>
                        <a:pt x="2496" y="15531"/>
                        <a:pt x="2480" y="15492"/>
                        <a:pt x="2451" y="15464"/>
                      </a:cubicBezTo>
                      <a:lnTo>
                        <a:pt x="308" y="13320"/>
                      </a:lnTo>
                      <a:lnTo>
                        <a:pt x="308" y="3554"/>
                      </a:lnTo>
                      <a:lnTo>
                        <a:pt x="1650" y="2211"/>
                      </a:lnTo>
                      <a:lnTo>
                        <a:pt x="1651" y="2211"/>
                      </a:lnTo>
                      <a:cubicBezTo>
                        <a:pt x="1860" y="2375"/>
                        <a:pt x="2120" y="2476"/>
                        <a:pt x="2406" y="2476"/>
                      </a:cubicBezTo>
                      <a:cubicBezTo>
                        <a:pt x="3090" y="2476"/>
                        <a:pt x="3643" y="1922"/>
                        <a:pt x="3643" y="1238"/>
                      </a:cubicBezTo>
                      <a:cubicBezTo>
                        <a:pt x="3643" y="555"/>
                        <a:pt x="3090" y="1"/>
                        <a:pt x="240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7" name="Google Shape;1007;p19"/>
                <p:cNvSpPr/>
                <p:nvPr/>
              </p:nvSpPr>
              <p:spPr>
                <a:xfrm>
                  <a:off x="326082" y="4183089"/>
                  <a:ext cx="53931" cy="53931"/>
                </a:xfrm>
                <a:custGeom>
                  <a:rect b="b" l="l" r="r" t="t"/>
                  <a:pathLst>
                    <a:path extrusionOk="0" h="1043" w="1043">
                      <a:moveTo>
                        <a:pt x="521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09"/>
                        <a:pt x="233" y="1043"/>
                        <a:pt x="521" y="1043"/>
                      </a:cubicBezTo>
                      <a:cubicBezTo>
                        <a:pt x="809" y="1043"/>
                        <a:pt x="1043" y="809"/>
                        <a:pt x="1043" y="521"/>
                      </a:cubicBezTo>
                      <a:cubicBezTo>
                        <a:pt x="1043" y="234"/>
                        <a:pt x="809" y="0"/>
                        <a:pt x="5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8" name="Google Shape;1008;p19"/>
                <p:cNvSpPr/>
                <p:nvPr/>
              </p:nvSpPr>
              <p:spPr>
                <a:xfrm>
                  <a:off x="416573" y="4018498"/>
                  <a:ext cx="484344" cy="1183792"/>
                </a:xfrm>
                <a:custGeom>
                  <a:rect b="b" l="l" r="r" t="t"/>
                  <a:pathLst>
                    <a:path extrusionOk="0" h="22894" w="9367">
                      <a:moveTo>
                        <a:pt x="1897" y="1"/>
                      </a:moveTo>
                      <a:cubicBezTo>
                        <a:pt x="1214" y="1"/>
                        <a:pt x="661" y="555"/>
                        <a:pt x="661" y="1238"/>
                      </a:cubicBezTo>
                      <a:cubicBezTo>
                        <a:pt x="661" y="1847"/>
                        <a:pt x="1103" y="2352"/>
                        <a:pt x="1683" y="2454"/>
                      </a:cubicBezTo>
                      <a:lnTo>
                        <a:pt x="1683" y="8153"/>
                      </a:lnTo>
                      <a:lnTo>
                        <a:pt x="46" y="9790"/>
                      </a:lnTo>
                      <a:cubicBezTo>
                        <a:pt x="17" y="9819"/>
                        <a:pt x="1" y="9858"/>
                        <a:pt x="1" y="9899"/>
                      </a:cubicBezTo>
                      <a:lnTo>
                        <a:pt x="1" y="13697"/>
                      </a:lnTo>
                      <a:cubicBezTo>
                        <a:pt x="1" y="13738"/>
                        <a:pt x="17" y="13778"/>
                        <a:pt x="46" y="13806"/>
                      </a:cubicBezTo>
                      <a:lnTo>
                        <a:pt x="9090" y="22849"/>
                      </a:lnTo>
                      <a:cubicBezTo>
                        <a:pt x="9119" y="22879"/>
                        <a:pt x="9158" y="22894"/>
                        <a:pt x="9198" y="22894"/>
                      </a:cubicBezTo>
                      <a:cubicBezTo>
                        <a:pt x="9237" y="22894"/>
                        <a:pt x="9276" y="22879"/>
                        <a:pt x="9307" y="22849"/>
                      </a:cubicBezTo>
                      <a:cubicBezTo>
                        <a:pt x="9366" y="22790"/>
                        <a:pt x="9366" y="22692"/>
                        <a:pt x="9307" y="22631"/>
                      </a:cubicBezTo>
                      <a:lnTo>
                        <a:pt x="308" y="13634"/>
                      </a:lnTo>
                      <a:lnTo>
                        <a:pt x="308" y="9963"/>
                      </a:lnTo>
                      <a:lnTo>
                        <a:pt x="1946" y="8326"/>
                      </a:lnTo>
                      <a:cubicBezTo>
                        <a:pt x="1974" y="8297"/>
                        <a:pt x="1991" y="8258"/>
                        <a:pt x="1991" y="8217"/>
                      </a:cubicBezTo>
                      <a:lnTo>
                        <a:pt x="1991" y="2466"/>
                      </a:lnTo>
                      <a:cubicBezTo>
                        <a:pt x="2629" y="2417"/>
                        <a:pt x="3135" y="1890"/>
                        <a:pt x="3135" y="1238"/>
                      </a:cubicBezTo>
                      <a:cubicBezTo>
                        <a:pt x="3135" y="555"/>
                        <a:pt x="2580" y="1"/>
                        <a:pt x="18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9" name="Google Shape;1009;p19"/>
                <p:cNvSpPr/>
                <p:nvPr/>
              </p:nvSpPr>
              <p:spPr>
                <a:xfrm>
                  <a:off x="487674" y="4055573"/>
                  <a:ext cx="53983" cy="53879"/>
                </a:xfrm>
                <a:custGeom>
                  <a:rect b="b" l="l" r="r" t="t"/>
                  <a:pathLst>
                    <a:path extrusionOk="0" h="1042" w="1044">
                      <a:moveTo>
                        <a:pt x="522" y="0"/>
                      </a:moveTo>
                      <a:cubicBezTo>
                        <a:pt x="235" y="0"/>
                        <a:pt x="1" y="233"/>
                        <a:pt x="1" y="521"/>
                      </a:cubicBezTo>
                      <a:cubicBezTo>
                        <a:pt x="1" y="809"/>
                        <a:pt x="235" y="1042"/>
                        <a:pt x="522" y="1042"/>
                      </a:cubicBezTo>
                      <a:cubicBezTo>
                        <a:pt x="811" y="1042"/>
                        <a:pt x="1043" y="809"/>
                        <a:pt x="1043" y="521"/>
                      </a:cubicBezTo>
                      <a:cubicBezTo>
                        <a:pt x="1043" y="233"/>
                        <a:pt x="811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0" name="Google Shape;1010;p19"/>
                <p:cNvSpPr/>
                <p:nvPr/>
              </p:nvSpPr>
              <p:spPr>
                <a:xfrm>
                  <a:off x="384100" y="4684100"/>
                  <a:ext cx="80974" cy="81026"/>
                </a:xfrm>
                <a:custGeom>
                  <a:rect b="b" l="l" r="r" t="t"/>
                  <a:pathLst>
                    <a:path extrusionOk="0" h="1567" w="1566">
                      <a:moveTo>
                        <a:pt x="783" y="0"/>
                      </a:moveTo>
                      <a:cubicBezTo>
                        <a:pt x="350" y="0"/>
                        <a:pt x="0" y="351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5" y="1567"/>
                        <a:pt x="1565" y="1216"/>
                        <a:pt x="1565" y="784"/>
                      </a:cubicBezTo>
                      <a:cubicBezTo>
                        <a:pt x="1565" y="351"/>
                        <a:pt x="1215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1" name="Google Shape;1011;p19"/>
                <p:cNvSpPr/>
                <p:nvPr/>
              </p:nvSpPr>
              <p:spPr>
                <a:xfrm>
                  <a:off x="306174" y="4606226"/>
                  <a:ext cx="236820" cy="236769"/>
                </a:xfrm>
                <a:custGeom>
                  <a:rect b="b" l="l" r="r" t="t"/>
                  <a:pathLst>
                    <a:path extrusionOk="0" h="4579" w="4580">
                      <a:moveTo>
                        <a:pt x="2290" y="154"/>
                      </a:moveTo>
                      <a:cubicBezTo>
                        <a:pt x="3467" y="154"/>
                        <a:pt x="4426" y="1111"/>
                        <a:pt x="4426" y="2290"/>
                      </a:cubicBezTo>
                      <a:cubicBezTo>
                        <a:pt x="4426" y="3468"/>
                        <a:pt x="3467" y="4425"/>
                        <a:pt x="2290" y="4425"/>
                      </a:cubicBezTo>
                      <a:cubicBezTo>
                        <a:pt x="1112" y="4425"/>
                        <a:pt x="155" y="3468"/>
                        <a:pt x="155" y="2290"/>
                      </a:cubicBezTo>
                      <a:cubicBezTo>
                        <a:pt x="155" y="1113"/>
                        <a:pt x="1112" y="154"/>
                        <a:pt x="2290" y="154"/>
                      </a:cubicBezTo>
                      <a:close/>
                      <a:moveTo>
                        <a:pt x="2290" y="0"/>
                      </a:moveTo>
                      <a:cubicBezTo>
                        <a:pt x="1027" y="0"/>
                        <a:pt x="1" y="1028"/>
                        <a:pt x="1" y="2290"/>
                      </a:cubicBezTo>
                      <a:cubicBezTo>
                        <a:pt x="1" y="3553"/>
                        <a:pt x="1027" y="4579"/>
                        <a:pt x="2290" y="4579"/>
                      </a:cubicBezTo>
                      <a:cubicBezTo>
                        <a:pt x="3552" y="4579"/>
                        <a:pt x="4580" y="3551"/>
                        <a:pt x="4580" y="2290"/>
                      </a:cubicBezTo>
                      <a:cubicBezTo>
                        <a:pt x="4580" y="1028"/>
                        <a:pt x="3552" y="0"/>
                        <a:pt x="229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2" name="Google Shape;1012;p19"/>
                <p:cNvSpPr/>
                <p:nvPr/>
              </p:nvSpPr>
              <p:spPr>
                <a:xfrm>
                  <a:off x="938320" y="4609225"/>
                  <a:ext cx="128028" cy="127976"/>
                </a:xfrm>
                <a:custGeom>
                  <a:rect b="b" l="l" r="r" t="t"/>
                  <a:pathLst>
                    <a:path extrusionOk="0" h="2475" w="2476">
                      <a:moveTo>
                        <a:pt x="1237" y="0"/>
                      </a:moveTo>
                      <a:cubicBezTo>
                        <a:pt x="555" y="0"/>
                        <a:pt x="1" y="555"/>
                        <a:pt x="1" y="1238"/>
                      </a:cubicBezTo>
                      <a:cubicBezTo>
                        <a:pt x="1" y="1921"/>
                        <a:pt x="555" y="2474"/>
                        <a:pt x="1237" y="2474"/>
                      </a:cubicBezTo>
                      <a:cubicBezTo>
                        <a:pt x="1921" y="2474"/>
                        <a:pt x="2475" y="1921"/>
                        <a:pt x="2475" y="1238"/>
                      </a:cubicBezTo>
                      <a:cubicBezTo>
                        <a:pt x="2475" y="555"/>
                        <a:pt x="1921" y="0"/>
                        <a:pt x="12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3" name="Google Shape;1013;p19"/>
                <p:cNvSpPr/>
                <p:nvPr/>
              </p:nvSpPr>
              <p:spPr>
                <a:xfrm>
                  <a:off x="975396" y="4646249"/>
                  <a:ext cx="53879" cy="53983"/>
                </a:xfrm>
                <a:custGeom>
                  <a:rect b="b" l="l" r="r" t="t"/>
                  <a:pathLst>
                    <a:path extrusionOk="0" h="1044" w="1042">
                      <a:moveTo>
                        <a:pt x="522" y="1"/>
                      </a:moveTo>
                      <a:cubicBezTo>
                        <a:pt x="233" y="1"/>
                        <a:pt x="0" y="235"/>
                        <a:pt x="0" y="522"/>
                      </a:cubicBezTo>
                      <a:cubicBezTo>
                        <a:pt x="0" y="809"/>
                        <a:pt x="233" y="1043"/>
                        <a:pt x="522" y="1043"/>
                      </a:cubicBezTo>
                      <a:cubicBezTo>
                        <a:pt x="809" y="1043"/>
                        <a:pt x="1042" y="809"/>
                        <a:pt x="1042" y="522"/>
                      </a:cubicBezTo>
                      <a:cubicBezTo>
                        <a:pt x="1042" y="233"/>
                        <a:pt x="809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14" name="Google Shape;1014;p19"/>
              <p:cNvGrpSpPr/>
              <p:nvPr/>
            </p:nvGrpSpPr>
            <p:grpSpPr>
              <a:xfrm rot="-5400000">
                <a:off x="8710546" y="3514627"/>
                <a:ext cx="372844" cy="573798"/>
                <a:chOff x="6686771" y="4630402"/>
                <a:chExt cx="372844" cy="573798"/>
              </a:xfrm>
            </p:grpSpPr>
            <p:sp>
              <p:nvSpPr>
                <p:cNvPr id="1015" name="Google Shape;1015;p19"/>
                <p:cNvSpPr/>
                <p:nvPr/>
              </p:nvSpPr>
              <p:spPr>
                <a:xfrm flipH="1">
                  <a:off x="6811756" y="4630402"/>
                  <a:ext cx="247859" cy="573798"/>
                </a:xfrm>
                <a:custGeom>
                  <a:rect b="b" l="l" r="r" t="t"/>
                  <a:pathLst>
                    <a:path extrusionOk="0" h="9806" w="4236">
                      <a:moveTo>
                        <a:pt x="1239" y="1"/>
                      </a:moveTo>
                      <a:cubicBezTo>
                        <a:pt x="555" y="1"/>
                        <a:pt x="1" y="554"/>
                        <a:pt x="1" y="1237"/>
                      </a:cubicBezTo>
                      <a:cubicBezTo>
                        <a:pt x="1" y="1921"/>
                        <a:pt x="555" y="2475"/>
                        <a:pt x="1239" y="2475"/>
                      </a:cubicBezTo>
                      <a:cubicBezTo>
                        <a:pt x="1525" y="2475"/>
                        <a:pt x="1784" y="2374"/>
                        <a:pt x="1994" y="2211"/>
                      </a:cubicBezTo>
                      <a:lnTo>
                        <a:pt x="3928" y="4145"/>
                      </a:lnTo>
                      <a:lnTo>
                        <a:pt x="3928" y="9652"/>
                      </a:lnTo>
                      <a:cubicBezTo>
                        <a:pt x="3928" y="9737"/>
                        <a:pt x="3997" y="9806"/>
                        <a:pt x="4082" y="9806"/>
                      </a:cubicBezTo>
                      <a:cubicBezTo>
                        <a:pt x="4167" y="9806"/>
                        <a:pt x="4235" y="9737"/>
                        <a:pt x="4235" y="9652"/>
                      </a:cubicBezTo>
                      <a:lnTo>
                        <a:pt x="4235" y="4082"/>
                      </a:lnTo>
                      <a:cubicBezTo>
                        <a:pt x="4235" y="4041"/>
                        <a:pt x="4219" y="4001"/>
                        <a:pt x="4191" y="3973"/>
                      </a:cubicBezTo>
                      <a:lnTo>
                        <a:pt x="2212" y="1994"/>
                      </a:lnTo>
                      <a:cubicBezTo>
                        <a:pt x="2375" y="1785"/>
                        <a:pt x="2475" y="1524"/>
                        <a:pt x="2475" y="1237"/>
                      </a:cubicBezTo>
                      <a:cubicBezTo>
                        <a:pt x="2475" y="554"/>
                        <a:pt x="1922" y="1"/>
                        <a:pt x="12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6" name="Google Shape;1016;p19"/>
                <p:cNvSpPr/>
                <p:nvPr/>
              </p:nvSpPr>
              <p:spPr>
                <a:xfrm flipH="1">
                  <a:off x="6956691" y="4672357"/>
                  <a:ext cx="60970" cy="60973"/>
                </a:xfrm>
                <a:custGeom>
                  <a:rect b="b" l="l" r="r" t="t"/>
                  <a:pathLst>
                    <a:path extrusionOk="0" h="1042" w="1042">
                      <a:moveTo>
                        <a:pt x="522" y="0"/>
                      </a:moveTo>
                      <a:cubicBezTo>
                        <a:pt x="233" y="0"/>
                        <a:pt x="0" y="233"/>
                        <a:pt x="0" y="520"/>
                      </a:cubicBezTo>
                      <a:cubicBezTo>
                        <a:pt x="0" y="809"/>
                        <a:pt x="233" y="1042"/>
                        <a:pt x="522" y="1042"/>
                      </a:cubicBezTo>
                      <a:cubicBezTo>
                        <a:pt x="809" y="1042"/>
                        <a:pt x="1042" y="809"/>
                        <a:pt x="1042" y="520"/>
                      </a:cubicBezTo>
                      <a:cubicBezTo>
                        <a:pt x="1042" y="233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7" name="Google Shape;1017;p19"/>
                <p:cNvSpPr/>
                <p:nvPr/>
              </p:nvSpPr>
              <p:spPr>
                <a:xfrm flipH="1">
                  <a:off x="6774947" y="4825841"/>
                  <a:ext cx="91631" cy="91693"/>
                </a:xfrm>
                <a:custGeom>
                  <a:rect b="b" l="l" r="r" t="t"/>
                  <a:pathLst>
                    <a:path extrusionOk="0" h="1567" w="1566">
                      <a:moveTo>
                        <a:pt x="783" y="0"/>
                      </a:moveTo>
                      <a:cubicBezTo>
                        <a:pt x="350" y="0"/>
                        <a:pt x="0" y="351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5" y="1567"/>
                        <a:pt x="1565" y="1216"/>
                        <a:pt x="1565" y="784"/>
                      </a:cubicBezTo>
                      <a:cubicBezTo>
                        <a:pt x="1565" y="351"/>
                        <a:pt x="1215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8" name="Google Shape;1018;p19"/>
                <p:cNvSpPr/>
                <p:nvPr/>
              </p:nvSpPr>
              <p:spPr>
                <a:xfrm flipH="1">
                  <a:off x="6686771" y="4737718"/>
                  <a:ext cx="267929" cy="267940"/>
                </a:xfrm>
                <a:custGeom>
                  <a:rect b="b" l="l" r="r" t="t"/>
                  <a:pathLst>
                    <a:path extrusionOk="0" h="4579" w="4579">
                      <a:moveTo>
                        <a:pt x="2289" y="154"/>
                      </a:moveTo>
                      <a:cubicBezTo>
                        <a:pt x="3466" y="154"/>
                        <a:pt x="4425" y="1113"/>
                        <a:pt x="4425" y="2290"/>
                      </a:cubicBezTo>
                      <a:cubicBezTo>
                        <a:pt x="4425" y="3468"/>
                        <a:pt x="3466" y="4425"/>
                        <a:pt x="2289" y="4425"/>
                      </a:cubicBezTo>
                      <a:cubicBezTo>
                        <a:pt x="1111" y="4425"/>
                        <a:pt x="154" y="3468"/>
                        <a:pt x="154" y="2290"/>
                      </a:cubicBezTo>
                      <a:cubicBezTo>
                        <a:pt x="154" y="1113"/>
                        <a:pt x="1111" y="154"/>
                        <a:pt x="2289" y="154"/>
                      </a:cubicBezTo>
                      <a:close/>
                      <a:moveTo>
                        <a:pt x="2289" y="0"/>
                      </a:moveTo>
                      <a:cubicBezTo>
                        <a:pt x="1026" y="0"/>
                        <a:pt x="0" y="1028"/>
                        <a:pt x="0" y="2290"/>
                      </a:cubicBezTo>
                      <a:cubicBezTo>
                        <a:pt x="0" y="3553"/>
                        <a:pt x="1026" y="4579"/>
                        <a:pt x="2289" y="4579"/>
                      </a:cubicBezTo>
                      <a:cubicBezTo>
                        <a:pt x="3551" y="4579"/>
                        <a:pt x="4579" y="3553"/>
                        <a:pt x="4579" y="2290"/>
                      </a:cubicBezTo>
                      <a:cubicBezTo>
                        <a:pt x="4579" y="1028"/>
                        <a:pt x="3551" y="0"/>
                        <a:pt x="22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019" name="Google Shape;1019;p19"/>
          <p:cNvGrpSpPr/>
          <p:nvPr/>
        </p:nvGrpSpPr>
        <p:grpSpPr>
          <a:xfrm flipH="1" rot="10800000">
            <a:off x="104357" y="54318"/>
            <a:ext cx="8902995" cy="4836949"/>
            <a:chOff x="104357" y="171532"/>
            <a:chExt cx="8902995" cy="4836949"/>
          </a:xfrm>
        </p:grpSpPr>
        <p:grpSp>
          <p:nvGrpSpPr>
            <p:cNvPr id="1020" name="Google Shape;1020;p19"/>
            <p:cNvGrpSpPr/>
            <p:nvPr/>
          </p:nvGrpSpPr>
          <p:grpSpPr>
            <a:xfrm flipH="1">
              <a:off x="7783294" y="4730339"/>
              <a:ext cx="220758" cy="278142"/>
              <a:chOff x="104357" y="1671464"/>
              <a:chExt cx="220758" cy="278142"/>
            </a:xfrm>
          </p:grpSpPr>
          <p:sp>
            <p:nvSpPr>
              <p:cNvPr id="1021" name="Google Shape;1021;p19"/>
              <p:cNvSpPr/>
              <p:nvPr/>
            </p:nvSpPr>
            <p:spPr>
              <a:xfrm flipH="1" rot="-535015">
                <a:off x="108536" y="1886940"/>
                <a:ext cx="58448" cy="58490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19"/>
              <p:cNvSpPr/>
              <p:nvPr/>
            </p:nvSpPr>
            <p:spPr>
              <a:xfrm flipH="1" rot="-535015">
                <a:off x="184470" y="1782787"/>
                <a:ext cx="58448" cy="58406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19"/>
              <p:cNvSpPr/>
              <p:nvPr/>
            </p:nvSpPr>
            <p:spPr>
              <a:xfrm flipH="1" rot="-535015">
                <a:off x="262528" y="1675637"/>
                <a:ext cx="58406" cy="58490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4" name="Google Shape;1024;p19"/>
            <p:cNvGrpSpPr/>
            <p:nvPr/>
          </p:nvGrpSpPr>
          <p:grpSpPr>
            <a:xfrm>
              <a:off x="104357" y="171532"/>
              <a:ext cx="707330" cy="1778074"/>
              <a:chOff x="104357" y="171532"/>
              <a:chExt cx="707330" cy="1778074"/>
            </a:xfrm>
          </p:grpSpPr>
          <p:sp>
            <p:nvSpPr>
              <p:cNvPr id="1025" name="Google Shape;1025;p19"/>
              <p:cNvSpPr/>
              <p:nvPr/>
            </p:nvSpPr>
            <p:spPr>
              <a:xfrm flipH="1" rot="-535015">
                <a:off x="595074" y="387016"/>
                <a:ext cx="58448" cy="58406"/>
              </a:xfrm>
              <a:custGeom>
                <a:rect b="b" l="l" r="r" t="t"/>
                <a:pathLst>
                  <a:path extrusionOk="0" h="1396" w="1397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3"/>
                      <a:pt x="313" y="1396"/>
                      <a:pt x="698" y="1396"/>
                    </a:cubicBezTo>
                    <a:cubicBezTo>
                      <a:pt x="1084" y="1396"/>
                      <a:pt x="1397" y="1083"/>
                      <a:pt x="1397" y="698"/>
                    </a:cubicBezTo>
                    <a:cubicBezTo>
                      <a:pt x="1397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19"/>
              <p:cNvSpPr/>
              <p:nvPr/>
            </p:nvSpPr>
            <p:spPr>
              <a:xfrm flipH="1" rot="-535015">
                <a:off x="671004" y="282782"/>
                <a:ext cx="58406" cy="58448"/>
              </a:xfrm>
              <a:custGeom>
                <a:rect b="b" l="l" r="r" t="t"/>
                <a:pathLst>
                  <a:path extrusionOk="0" h="1397" w="1396">
                    <a:moveTo>
                      <a:pt x="698" y="1"/>
                    </a:moveTo>
                    <a:cubicBezTo>
                      <a:pt x="312" y="1"/>
                      <a:pt x="0" y="314"/>
                      <a:pt x="0" y="699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699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19"/>
              <p:cNvSpPr/>
              <p:nvPr/>
            </p:nvSpPr>
            <p:spPr>
              <a:xfrm flipH="1" rot="-535015">
                <a:off x="749065" y="175709"/>
                <a:ext cx="58448" cy="58406"/>
              </a:xfrm>
              <a:custGeom>
                <a:rect b="b" l="l" r="r" t="t"/>
                <a:pathLst>
                  <a:path extrusionOk="0" h="1396" w="1397">
                    <a:moveTo>
                      <a:pt x="700" y="1"/>
                    </a:moveTo>
                    <a:cubicBezTo>
                      <a:pt x="314" y="1"/>
                      <a:pt x="1" y="313"/>
                      <a:pt x="1" y="698"/>
                    </a:cubicBezTo>
                    <a:cubicBezTo>
                      <a:pt x="1" y="1083"/>
                      <a:pt x="314" y="1396"/>
                      <a:pt x="700" y="1396"/>
                    </a:cubicBezTo>
                    <a:cubicBezTo>
                      <a:pt x="1085" y="1396"/>
                      <a:pt x="1397" y="1083"/>
                      <a:pt x="1397" y="698"/>
                    </a:cubicBezTo>
                    <a:cubicBezTo>
                      <a:pt x="1397" y="313"/>
                      <a:pt x="1085" y="1"/>
                      <a:pt x="7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19"/>
              <p:cNvSpPr/>
              <p:nvPr/>
            </p:nvSpPr>
            <p:spPr>
              <a:xfrm flipH="1" rot="-535015">
                <a:off x="108536" y="1886940"/>
                <a:ext cx="58448" cy="58490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19"/>
              <p:cNvSpPr/>
              <p:nvPr/>
            </p:nvSpPr>
            <p:spPr>
              <a:xfrm flipH="1" rot="-535015">
                <a:off x="184470" y="1782787"/>
                <a:ext cx="58448" cy="58406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19"/>
              <p:cNvSpPr/>
              <p:nvPr/>
            </p:nvSpPr>
            <p:spPr>
              <a:xfrm flipH="1" rot="-535015">
                <a:off x="262528" y="1675637"/>
                <a:ext cx="58406" cy="58490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19"/>
              <p:cNvSpPr/>
              <p:nvPr/>
            </p:nvSpPr>
            <p:spPr>
              <a:xfrm flipH="1" rot="-535015">
                <a:off x="355453" y="934079"/>
                <a:ext cx="58448" cy="58490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9"/>
              <p:cNvSpPr/>
              <p:nvPr/>
            </p:nvSpPr>
            <p:spPr>
              <a:xfrm flipH="1" rot="-535015">
                <a:off x="431386" y="829926"/>
                <a:ext cx="58448" cy="58406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19"/>
              <p:cNvSpPr/>
              <p:nvPr/>
            </p:nvSpPr>
            <p:spPr>
              <a:xfrm flipH="1" rot="-535015">
                <a:off x="509445" y="722776"/>
                <a:ext cx="58406" cy="58490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4" name="Google Shape;1034;p19"/>
            <p:cNvGrpSpPr/>
            <p:nvPr/>
          </p:nvGrpSpPr>
          <p:grpSpPr>
            <a:xfrm flipH="1">
              <a:off x="8786594" y="3282539"/>
              <a:ext cx="220758" cy="278142"/>
              <a:chOff x="104357" y="1671464"/>
              <a:chExt cx="220758" cy="278142"/>
            </a:xfrm>
          </p:grpSpPr>
          <p:sp>
            <p:nvSpPr>
              <p:cNvPr id="1035" name="Google Shape;1035;p19"/>
              <p:cNvSpPr/>
              <p:nvPr/>
            </p:nvSpPr>
            <p:spPr>
              <a:xfrm flipH="1" rot="-535015">
                <a:off x="108536" y="1886940"/>
                <a:ext cx="58448" cy="58490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19"/>
              <p:cNvSpPr/>
              <p:nvPr/>
            </p:nvSpPr>
            <p:spPr>
              <a:xfrm flipH="1" rot="-535015">
                <a:off x="184470" y="1782787"/>
                <a:ext cx="58448" cy="58406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19"/>
              <p:cNvSpPr/>
              <p:nvPr/>
            </p:nvSpPr>
            <p:spPr>
              <a:xfrm flipH="1" rot="-535015">
                <a:off x="262528" y="1675637"/>
                <a:ext cx="58406" cy="58490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38" name="Google Shape;1038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Google Shape;1040;p20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20"/>
          <p:cNvSpPr txBox="1"/>
          <p:nvPr>
            <p:ph type="title"/>
          </p:nvPr>
        </p:nvSpPr>
        <p:spPr>
          <a:xfrm>
            <a:off x="713225" y="1101150"/>
            <a:ext cx="3835800" cy="212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42" name="Google Shape;1042;p20"/>
          <p:cNvSpPr txBox="1"/>
          <p:nvPr>
            <p:ph idx="1" type="subTitle"/>
          </p:nvPr>
        </p:nvSpPr>
        <p:spPr>
          <a:xfrm>
            <a:off x="713225" y="3226050"/>
            <a:ext cx="38358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43" name="Google Shape;1043;p20"/>
          <p:cNvSpPr/>
          <p:nvPr>
            <p:ph idx="2" type="pic"/>
          </p:nvPr>
        </p:nvSpPr>
        <p:spPr>
          <a:xfrm>
            <a:off x="4594975" y="539650"/>
            <a:ext cx="3835800" cy="4064400"/>
          </a:xfrm>
          <a:prstGeom prst="roundRect">
            <a:avLst>
              <a:gd fmla="val 8514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sp>
      <p:grpSp>
        <p:nvGrpSpPr>
          <p:cNvPr id="1044" name="Google Shape;1044;p20"/>
          <p:cNvGrpSpPr/>
          <p:nvPr/>
        </p:nvGrpSpPr>
        <p:grpSpPr>
          <a:xfrm rot="5400000">
            <a:off x="-1169262" y="2957179"/>
            <a:ext cx="3355075" cy="839906"/>
            <a:chOff x="5681825" y="4297691"/>
            <a:chExt cx="3355075" cy="839906"/>
          </a:xfrm>
        </p:grpSpPr>
        <p:sp>
          <p:nvSpPr>
            <p:cNvPr id="1045" name="Google Shape;1045;p20"/>
            <p:cNvSpPr/>
            <p:nvPr/>
          </p:nvSpPr>
          <p:spPr>
            <a:xfrm flipH="1">
              <a:off x="6037672" y="4604000"/>
              <a:ext cx="2358631" cy="394498"/>
            </a:xfrm>
            <a:custGeom>
              <a:rect b="b" l="l" r="r" t="t"/>
              <a:pathLst>
                <a:path extrusionOk="0" h="2786" w="16657">
                  <a:moveTo>
                    <a:pt x="154" y="0"/>
                  </a:moveTo>
                  <a:cubicBezTo>
                    <a:pt x="69" y="0"/>
                    <a:pt x="0" y="69"/>
                    <a:pt x="0" y="154"/>
                  </a:cubicBezTo>
                  <a:cubicBezTo>
                    <a:pt x="0" y="239"/>
                    <a:pt x="69" y="308"/>
                    <a:pt x="154" y="308"/>
                  </a:cubicBezTo>
                  <a:lnTo>
                    <a:pt x="5453" y="308"/>
                  </a:lnTo>
                  <a:lnTo>
                    <a:pt x="7886" y="2740"/>
                  </a:lnTo>
                  <a:cubicBezTo>
                    <a:pt x="7916" y="2769"/>
                    <a:pt x="7955" y="2785"/>
                    <a:pt x="7995" y="2785"/>
                  </a:cubicBezTo>
                  <a:lnTo>
                    <a:pt x="16503" y="2785"/>
                  </a:lnTo>
                  <a:cubicBezTo>
                    <a:pt x="16588" y="2785"/>
                    <a:pt x="16657" y="2717"/>
                    <a:pt x="16657" y="2632"/>
                  </a:cubicBezTo>
                  <a:cubicBezTo>
                    <a:pt x="16657" y="2547"/>
                    <a:pt x="16588" y="2478"/>
                    <a:pt x="16503" y="2478"/>
                  </a:cubicBezTo>
                  <a:lnTo>
                    <a:pt x="8059" y="2478"/>
                  </a:lnTo>
                  <a:lnTo>
                    <a:pt x="5626" y="45"/>
                  </a:lnTo>
                  <a:cubicBezTo>
                    <a:pt x="5598" y="16"/>
                    <a:pt x="5557" y="0"/>
                    <a:pt x="5517" y="0"/>
                  </a:cubicBezTo>
                  <a:close/>
                </a:path>
              </a:pathLst>
            </a:cu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8424000" y="4297691"/>
              <a:ext cx="612900" cy="612600"/>
            </a:xfrm>
            <a:prstGeom prst="donut">
              <a:avLst>
                <a:gd fmla="val 10906" name="adj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5681825" y="4811197"/>
              <a:ext cx="326400" cy="326400"/>
            </a:xfrm>
            <a:prstGeom prst="ellipse">
              <a:avLst/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8" name="Google Shape;1048;p20"/>
          <p:cNvGrpSpPr/>
          <p:nvPr/>
        </p:nvGrpSpPr>
        <p:grpSpPr>
          <a:xfrm>
            <a:off x="30906" y="-46759"/>
            <a:ext cx="9001548" cy="5255960"/>
            <a:chOff x="30906" y="-46759"/>
            <a:chExt cx="9001548" cy="5255960"/>
          </a:xfrm>
        </p:grpSpPr>
        <p:grpSp>
          <p:nvGrpSpPr>
            <p:cNvPr id="1049" name="Google Shape;1049;p20"/>
            <p:cNvGrpSpPr/>
            <p:nvPr/>
          </p:nvGrpSpPr>
          <p:grpSpPr>
            <a:xfrm flipH="1" rot="10800000">
              <a:off x="8329515" y="-46759"/>
              <a:ext cx="702940" cy="1989524"/>
              <a:chOff x="8327900" y="3196400"/>
              <a:chExt cx="702940" cy="1989524"/>
            </a:xfrm>
          </p:grpSpPr>
          <p:grpSp>
            <p:nvGrpSpPr>
              <p:cNvPr id="1050" name="Google Shape;1050;p20"/>
              <p:cNvGrpSpPr/>
              <p:nvPr/>
            </p:nvGrpSpPr>
            <p:grpSpPr>
              <a:xfrm>
                <a:off x="8327900" y="3288266"/>
                <a:ext cx="702940" cy="1897658"/>
                <a:chOff x="8327900" y="3288266"/>
                <a:chExt cx="702940" cy="1897658"/>
              </a:xfrm>
            </p:grpSpPr>
            <p:sp>
              <p:nvSpPr>
                <p:cNvPr id="1051" name="Google Shape;1051;p20"/>
                <p:cNvSpPr/>
                <p:nvPr/>
              </p:nvSpPr>
              <p:spPr>
                <a:xfrm rot="-5400000">
                  <a:off x="8271296" y="4882627"/>
                  <a:ext cx="322184" cy="208976"/>
                </a:xfrm>
                <a:custGeom>
                  <a:rect b="b" l="l" r="r" t="t"/>
                  <a:pathLst>
                    <a:path extrusionOk="0" h="3679" w="5672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8"/>
                        <a:pt x="69" y="308"/>
                        <a:pt x="154" y="308"/>
                      </a:cubicBezTo>
                      <a:lnTo>
                        <a:pt x="3462" y="308"/>
                      </a:lnTo>
                      <a:lnTo>
                        <a:pt x="5364" y="2210"/>
                      </a:lnTo>
                      <a:lnTo>
                        <a:pt x="5364" y="3524"/>
                      </a:lnTo>
                      <a:cubicBezTo>
                        <a:pt x="5364" y="3610"/>
                        <a:pt x="5432" y="3678"/>
                        <a:pt x="5518" y="3678"/>
                      </a:cubicBezTo>
                      <a:cubicBezTo>
                        <a:pt x="5603" y="3678"/>
                        <a:pt x="5671" y="3610"/>
                        <a:pt x="5671" y="3524"/>
                      </a:cubicBezTo>
                      <a:lnTo>
                        <a:pt x="5671" y="2146"/>
                      </a:lnTo>
                      <a:cubicBezTo>
                        <a:pt x="5671" y="2105"/>
                        <a:pt x="5655" y="2066"/>
                        <a:pt x="5626" y="2037"/>
                      </a:cubicBezTo>
                      <a:lnTo>
                        <a:pt x="3634" y="45"/>
                      </a:lnTo>
                      <a:cubicBezTo>
                        <a:pt x="3605" y="16"/>
                        <a:pt x="3566" y="0"/>
                        <a:pt x="352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2" name="Google Shape;1052;p20"/>
                <p:cNvSpPr/>
                <p:nvPr/>
              </p:nvSpPr>
              <p:spPr>
                <a:xfrm rot="-5400000">
                  <a:off x="8010690" y="4376573"/>
                  <a:ext cx="1301459" cy="243512"/>
                </a:xfrm>
                <a:custGeom>
                  <a:rect b="b" l="l" r="r" t="t"/>
                  <a:pathLst>
                    <a:path extrusionOk="0" h="4287" w="22912">
                      <a:moveTo>
                        <a:pt x="169" y="1"/>
                      </a:moveTo>
                      <a:cubicBezTo>
                        <a:pt x="129" y="1"/>
                        <a:pt x="90" y="16"/>
                        <a:pt x="60" y="46"/>
                      </a:cubicBezTo>
                      <a:cubicBezTo>
                        <a:pt x="0" y="105"/>
                        <a:pt x="0" y="203"/>
                        <a:pt x="60" y="263"/>
                      </a:cubicBezTo>
                      <a:lnTo>
                        <a:pt x="1720" y="1923"/>
                      </a:lnTo>
                      <a:cubicBezTo>
                        <a:pt x="1748" y="1952"/>
                        <a:pt x="1789" y="1968"/>
                        <a:pt x="1829" y="1968"/>
                      </a:cubicBezTo>
                      <a:lnTo>
                        <a:pt x="7052" y="1968"/>
                      </a:lnTo>
                      <a:lnTo>
                        <a:pt x="8195" y="3110"/>
                      </a:lnTo>
                      <a:cubicBezTo>
                        <a:pt x="8223" y="3140"/>
                        <a:pt x="8262" y="3156"/>
                        <a:pt x="8304" y="3156"/>
                      </a:cubicBezTo>
                      <a:lnTo>
                        <a:pt x="15072" y="3156"/>
                      </a:lnTo>
                      <a:lnTo>
                        <a:pt x="16157" y="4240"/>
                      </a:lnTo>
                      <a:cubicBezTo>
                        <a:pt x="16185" y="4270"/>
                        <a:pt x="16224" y="4286"/>
                        <a:pt x="16266" y="4286"/>
                      </a:cubicBezTo>
                      <a:lnTo>
                        <a:pt x="20601" y="4286"/>
                      </a:lnTo>
                      <a:lnTo>
                        <a:pt x="20601" y="4285"/>
                      </a:lnTo>
                      <a:cubicBezTo>
                        <a:pt x="20642" y="4285"/>
                        <a:pt x="20681" y="4270"/>
                        <a:pt x="20709" y="4240"/>
                      </a:cubicBezTo>
                      <a:lnTo>
                        <a:pt x="22852" y="2098"/>
                      </a:lnTo>
                      <a:cubicBezTo>
                        <a:pt x="22912" y="2038"/>
                        <a:pt x="22912" y="1941"/>
                        <a:pt x="22852" y="1881"/>
                      </a:cubicBezTo>
                      <a:cubicBezTo>
                        <a:pt x="22821" y="1851"/>
                        <a:pt x="22782" y="1836"/>
                        <a:pt x="22743" y="1836"/>
                      </a:cubicBezTo>
                      <a:cubicBezTo>
                        <a:pt x="22703" y="1836"/>
                        <a:pt x="22664" y="1851"/>
                        <a:pt x="22634" y="1881"/>
                      </a:cubicBezTo>
                      <a:lnTo>
                        <a:pt x="20537" y="3978"/>
                      </a:lnTo>
                      <a:lnTo>
                        <a:pt x="16328" y="3978"/>
                      </a:lnTo>
                      <a:lnTo>
                        <a:pt x="15244" y="2894"/>
                      </a:lnTo>
                      <a:cubicBezTo>
                        <a:pt x="15215" y="2864"/>
                        <a:pt x="15176" y="2848"/>
                        <a:pt x="15135" y="2848"/>
                      </a:cubicBezTo>
                      <a:lnTo>
                        <a:pt x="8366" y="2848"/>
                      </a:lnTo>
                      <a:lnTo>
                        <a:pt x="7224" y="1706"/>
                      </a:lnTo>
                      <a:cubicBezTo>
                        <a:pt x="7195" y="1677"/>
                        <a:pt x="7156" y="1661"/>
                        <a:pt x="7116" y="1661"/>
                      </a:cubicBezTo>
                      <a:lnTo>
                        <a:pt x="1893" y="1661"/>
                      </a:lnTo>
                      <a:lnTo>
                        <a:pt x="278" y="46"/>
                      </a:lnTo>
                      <a:cubicBezTo>
                        <a:pt x="248" y="16"/>
                        <a:pt x="208" y="1"/>
                        <a:pt x="16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3" name="Google Shape;1053;p20"/>
                <p:cNvSpPr/>
                <p:nvPr/>
              </p:nvSpPr>
              <p:spPr>
                <a:xfrm rot="-5400000">
                  <a:off x="8011093" y="4166177"/>
                  <a:ext cx="1897658" cy="141836"/>
                </a:xfrm>
                <a:custGeom>
                  <a:rect b="b" l="l" r="r" t="t"/>
                  <a:pathLst>
                    <a:path extrusionOk="0" h="2497" w="33408">
                      <a:moveTo>
                        <a:pt x="29290" y="1"/>
                      </a:moveTo>
                      <a:cubicBezTo>
                        <a:pt x="29248" y="1"/>
                        <a:pt x="29209" y="16"/>
                        <a:pt x="29181" y="46"/>
                      </a:cubicBezTo>
                      <a:lnTo>
                        <a:pt x="27265" y="1961"/>
                      </a:lnTo>
                      <a:lnTo>
                        <a:pt x="18260" y="1961"/>
                      </a:lnTo>
                      <a:lnTo>
                        <a:pt x="16612" y="314"/>
                      </a:lnTo>
                      <a:cubicBezTo>
                        <a:pt x="16584" y="284"/>
                        <a:pt x="16545" y="269"/>
                        <a:pt x="16503" y="269"/>
                      </a:cubicBezTo>
                      <a:lnTo>
                        <a:pt x="10403" y="269"/>
                      </a:lnTo>
                      <a:cubicBezTo>
                        <a:pt x="10362" y="269"/>
                        <a:pt x="10323" y="284"/>
                        <a:pt x="10294" y="314"/>
                      </a:cubicBezTo>
                      <a:lnTo>
                        <a:pt x="8418" y="2189"/>
                      </a:lnTo>
                      <a:lnTo>
                        <a:pt x="4597" y="2189"/>
                      </a:lnTo>
                      <a:lnTo>
                        <a:pt x="3608" y="1201"/>
                      </a:lnTo>
                      <a:cubicBezTo>
                        <a:pt x="3580" y="1171"/>
                        <a:pt x="3541" y="1154"/>
                        <a:pt x="3499" y="1154"/>
                      </a:cubicBezTo>
                      <a:lnTo>
                        <a:pt x="154" y="1154"/>
                      </a:lnTo>
                      <a:cubicBezTo>
                        <a:pt x="69" y="1154"/>
                        <a:pt x="0" y="1224"/>
                        <a:pt x="0" y="1308"/>
                      </a:cubicBezTo>
                      <a:cubicBezTo>
                        <a:pt x="0" y="1393"/>
                        <a:pt x="69" y="1462"/>
                        <a:pt x="154" y="1462"/>
                      </a:cubicBezTo>
                      <a:lnTo>
                        <a:pt x="3435" y="1462"/>
                      </a:lnTo>
                      <a:lnTo>
                        <a:pt x="4425" y="2451"/>
                      </a:lnTo>
                      <a:cubicBezTo>
                        <a:pt x="4454" y="2481"/>
                        <a:pt x="4493" y="2496"/>
                        <a:pt x="4534" y="2496"/>
                      </a:cubicBezTo>
                      <a:lnTo>
                        <a:pt x="8482" y="2496"/>
                      </a:lnTo>
                      <a:cubicBezTo>
                        <a:pt x="8522" y="2496"/>
                        <a:pt x="8561" y="2481"/>
                        <a:pt x="8591" y="2451"/>
                      </a:cubicBezTo>
                      <a:lnTo>
                        <a:pt x="10466" y="576"/>
                      </a:lnTo>
                      <a:lnTo>
                        <a:pt x="16441" y="576"/>
                      </a:lnTo>
                      <a:lnTo>
                        <a:pt x="18087" y="2223"/>
                      </a:lnTo>
                      <a:cubicBezTo>
                        <a:pt x="18116" y="2253"/>
                        <a:pt x="18156" y="2268"/>
                        <a:pt x="18196" y="2268"/>
                      </a:cubicBezTo>
                      <a:lnTo>
                        <a:pt x="27328" y="2268"/>
                      </a:lnTo>
                      <a:cubicBezTo>
                        <a:pt x="27369" y="2268"/>
                        <a:pt x="27408" y="2253"/>
                        <a:pt x="27437" y="2223"/>
                      </a:cubicBezTo>
                      <a:lnTo>
                        <a:pt x="29352" y="308"/>
                      </a:lnTo>
                      <a:lnTo>
                        <a:pt x="33254" y="308"/>
                      </a:lnTo>
                      <a:cubicBezTo>
                        <a:pt x="33339" y="308"/>
                        <a:pt x="33407" y="238"/>
                        <a:pt x="33407" y="154"/>
                      </a:cubicBezTo>
                      <a:cubicBezTo>
                        <a:pt x="33407" y="69"/>
                        <a:pt x="33339" y="1"/>
                        <a:pt x="3325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54" name="Google Shape;1054;p20"/>
              <p:cNvGrpSpPr/>
              <p:nvPr/>
            </p:nvGrpSpPr>
            <p:grpSpPr>
              <a:xfrm>
                <a:off x="8457809" y="3196400"/>
                <a:ext cx="512592" cy="1708747"/>
                <a:chOff x="8457809" y="3196400"/>
                <a:chExt cx="512592" cy="1708747"/>
              </a:xfrm>
            </p:grpSpPr>
            <p:sp>
              <p:nvSpPr>
                <p:cNvPr id="1055" name="Google Shape;1055;p20"/>
                <p:cNvSpPr/>
                <p:nvPr/>
              </p:nvSpPr>
              <p:spPr>
                <a:xfrm rot="-5400000">
                  <a:off x="8829701" y="3196400"/>
                  <a:ext cx="140700" cy="140700"/>
                </a:xfrm>
                <a:custGeom>
                  <a:rect b="b" l="l" r="r" t="t"/>
                  <a:pathLst>
                    <a:path extrusionOk="0" h="2477" w="2477">
                      <a:moveTo>
                        <a:pt x="1239" y="1"/>
                      </a:moveTo>
                      <a:cubicBezTo>
                        <a:pt x="555" y="1"/>
                        <a:pt x="1" y="555"/>
                        <a:pt x="1" y="1238"/>
                      </a:cubicBezTo>
                      <a:cubicBezTo>
                        <a:pt x="1" y="1922"/>
                        <a:pt x="555" y="2476"/>
                        <a:pt x="1239" y="2476"/>
                      </a:cubicBezTo>
                      <a:cubicBezTo>
                        <a:pt x="1922" y="2476"/>
                        <a:pt x="2476" y="1922"/>
                        <a:pt x="2476" y="1238"/>
                      </a:cubicBezTo>
                      <a:cubicBezTo>
                        <a:pt x="2476" y="555"/>
                        <a:pt x="1922" y="1"/>
                        <a:pt x="12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6" name="Google Shape;1056;p20"/>
                <p:cNvSpPr/>
                <p:nvPr/>
              </p:nvSpPr>
              <p:spPr>
                <a:xfrm rot="-5400000">
                  <a:off x="8538612" y="3740090"/>
                  <a:ext cx="140586" cy="140643"/>
                </a:xfrm>
                <a:custGeom>
                  <a:rect b="b" l="l" r="r" t="t"/>
                  <a:pathLst>
                    <a:path extrusionOk="0" h="2476" w="2475">
                      <a:moveTo>
                        <a:pt x="1238" y="1"/>
                      </a:moveTo>
                      <a:cubicBezTo>
                        <a:pt x="554" y="1"/>
                        <a:pt x="0" y="554"/>
                        <a:pt x="0" y="1238"/>
                      </a:cubicBezTo>
                      <a:cubicBezTo>
                        <a:pt x="0" y="1921"/>
                        <a:pt x="554" y="2475"/>
                        <a:pt x="1238" y="2475"/>
                      </a:cubicBezTo>
                      <a:cubicBezTo>
                        <a:pt x="1921" y="2475"/>
                        <a:pt x="2474" y="1921"/>
                        <a:pt x="2474" y="1238"/>
                      </a:cubicBezTo>
                      <a:cubicBezTo>
                        <a:pt x="2474" y="554"/>
                        <a:pt x="1921" y="1"/>
                        <a:pt x="12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7" name="Google Shape;1057;p20"/>
                <p:cNvSpPr/>
                <p:nvPr/>
              </p:nvSpPr>
              <p:spPr>
                <a:xfrm rot="-5400000">
                  <a:off x="8457809" y="4764504"/>
                  <a:ext cx="140643" cy="140643"/>
                </a:xfrm>
                <a:custGeom>
                  <a:rect b="b" l="l" r="r" t="t"/>
                  <a:pathLst>
                    <a:path extrusionOk="0" h="2476" w="2476">
                      <a:moveTo>
                        <a:pt x="1239" y="1"/>
                      </a:moveTo>
                      <a:cubicBezTo>
                        <a:pt x="555" y="1"/>
                        <a:pt x="1" y="554"/>
                        <a:pt x="1" y="1237"/>
                      </a:cubicBezTo>
                      <a:cubicBezTo>
                        <a:pt x="1" y="1921"/>
                        <a:pt x="555" y="2475"/>
                        <a:pt x="1239" y="2475"/>
                      </a:cubicBezTo>
                      <a:cubicBezTo>
                        <a:pt x="1922" y="2475"/>
                        <a:pt x="2475" y="1921"/>
                        <a:pt x="2475" y="1237"/>
                      </a:cubicBezTo>
                      <a:cubicBezTo>
                        <a:pt x="2475" y="554"/>
                        <a:pt x="1922" y="1"/>
                        <a:pt x="12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58" name="Google Shape;1058;p20"/>
              <p:cNvGrpSpPr/>
              <p:nvPr/>
            </p:nvGrpSpPr>
            <p:grpSpPr>
              <a:xfrm>
                <a:off x="8498480" y="3237070"/>
                <a:ext cx="431194" cy="1627349"/>
                <a:chOff x="8498480" y="3237070"/>
                <a:chExt cx="431194" cy="1627349"/>
              </a:xfrm>
            </p:grpSpPr>
            <p:sp>
              <p:nvSpPr>
                <p:cNvPr id="1059" name="Google Shape;1059;p20"/>
                <p:cNvSpPr/>
                <p:nvPr/>
              </p:nvSpPr>
              <p:spPr>
                <a:xfrm rot="-5400000">
                  <a:off x="8870401" y="3237099"/>
                  <a:ext cx="59302" cy="59245"/>
                </a:xfrm>
                <a:custGeom>
                  <a:rect b="b" l="l" r="r" t="t"/>
                  <a:pathLst>
                    <a:path extrusionOk="0" h="1043" w="1044">
                      <a:moveTo>
                        <a:pt x="522" y="0"/>
                      </a:moveTo>
                      <a:cubicBezTo>
                        <a:pt x="234" y="0"/>
                        <a:pt x="0" y="234"/>
                        <a:pt x="0" y="521"/>
                      </a:cubicBezTo>
                      <a:cubicBezTo>
                        <a:pt x="0" y="809"/>
                        <a:pt x="234" y="1043"/>
                        <a:pt x="522" y="1043"/>
                      </a:cubicBezTo>
                      <a:cubicBezTo>
                        <a:pt x="810" y="1043"/>
                        <a:pt x="1043" y="809"/>
                        <a:pt x="1043" y="521"/>
                      </a:cubicBezTo>
                      <a:cubicBezTo>
                        <a:pt x="1043" y="234"/>
                        <a:pt x="810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0" name="Google Shape;1060;p20"/>
                <p:cNvSpPr/>
                <p:nvPr/>
              </p:nvSpPr>
              <p:spPr>
                <a:xfrm rot="-5400000">
                  <a:off x="8579226" y="3780760"/>
                  <a:ext cx="59302" cy="59245"/>
                </a:xfrm>
                <a:custGeom>
                  <a:rect b="b" l="l" r="r" t="t"/>
                  <a:pathLst>
                    <a:path extrusionOk="0" h="1043" w="1044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2"/>
                      </a:cubicBezTo>
                      <a:cubicBezTo>
                        <a:pt x="0" y="810"/>
                        <a:pt x="233" y="1043"/>
                        <a:pt x="522" y="1043"/>
                      </a:cubicBezTo>
                      <a:cubicBezTo>
                        <a:pt x="809" y="1043"/>
                        <a:pt x="1043" y="810"/>
                        <a:pt x="1043" y="522"/>
                      </a:cubicBezTo>
                      <a:cubicBezTo>
                        <a:pt x="1043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1" name="Google Shape;1061;p20"/>
                <p:cNvSpPr/>
                <p:nvPr/>
              </p:nvSpPr>
              <p:spPr>
                <a:xfrm rot="-5400000">
                  <a:off x="8729869" y="3938332"/>
                  <a:ext cx="89010" cy="89066"/>
                </a:xfrm>
                <a:custGeom>
                  <a:rect b="b" l="l" r="r" t="t"/>
                  <a:pathLst>
                    <a:path extrusionOk="0" h="1568" w="1567">
                      <a:moveTo>
                        <a:pt x="784" y="1"/>
                      </a:moveTo>
                      <a:cubicBezTo>
                        <a:pt x="351" y="1"/>
                        <a:pt x="0" y="352"/>
                        <a:pt x="0" y="785"/>
                      </a:cubicBezTo>
                      <a:cubicBezTo>
                        <a:pt x="0" y="1216"/>
                        <a:pt x="351" y="1567"/>
                        <a:pt x="784" y="1567"/>
                      </a:cubicBezTo>
                      <a:cubicBezTo>
                        <a:pt x="1215" y="1567"/>
                        <a:pt x="1567" y="1216"/>
                        <a:pt x="1567" y="785"/>
                      </a:cubicBezTo>
                      <a:cubicBezTo>
                        <a:pt x="1567" y="352"/>
                        <a:pt x="1215" y="1"/>
                        <a:pt x="7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2" name="Google Shape;1062;p20"/>
                <p:cNvSpPr/>
                <p:nvPr/>
              </p:nvSpPr>
              <p:spPr>
                <a:xfrm rot="-5400000">
                  <a:off x="8644323" y="3852788"/>
                  <a:ext cx="260099" cy="260155"/>
                </a:xfrm>
                <a:custGeom>
                  <a:rect b="b" l="l" r="r" t="t"/>
                  <a:pathLst>
                    <a:path extrusionOk="0" h="4580" w="4579">
                      <a:moveTo>
                        <a:pt x="2290" y="154"/>
                      </a:moveTo>
                      <a:cubicBezTo>
                        <a:pt x="3467" y="154"/>
                        <a:pt x="4425" y="1112"/>
                        <a:pt x="4425" y="2291"/>
                      </a:cubicBezTo>
                      <a:cubicBezTo>
                        <a:pt x="4425" y="3468"/>
                        <a:pt x="3467" y="4426"/>
                        <a:pt x="2290" y="4426"/>
                      </a:cubicBezTo>
                      <a:cubicBezTo>
                        <a:pt x="1112" y="4426"/>
                        <a:pt x="154" y="3468"/>
                        <a:pt x="154" y="2291"/>
                      </a:cubicBezTo>
                      <a:cubicBezTo>
                        <a:pt x="154" y="1112"/>
                        <a:pt x="1112" y="154"/>
                        <a:pt x="2290" y="154"/>
                      </a:cubicBezTo>
                      <a:close/>
                      <a:moveTo>
                        <a:pt x="2290" y="1"/>
                      </a:moveTo>
                      <a:cubicBezTo>
                        <a:pt x="1027" y="1"/>
                        <a:pt x="0" y="1028"/>
                        <a:pt x="0" y="2291"/>
                      </a:cubicBezTo>
                      <a:cubicBezTo>
                        <a:pt x="0" y="3552"/>
                        <a:pt x="1027" y="4579"/>
                        <a:pt x="2290" y="4579"/>
                      </a:cubicBezTo>
                      <a:cubicBezTo>
                        <a:pt x="3552" y="4579"/>
                        <a:pt x="4579" y="3552"/>
                        <a:pt x="4579" y="2291"/>
                      </a:cubicBezTo>
                      <a:cubicBezTo>
                        <a:pt x="4579" y="1028"/>
                        <a:pt x="3551" y="1"/>
                        <a:pt x="229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3" name="Google Shape;1063;p20"/>
                <p:cNvSpPr/>
                <p:nvPr/>
              </p:nvSpPr>
              <p:spPr>
                <a:xfrm rot="-5400000">
                  <a:off x="8498509" y="4805202"/>
                  <a:ext cx="59188" cy="59245"/>
                </a:xfrm>
                <a:custGeom>
                  <a:rect b="b" l="l" r="r" t="t"/>
                  <a:pathLst>
                    <a:path extrusionOk="0" h="1043" w="1042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10"/>
                        <a:pt x="233" y="1043"/>
                        <a:pt x="522" y="1043"/>
                      </a:cubicBezTo>
                      <a:cubicBezTo>
                        <a:pt x="809" y="1043"/>
                        <a:pt x="1042" y="810"/>
                        <a:pt x="1042" y="521"/>
                      </a:cubicBezTo>
                      <a:cubicBezTo>
                        <a:pt x="1042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64" name="Google Shape;1064;p20"/>
            <p:cNvGrpSpPr/>
            <p:nvPr/>
          </p:nvGrpSpPr>
          <p:grpSpPr>
            <a:xfrm>
              <a:off x="30906" y="3878198"/>
              <a:ext cx="947059" cy="1331003"/>
              <a:chOff x="5463078" y="3878198"/>
              <a:chExt cx="947059" cy="1331003"/>
            </a:xfrm>
          </p:grpSpPr>
          <p:sp>
            <p:nvSpPr>
              <p:cNvPr id="1065" name="Google Shape;1065;p20"/>
              <p:cNvSpPr/>
              <p:nvPr/>
            </p:nvSpPr>
            <p:spPr>
              <a:xfrm>
                <a:off x="5737830" y="4152868"/>
                <a:ext cx="188422" cy="1056333"/>
              </a:xfrm>
              <a:custGeom>
                <a:rect b="b" l="l" r="r" t="t"/>
                <a:pathLst>
                  <a:path extrusionOk="0" h="20429" w="3644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20"/>
              <p:cNvSpPr/>
              <p:nvPr/>
            </p:nvSpPr>
            <p:spPr>
              <a:xfrm>
                <a:off x="5835302" y="4189944"/>
                <a:ext cx="53931" cy="53931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0"/>
              <p:cNvSpPr/>
              <p:nvPr/>
            </p:nvSpPr>
            <p:spPr>
              <a:xfrm>
                <a:off x="5925793" y="4025353"/>
                <a:ext cx="484344" cy="1183792"/>
              </a:xfrm>
              <a:custGeom>
                <a:rect b="b" l="l" r="r" t="t"/>
                <a:pathLst>
                  <a:path extrusionOk="0" h="22894" w="9367">
                    <a:moveTo>
                      <a:pt x="1897" y="1"/>
                    </a:moveTo>
                    <a:cubicBezTo>
                      <a:pt x="1214" y="1"/>
                      <a:pt x="661" y="555"/>
                      <a:pt x="661" y="1238"/>
                    </a:cubicBezTo>
                    <a:cubicBezTo>
                      <a:pt x="661" y="1847"/>
                      <a:pt x="1103" y="2352"/>
                      <a:pt x="1683" y="2454"/>
                    </a:cubicBezTo>
                    <a:lnTo>
                      <a:pt x="1683" y="8153"/>
                    </a:lnTo>
                    <a:lnTo>
                      <a:pt x="46" y="9790"/>
                    </a:lnTo>
                    <a:cubicBezTo>
                      <a:pt x="17" y="9819"/>
                      <a:pt x="1" y="9858"/>
                      <a:pt x="1" y="9899"/>
                    </a:cubicBezTo>
                    <a:lnTo>
                      <a:pt x="1" y="13697"/>
                    </a:lnTo>
                    <a:cubicBezTo>
                      <a:pt x="1" y="13738"/>
                      <a:pt x="17" y="13778"/>
                      <a:pt x="46" y="13806"/>
                    </a:cubicBezTo>
                    <a:lnTo>
                      <a:pt x="9090" y="22849"/>
                    </a:lnTo>
                    <a:cubicBezTo>
                      <a:pt x="9119" y="22879"/>
                      <a:pt x="9158" y="22894"/>
                      <a:pt x="9198" y="22894"/>
                    </a:cubicBezTo>
                    <a:cubicBezTo>
                      <a:pt x="9237" y="22894"/>
                      <a:pt x="9276" y="22879"/>
                      <a:pt x="9307" y="22849"/>
                    </a:cubicBezTo>
                    <a:cubicBezTo>
                      <a:pt x="9366" y="22790"/>
                      <a:pt x="9366" y="22692"/>
                      <a:pt x="9307" y="22631"/>
                    </a:cubicBezTo>
                    <a:lnTo>
                      <a:pt x="308" y="13634"/>
                    </a:lnTo>
                    <a:lnTo>
                      <a:pt x="308" y="9963"/>
                    </a:lnTo>
                    <a:lnTo>
                      <a:pt x="1946" y="8326"/>
                    </a:lnTo>
                    <a:cubicBezTo>
                      <a:pt x="1974" y="8297"/>
                      <a:pt x="1991" y="8258"/>
                      <a:pt x="1991" y="8217"/>
                    </a:cubicBezTo>
                    <a:lnTo>
                      <a:pt x="1991" y="2466"/>
                    </a:lnTo>
                    <a:cubicBezTo>
                      <a:pt x="2629" y="2417"/>
                      <a:pt x="3135" y="1890"/>
                      <a:pt x="3135" y="1238"/>
                    </a:cubicBezTo>
                    <a:cubicBezTo>
                      <a:pt x="3135" y="555"/>
                      <a:pt x="2580" y="1"/>
                      <a:pt x="18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0"/>
              <p:cNvSpPr/>
              <p:nvPr/>
            </p:nvSpPr>
            <p:spPr>
              <a:xfrm>
                <a:off x="5996893" y="4062429"/>
                <a:ext cx="53983" cy="53879"/>
              </a:xfrm>
              <a:custGeom>
                <a:rect b="b" l="l" r="r" t="t"/>
                <a:pathLst>
                  <a:path extrusionOk="0" h="1042" w="1044">
                    <a:moveTo>
                      <a:pt x="522" y="0"/>
                    </a:moveTo>
                    <a:cubicBezTo>
                      <a:pt x="235" y="0"/>
                      <a:pt x="1" y="233"/>
                      <a:pt x="1" y="521"/>
                    </a:cubicBezTo>
                    <a:cubicBezTo>
                      <a:pt x="1" y="809"/>
                      <a:pt x="235" y="1042"/>
                      <a:pt x="522" y="1042"/>
                    </a:cubicBezTo>
                    <a:cubicBezTo>
                      <a:pt x="811" y="1042"/>
                      <a:pt x="1043" y="809"/>
                      <a:pt x="1043" y="521"/>
                    </a:cubicBezTo>
                    <a:cubicBezTo>
                      <a:pt x="1043" y="233"/>
                      <a:pt x="81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0"/>
              <p:cNvSpPr/>
              <p:nvPr/>
            </p:nvSpPr>
            <p:spPr>
              <a:xfrm>
                <a:off x="5576031" y="4457126"/>
                <a:ext cx="138369" cy="752034"/>
              </a:xfrm>
              <a:custGeom>
                <a:rect b="b" l="l" r="r" t="t"/>
                <a:pathLst>
                  <a:path extrusionOk="0" h="14544" w="2676">
                    <a:moveTo>
                      <a:pt x="1438" y="0"/>
                    </a:moveTo>
                    <a:cubicBezTo>
                      <a:pt x="755" y="0"/>
                      <a:pt x="200" y="555"/>
                      <a:pt x="200" y="1238"/>
                    </a:cubicBezTo>
                    <a:cubicBezTo>
                      <a:pt x="200" y="1525"/>
                      <a:pt x="302" y="1786"/>
                      <a:pt x="466" y="1996"/>
                    </a:cubicBezTo>
                    <a:lnTo>
                      <a:pt x="45" y="2417"/>
                    </a:lnTo>
                    <a:cubicBezTo>
                      <a:pt x="17" y="2445"/>
                      <a:pt x="1" y="2484"/>
                      <a:pt x="1" y="2526"/>
                    </a:cubicBezTo>
                    <a:lnTo>
                      <a:pt x="1" y="8856"/>
                    </a:lnTo>
                    <a:cubicBezTo>
                      <a:pt x="1" y="8896"/>
                      <a:pt x="17" y="8935"/>
                      <a:pt x="45" y="8965"/>
                    </a:cubicBezTo>
                    <a:lnTo>
                      <a:pt x="1990" y="10908"/>
                    </a:lnTo>
                    <a:lnTo>
                      <a:pt x="1990" y="14390"/>
                    </a:lnTo>
                    <a:cubicBezTo>
                      <a:pt x="1990" y="14475"/>
                      <a:pt x="2059" y="14544"/>
                      <a:pt x="2144" y="14544"/>
                    </a:cubicBezTo>
                    <a:cubicBezTo>
                      <a:pt x="2229" y="14544"/>
                      <a:pt x="2297" y="14475"/>
                      <a:pt x="2297" y="14390"/>
                    </a:cubicBezTo>
                    <a:lnTo>
                      <a:pt x="2297" y="10846"/>
                    </a:lnTo>
                    <a:cubicBezTo>
                      <a:pt x="2297" y="10804"/>
                      <a:pt x="2281" y="10765"/>
                      <a:pt x="2253" y="10737"/>
                    </a:cubicBezTo>
                    <a:lnTo>
                      <a:pt x="308" y="8792"/>
                    </a:lnTo>
                    <a:lnTo>
                      <a:pt x="308" y="2589"/>
                    </a:lnTo>
                    <a:lnTo>
                      <a:pt x="684" y="2213"/>
                    </a:lnTo>
                    <a:lnTo>
                      <a:pt x="685" y="2213"/>
                    </a:lnTo>
                    <a:cubicBezTo>
                      <a:pt x="894" y="2375"/>
                      <a:pt x="1153" y="2475"/>
                      <a:pt x="1438" y="2475"/>
                    </a:cubicBezTo>
                    <a:cubicBezTo>
                      <a:pt x="2121" y="2475"/>
                      <a:pt x="2676" y="1921"/>
                      <a:pt x="2676" y="1238"/>
                    </a:cubicBezTo>
                    <a:cubicBezTo>
                      <a:pt x="2676" y="555"/>
                      <a:pt x="2121" y="0"/>
                      <a:pt x="1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0"/>
              <p:cNvSpPr/>
              <p:nvPr/>
            </p:nvSpPr>
            <p:spPr>
              <a:xfrm>
                <a:off x="5623397" y="4494150"/>
                <a:ext cx="53983" cy="53983"/>
              </a:xfrm>
              <a:custGeom>
                <a:rect b="b" l="l" r="r" t="t"/>
                <a:pathLst>
                  <a:path extrusionOk="0" h="1044" w="1044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09"/>
                      <a:pt x="235" y="1044"/>
                      <a:pt x="522" y="1044"/>
                    </a:cubicBezTo>
                    <a:cubicBezTo>
                      <a:pt x="809" y="1044"/>
                      <a:pt x="1043" y="809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0"/>
              <p:cNvSpPr/>
              <p:nvPr/>
            </p:nvSpPr>
            <p:spPr>
              <a:xfrm>
                <a:off x="5893320" y="4690956"/>
                <a:ext cx="80974" cy="81026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0"/>
              <p:cNvSpPr/>
              <p:nvPr/>
            </p:nvSpPr>
            <p:spPr>
              <a:xfrm>
                <a:off x="5815394" y="4613081"/>
                <a:ext cx="236820" cy="236769"/>
              </a:xfrm>
              <a:custGeom>
                <a:rect b="b" l="l" r="r" t="t"/>
                <a:pathLst>
                  <a:path extrusionOk="0" h="4579" w="458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73" name="Google Shape;1073;p20"/>
              <p:cNvGrpSpPr/>
              <p:nvPr/>
            </p:nvGrpSpPr>
            <p:grpSpPr>
              <a:xfrm>
                <a:off x="5463078" y="3878198"/>
                <a:ext cx="274737" cy="274677"/>
                <a:chOff x="1111176" y="-150810"/>
                <a:chExt cx="231748" cy="231697"/>
              </a:xfrm>
            </p:grpSpPr>
            <p:sp>
              <p:nvSpPr>
                <p:cNvPr id="1074" name="Google Shape;1074;p20"/>
                <p:cNvSpPr/>
                <p:nvPr/>
              </p:nvSpPr>
              <p:spPr>
                <a:xfrm rot="-5400000">
                  <a:off x="1187406" y="-74582"/>
                  <a:ext cx="79240" cy="79290"/>
                </a:xfrm>
                <a:custGeom>
                  <a:rect b="b" l="l" r="r" t="t"/>
                  <a:pathLst>
                    <a:path extrusionOk="0" h="1567" w="1566">
                      <a:moveTo>
                        <a:pt x="783" y="1"/>
                      </a:moveTo>
                      <a:cubicBezTo>
                        <a:pt x="350" y="1"/>
                        <a:pt x="0" y="352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6" y="1567"/>
                        <a:pt x="1565" y="1216"/>
                        <a:pt x="1565" y="784"/>
                      </a:cubicBezTo>
                      <a:cubicBezTo>
                        <a:pt x="1565" y="352"/>
                        <a:pt x="1216" y="1"/>
                        <a:pt x="7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5" name="Google Shape;1075;p20"/>
                <p:cNvSpPr/>
                <p:nvPr/>
              </p:nvSpPr>
              <p:spPr>
                <a:xfrm rot="-5400000">
                  <a:off x="1111201" y="-150836"/>
                  <a:ext cx="231697" cy="231748"/>
                </a:xfrm>
                <a:custGeom>
                  <a:rect b="b" l="l" r="r" t="t"/>
                  <a:pathLst>
                    <a:path extrusionOk="0" h="4580" w="4579">
                      <a:moveTo>
                        <a:pt x="2289" y="154"/>
                      </a:moveTo>
                      <a:cubicBezTo>
                        <a:pt x="3466" y="154"/>
                        <a:pt x="4425" y="1112"/>
                        <a:pt x="4425" y="2290"/>
                      </a:cubicBezTo>
                      <a:cubicBezTo>
                        <a:pt x="4425" y="3468"/>
                        <a:pt x="3466" y="4425"/>
                        <a:pt x="2289" y="4425"/>
                      </a:cubicBezTo>
                      <a:cubicBezTo>
                        <a:pt x="1111" y="4425"/>
                        <a:pt x="154" y="3468"/>
                        <a:pt x="154" y="2290"/>
                      </a:cubicBezTo>
                      <a:cubicBezTo>
                        <a:pt x="154" y="1113"/>
                        <a:pt x="1111" y="154"/>
                        <a:pt x="2289" y="154"/>
                      </a:cubicBezTo>
                      <a:close/>
                      <a:moveTo>
                        <a:pt x="2289" y="0"/>
                      </a:moveTo>
                      <a:cubicBezTo>
                        <a:pt x="1026" y="0"/>
                        <a:pt x="0" y="1028"/>
                        <a:pt x="0" y="2290"/>
                      </a:cubicBezTo>
                      <a:cubicBezTo>
                        <a:pt x="0" y="3552"/>
                        <a:pt x="1026" y="4579"/>
                        <a:pt x="2289" y="4579"/>
                      </a:cubicBezTo>
                      <a:cubicBezTo>
                        <a:pt x="3551" y="4579"/>
                        <a:pt x="4579" y="3552"/>
                        <a:pt x="4579" y="2290"/>
                      </a:cubicBezTo>
                      <a:cubicBezTo>
                        <a:pt x="4579" y="1028"/>
                        <a:pt x="3551" y="0"/>
                        <a:pt x="22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076" name="Google Shape;1076;p20"/>
          <p:cNvGrpSpPr/>
          <p:nvPr/>
        </p:nvGrpSpPr>
        <p:grpSpPr>
          <a:xfrm>
            <a:off x="283083" y="118084"/>
            <a:ext cx="7940393" cy="4776837"/>
            <a:chOff x="283083" y="118084"/>
            <a:chExt cx="7940393" cy="4776837"/>
          </a:xfrm>
        </p:grpSpPr>
        <p:grpSp>
          <p:nvGrpSpPr>
            <p:cNvPr id="1077" name="Google Shape;1077;p20"/>
            <p:cNvGrpSpPr/>
            <p:nvPr/>
          </p:nvGrpSpPr>
          <p:grpSpPr>
            <a:xfrm>
              <a:off x="751495" y="4661300"/>
              <a:ext cx="233569" cy="233621"/>
              <a:chOff x="6183667" y="4661300"/>
              <a:chExt cx="233569" cy="233621"/>
            </a:xfrm>
          </p:grpSpPr>
          <p:sp>
            <p:nvSpPr>
              <p:cNvPr id="1078" name="Google Shape;1078;p20"/>
              <p:cNvSpPr/>
              <p:nvPr/>
            </p:nvSpPr>
            <p:spPr>
              <a:xfrm>
                <a:off x="6361134" y="4838818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0"/>
              <p:cNvSpPr/>
              <p:nvPr/>
            </p:nvSpPr>
            <p:spPr>
              <a:xfrm>
                <a:off x="6273642" y="4751274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0"/>
              <p:cNvSpPr/>
              <p:nvPr/>
            </p:nvSpPr>
            <p:spPr>
              <a:xfrm>
                <a:off x="6183667" y="4661300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1" name="Google Shape;1081;p20"/>
            <p:cNvGrpSpPr/>
            <p:nvPr/>
          </p:nvGrpSpPr>
          <p:grpSpPr>
            <a:xfrm>
              <a:off x="283083" y="3644575"/>
              <a:ext cx="233569" cy="233621"/>
              <a:chOff x="6183667" y="4661300"/>
              <a:chExt cx="233569" cy="233621"/>
            </a:xfrm>
          </p:grpSpPr>
          <p:sp>
            <p:nvSpPr>
              <p:cNvPr id="1082" name="Google Shape;1082;p20"/>
              <p:cNvSpPr/>
              <p:nvPr/>
            </p:nvSpPr>
            <p:spPr>
              <a:xfrm>
                <a:off x="6361134" y="4838818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0"/>
              <p:cNvSpPr/>
              <p:nvPr/>
            </p:nvSpPr>
            <p:spPr>
              <a:xfrm>
                <a:off x="6273642" y="4751274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20"/>
              <p:cNvSpPr/>
              <p:nvPr/>
            </p:nvSpPr>
            <p:spPr>
              <a:xfrm>
                <a:off x="6183667" y="4661300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5" name="Google Shape;1085;p20"/>
            <p:cNvGrpSpPr/>
            <p:nvPr/>
          </p:nvGrpSpPr>
          <p:grpSpPr>
            <a:xfrm flipH="1" rot="10800000">
              <a:off x="7966896" y="118084"/>
              <a:ext cx="256580" cy="256579"/>
              <a:chOff x="7965281" y="4764503"/>
              <a:chExt cx="256580" cy="256579"/>
            </a:xfrm>
          </p:grpSpPr>
          <p:sp>
            <p:nvSpPr>
              <p:cNvPr id="1086" name="Google Shape;1086;p20"/>
              <p:cNvSpPr/>
              <p:nvPr/>
            </p:nvSpPr>
            <p:spPr>
              <a:xfrm rot="-5400000">
                <a:off x="8160231" y="4764503"/>
                <a:ext cx="61631" cy="6163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3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20"/>
              <p:cNvSpPr/>
              <p:nvPr/>
            </p:nvSpPr>
            <p:spPr>
              <a:xfrm rot="-5400000">
                <a:off x="8064091" y="4860642"/>
                <a:ext cx="61574" cy="61631"/>
              </a:xfrm>
              <a:custGeom>
                <a:rect b="b" l="l" r="r" t="t"/>
                <a:pathLst>
                  <a:path extrusionOk="0" h="1085" w="1084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1" y="1085"/>
                      <a:pt x="1083" y="842"/>
                      <a:pt x="1083" y="543"/>
                    </a:cubicBezTo>
                    <a:cubicBezTo>
                      <a:pt x="1083" y="244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0"/>
              <p:cNvSpPr/>
              <p:nvPr/>
            </p:nvSpPr>
            <p:spPr>
              <a:xfrm rot="-5400000">
                <a:off x="7965281" y="4959451"/>
                <a:ext cx="61631" cy="6163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3"/>
                      <a:pt x="0" y="542"/>
                    </a:cubicBezTo>
                    <a:cubicBezTo>
                      <a:pt x="0" y="841"/>
                      <a:pt x="243" y="1085"/>
                      <a:pt x="542" y="1085"/>
                    </a:cubicBezTo>
                    <a:cubicBezTo>
                      <a:pt x="842" y="1085"/>
                      <a:pt x="1084" y="841"/>
                      <a:pt x="1084" y="542"/>
                    </a:cubicBezTo>
                    <a:cubicBezTo>
                      <a:pt x="1084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9" name="Google Shape;108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21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21"/>
          <p:cNvSpPr txBox="1"/>
          <p:nvPr>
            <p:ph idx="1" type="subTitle"/>
          </p:nvPr>
        </p:nvSpPr>
        <p:spPr>
          <a:xfrm>
            <a:off x="932718" y="2381375"/>
            <a:ext cx="2946600" cy="10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93" name="Google Shape;109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1094" name="Google Shape;1094;p21"/>
          <p:cNvGrpSpPr/>
          <p:nvPr/>
        </p:nvGrpSpPr>
        <p:grpSpPr>
          <a:xfrm>
            <a:off x="107100" y="3478325"/>
            <a:ext cx="8828225" cy="1578354"/>
            <a:chOff x="107100" y="3478325"/>
            <a:chExt cx="8828225" cy="1578354"/>
          </a:xfrm>
        </p:grpSpPr>
        <p:grpSp>
          <p:nvGrpSpPr>
            <p:cNvPr id="1095" name="Google Shape;1095;p21"/>
            <p:cNvGrpSpPr/>
            <p:nvPr/>
          </p:nvGrpSpPr>
          <p:grpSpPr>
            <a:xfrm flipH="1" rot="5400000">
              <a:off x="-360175" y="3945600"/>
              <a:ext cx="1439100" cy="504550"/>
              <a:chOff x="2539675" y="122850"/>
              <a:chExt cx="1439100" cy="504550"/>
            </a:xfrm>
          </p:grpSpPr>
          <p:sp>
            <p:nvSpPr>
              <p:cNvPr id="1096" name="Google Shape;1096;p21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1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8" name="Google Shape;1098;p21"/>
            <p:cNvGrpSpPr/>
            <p:nvPr/>
          </p:nvGrpSpPr>
          <p:grpSpPr>
            <a:xfrm rot="10800000">
              <a:off x="7993369" y="3478329"/>
              <a:ext cx="941956" cy="1578350"/>
              <a:chOff x="107100" y="3391875"/>
              <a:chExt cx="941956" cy="1578350"/>
            </a:xfrm>
          </p:grpSpPr>
          <p:sp>
            <p:nvSpPr>
              <p:cNvPr id="1099" name="Google Shape;1099;p21"/>
              <p:cNvSpPr/>
              <p:nvPr/>
            </p:nvSpPr>
            <p:spPr>
              <a:xfrm>
                <a:off x="385525" y="3640977"/>
                <a:ext cx="271201" cy="723536"/>
              </a:xfrm>
              <a:custGeom>
                <a:rect b="b" l="l" r="r" t="t"/>
                <a:pathLst>
                  <a:path extrusionOk="0" h="6835" w="2562">
                    <a:moveTo>
                      <a:pt x="2344" y="1"/>
                    </a:moveTo>
                    <a:cubicBezTo>
                      <a:pt x="2293" y="1"/>
                      <a:pt x="2242" y="20"/>
                      <a:pt x="2204" y="58"/>
                    </a:cubicBezTo>
                    <a:lnTo>
                      <a:pt x="58" y="2205"/>
                    </a:lnTo>
                    <a:cubicBezTo>
                      <a:pt x="21" y="2242"/>
                      <a:pt x="0" y="2292"/>
                      <a:pt x="0" y="2345"/>
                    </a:cubicBezTo>
                    <a:lnTo>
                      <a:pt x="0" y="6636"/>
                    </a:lnTo>
                    <a:cubicBezTo>
                      <a:pt x="0" y="6746"/>
                      <a:pt x="89" y="6835"/>
                      <a:pt x="198" y="6835"/>
                    </a:cubicBezTo>
                    <a:cubicBezTo>
                      <a:pt x="308" y="6835"/>
                      <a:pt x="395" y="6746"/>
                      <a:pt x="395" y="6636"/>
                    </a:cubicBezTo>
                    <a:lnTo>
                      <a:pt x="395" y="2426"/>
                    </a:lnTo>
                    <a:lnTo>
                      <a:pt x="2484" y="339"/>
                    </a:lnTo>
                    <a:cubicBezTo>
                      <a:pt x="2561" y="262"/>
                      <a:pt x="2561" y="135"/>
                      <a:pt x="2484" y="58"/>
                    </a:cubicBezTo>
                    <a:cubicBezTo>
                      <a:pt x="2445" y="20"/>
                      <a:pt x="2394" y="1"/>
                      <a:pt x="2344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1"/>
              <p:cNvSpPr/>
              <p:nvPr/>
            </p:nvSpPr>
            <p:spPr>
              <a:xfrm>
                <a:off x="250291" y="4500813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1"/>
              <p:cNvSpPr/>
              <p:nvPr/>
            </p:nvSpPr>
            <p:spPr>
              <a:xfrm>
                <a:off x="107100" y="4357625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1"/>
              <p:cNvSpPr/>
              <p:nvPr/>
            </p:nvSpPr>
            <p:spPr>
              <a:xfrm>
                <a:off x="632056" y="3391875"/>
                <a:ext cx="417000" cy="4167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03" name="Google Shape;1103;p21"/>
          <p:cNvGrpSpPr/>
          <p:nvPr/>
        </p:nvGrpSpPr>
        <p:grpSpPr>
          <a:xfrm>
            <a:off x="228610" y="3224075"/>
            <a:ext cx="8803844" cy="1989524"/>
            <a:chOff x="228610" y="3224075"/>
            <a:chExt cx="8803844" cy="1989524"/>
          </a:xfrm>
        </p:grpSpPr>
        <p:grpSp>
          <p:nvGrpSpPr>
            <p:cNvPr id="1104" name="Google Shape;1104;p21"/>
            <p:cNvGrpSpPr/>
            <p:nvPr/>
          </p:nvGrpSpPr>
          <p:grpSpPr>
            <a:xfrm>
              <a:off x="228610" y="4018498"/>
              <a:ext cx="869799" cy="1183848"/>
              <a:chOff x="228610" y="4018498"/>
              <a:chExt cx="869799" cy="1183848"/>
            </a:xfrm>
          </p:grpSpPr>
          <p:sp>
            <p:nvSpPr>
              <p:cNvPr id="1105" name="Google Shape;1105;p21"/>
              <p:cNvSpPr/>
              <p:nvPr/>
            </p:nvSpPr>
            <p:spPr>
              <a:xfrm>
                <a:off x="1005698" y="4664451"/>
                <a:ext cx="92712" cy="537861"/>
              </a:xfrm>
              <a:custGeom>
                <a:rect b="b" l="l" r="r" t="t"/>
                <a:pathLst>
                  <a:path extrusionOk="0" h="10402" w="1793">
                    <a:moveTo>
                      <a:pt x="1639" y="10402"/>
                    </a:moveTo>
                    <a:cubicBezTo>
                      <a:pt x="1554" y="10402"/>
                      <a:pt x="1485" y="10333"/>
                      <a:pt x="1485" y="10248"/>
                    </a:cubicBezTo>
                    <a:lnTo>
                      <a:pt x="1485" y="1703"/>
                    </a:lnTo>
                    <a:lnTo>
                      <a:pt x="61" y="279"/>
                    </a:lnTo>
                    <a:cubicBezTo>
                      <a:pt x="1" y="218"/>
                      <a:pt x="1" y="121"/>
                      <a:pt x="61" y="61"/>
                    </a:cubicBezTo>
                    <a:cubicBezTo>
                      <a:pt x="121" y="1"/>
                      <a:pt x="218" y="1"/>
                      <a:pt x="278" y="61"/>
                    </a:cubicBezTo>
                    <a:lnTo>
                      <a:pt x="1748" y="1531"/>
                    </a:lnTo>
                    <a:cubicBezTo>
                      <a:pt x="1776" y="1559"/>
                      <a:pt x="1793" y="1598"/>
                      <a:pt x="1793" y="1639"/>
                    </a:cubicBezTo>
                    <a:lnTo>
                      <a:pt x="1793" y="10248"/>
                    </a:lnTo>
                    <a:cubicBezTo>
                      <a:pt x="1793" y="10333"/>
                      <a:pt x="1724" y="10402"/>
                      <a:pt x="1639" y="1040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1"/>
              <p:cNvSpPr/>
              <p:nvPr/>
            </p:nvSpPr>
            <p:spPr>
              <a:xfrm>
                <a:off x="228610" y="4146013"/>
                <a:ext cx="188422" cy="1056333"/>
              </a:xfrm>
              <a:custGeom>
                <a:rect b="b" l="l" r="r" t="t"/>
                <a:pathLst>
                  <a:path extrusionOk="0" h="20429" w="3644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1"/>
              <p:cNvSpPr/>
              <p:nvPr/>
            </p:nvSpPr>
            <p:spPr>
              <a:xfrm>
                <a:off x="326082" y="4183089"/>
                <a:ext cx="53931" cy="53931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1"/>
              <p:cNvSpPr/>
              <p:nvPr/>
            </p:nvSpPr>
            <p:spPr>
              <a:xfrm>
                <a:off x="416573" y="4018498"/>
                <a:ext cx="484344" cy="1183792"/>
              </a:xfrm>
              <a:custGeom>
                <a:rect b="b" l="l" r="r" t="t"/>
                <a:pathLst>
                  <a:path extrusionOk="0" h="22894" w="9367">
                    <a:moveTo>
                      <a:pt x="1897" y="1"/>
                    </a:moveTo>
                    <a:cubicBezTo>
                      <a:pt x="1214" y="1"/>
                      <a:pt x="661" y="555"/>
                      <a:pt x="661" y="1238"/>
                    </a:cubicBezTo>
                    <a:cubicBezTo>
                      <a:pt x="661" y="1847"/>
                      <a:pt x="1103" y="2352"/>
                      <a:pt x="1683" y="2454"/>
                    </a:cubicBezTo>
                    <a:lnTo>
                      <a:pt x="1683" y="8153"/>
                    </a:lnTo>
                    <a:lnTo>
                      <a:pt x="46" y="9790"/>
                    </a:lnTo>
                    <a:cubicBezTo>
                      <a:pt x="17" y="9819"/>
                      <a:pt x="1" y="9858"/>
                      <a:pt x="1" y="9899"/>
                    </a:cubicBezTo>
                    <a:lnTo>
                      <a:pt x="1" y="13697"/>
                    </a:lnTo>
                    <a:cubicBezTo>
                      <a:pt x="1" y="13738"/>
                      <a:pt x="17" y="13778"/>
                      <a:pt x="46" y="13806"/>
                    </a:cubicBezTo>
                    <a:lnTo>
                      <a:pt x="9090" y="22849"/>
                    </a:lnTo>
                    <a:cubicBezTo>
                      <a:pt x="9119" y="22879"/>
                      <a:pt x="9158" y="22894"/>
                      <a:pt x="9198" y="22894"/>
                    </a:cubicBezTo>
                    <a:cubicBezTo>
                      <a:pt x="9237" y="22894"/>
                      <a:pt x="9276" y="22879"/>
                      <a:pt x="9307" y="22849"/>
                    </a:cubicBezTo>
                    <a:cubicBezTo>
                      <a:pt x="9366" y="22790"/>
                      <a:pt x="9366" y="22692"/>
                      <a:pt x="9307" y="22631"/>
                    </a:cubicBezTo>
                    <a:lnTo>
                      <a:pt x="308" y="13634"/>
                    </a:lnTo>
                    <a:lnTo>
                      <a:pt x="308" y="9963"/>
                    </a:lnTo>
                    <a:lnTo>
                      <a:pt x="1946" y="8326"/>
                    </a:lnTo>
                    <a:cubicBezTo>
                      <a:pt x="1974" y="8297"/>
                      <a:pt x="1991" y="8258"/>
                      <a:pt x="1991" y="8217"/>
                    </a:cubicBezTo>
                    <a:lnTo>
                      <a:pt x="1991" y="2466"/>
                    </a:lnTo>
                    <a:cubicBezTo>
                      <a:pt x="2629" y="2417"/>
                      <a:pt x="3135" y="1890"/>
                      <a:pt x="3135" y="1238"/>
                    </a:cubicBezTo>
                    <a:cubicBezTo>
                      <a:pt x="3135" y="555"/>
                      <a:pt x="2580" y="1"/>
                      <a:pt x="18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1"/>
              <p:cNvSpPr/>
              <p:nvPr/>
            </p:nvSpPr>
            <p:spPr>
              <a:xfrm>
                <a:off x="487674" y="4055573"/>
                <a:ext cx="53983" cy="53879"/>
              </a:xfrm>
              <a:custGeom>
                <a:rect b="b" l="l" r="r" t="t"/>
                <a:pathLst>
                  <a:path extrusionOk="0" h="1042" w="1044">
                    <a:moveTo>
                      <a:pt x="522" y="0"/>
                    </a:moveTo>
                    <a:cubicBezTo>
                      <a:pt x="235" y="0"/>
                      <a:pt x="1" y="233"/>
                      <a:pt x="1" y="521"/>
                    </a:cubicBezTo>
                    <a:cubicBezTo>
                      <a:pt x="1" y="809"/>
                      <a:pt x="235" y="1042"/>
                      <a:pt x="522" y="1042"/>
                    </a:cubicBezTo>
                    <a:cubicBezTo>
                      <a:pt x="811" y="1042"/>
                      <a:pt x="1043" y="809"/>
                      <a:pt x="1043" y="521"/>
                    </a:cubicBezTo>
                    <a:cubicBezTo>
                      <a:pt x="1043" y="233"/>
                      <a:pt x="81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1"/>
              <p:cNvSpPr/>
              <p:nvPr/>
            </p:nvSpPr>
            <p:spPr>
              <a:xfrm>
                <a:off x="384100" y="4684100"/>
                <a:ext cx="80974" cy="81026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1"/>
              <p:cNvSpPr/>
              <p:nvPr/>
            </p:nvSpPr>
            <p:spPr>
              <a:xfrm>
                <a:off x="306174" y="4606226"/>
                <a:ext cx="236820" cy="236769"/>
              </a:xfrm>
              <a:custGeom>
                <a:rect b="b" l="l" r="r" t="t"/>
                <a:pathLst>
                  <a:path extrusionOk="0" h="4579" w="458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21"/>
              <p:cNvSpPr/>
              <p:nvPr/>
            </p:nvSpPr>
            <p:spPr>
              <a:xfrm>
                <a:off x="938320" y="4609225"/>
                <a:ext cx="128028" cy="127976"/>
              </a:xfrm>
              <a:custGeom>
                <a:rect b="b" l="l" r="r" t="t"/>
                <a:pathLst>
                  <a:path extrusionOk="0" h="2475" w="2476">
                    <a:moveTo>
                      <a:pt x="1237" y="0"/>
                    </a:moveTo>
                    <a:cubicBezTo>
                      <a:pt x="555" y="0"/>
                      <a:pt x="1" y="555"/>
                      <a:pt x="1" y="1238"/>
                    </a:cubicBezTo>
                    <a:cubicBezTo>
                      <a:pt x="1" y="1921"/>
                      <a:pt x="555" y="2474"/>
                      <a:pt x="1237" y="2474"/>
                    </a:cubicBezTo>
                    <a:cubicBezTo>
                      <a:pt x="1921" y="2474"/>
                      <a:pt x="2475" y="1921"/>
                      <a:pt x="2475" y="1238"/>
                    </a:cubicBezTo>
                    <a:cubicBezTo>
                      <a:pt x="2475" y="555"/>
                      <a:pt x="1921" y="0"/>
                      <a:pt x="12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1"/>
              <p:cNvSpPr/>
              <p:nvPr/>
            </p:nvSpPr>
            <p:spPr>
              <a:xfrm>
                <a:off x="975396" y="4646249"/>
                <a:ext cx="53879" cy="53983"/>
              </a:xfrm>
              <a:custGeom>
                <a:rect b="b" l="l" r="r" t="t"/>
                <a:pathLst>
                  <a:path extrusionOk="0" h="1044" w="1042">
                    <a:moveTo>
                      <a:pt x="522" y="1"/>
                    </a:moveTo>
                    <a:cubicBezTo>
                      <a:pt x="233" y="1"/>
                      <a:pt x="0" y="235"/>
                      <a:pt x="0" y="522"/>
                    </a:cubicBezTo>
                    <a:cubicBezTo>
                      <a:pt x="0" y="809"/>
                      <a:pt x="233" y="1043"/>
                      <a:pt x="522" y="1043"/>
                    </a:cubicBezTo>
                    <a:cubicBezTo>
                      <a:pt x="809" y="1043"/>
                      <a:pt x="1042" y="809"/>
                      <a:pt x="1042" y="522"/>
                    </a:cubicBezTo>
                    <a:cubicBezTo>
                      <a:pt x="1042" y="233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14" name="Google Shape;1114;p21"/>
            <p:cNvGrpSpPr/>
            <p:nvPr/>
          </p:nvGrpSpPr>
          <p:grpSpPr>
            <a:xfrm>
              <a:off x="8329515" y="3224075"/>
              <a:ext cx="702940" cy="1989524"/>
              <a:chOff x="8327900" y="3196400"/>
              <a:chExt cx="702940" cy="1989524"/>
            </a:xfrm>
          </p:grpSpPr>
          <p:grpSp>
            <p:nvGrpSpPr>
              <p:cNvPr id="1115" name="Google Shape;1115;p21"/>
              <p:cNvGrpSpPr/>
              <p:nvPr/>
            </p:nvGrpSpPr>
            <p:grpSpPr>
              <a:xfrm>
                <a:off x="8327900" y="3288266"/>
                <a:ext cx="702940" cy="1897658"/>
                <a:chOff x="8327900" y="3288266"/>
                <a:chExt cx="702940" cy="1897658"/>
              </a:xfrm>
            </p:grpSpPr>
            <p:sp>
              <p:nvSpPr>
                <p:cNvPr id="1116" name="Google Shape;1116;p21"/>
                <p:cNvSpPr/>
                <p:nvPr/>
              </p:nvSpPr>
              <p:spPr>
                <a:xfrm rot="-5400000">
                  <a:off x="8271296" y="4882627"/>
                  <a:ext cx="322184" cy="208976"/>
                </a:xfrm>
                <a:custGeom>
                  <a:rect b="b" l="l" r="r" t="t"/>
                  <a:pathLst>
                    <a:path extrusionOk="0" h="3679" w="5672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8"/>
                        <a:pt x="69" y="308"/>
                        <a:pt x="154" y="308"/>
                      </a:cubicBezTo>
                      <a:lnTo>
                        <a:pt x="3462" y="308"/>
                      </a:lnTo>
                      <a:lnTo>
                        <a:pt x="5364" y="2210"/>
                      </a:lnTo>
                      <a:lnTo>
                        <a:pt x="5364" y="3524"/>
                      </a:lnTo>
                      <a:cubicBezTo>
                        <a:pt x="5364" y="3610"/>
                        <a:pt x="5432" y="3678"/>
                        <a:pt x="5518" y="3678"/>
                      </a:cubicBezTo>
                      <a:cubicBezTo>
                        <a:pt x="5603" y="3678"/>
                        <a:pt x="5671" y="3610"/>
                        <a:pt x="5671" y="3524"/>
                      </a:cubicBezTo>
                      <a:lnTo>
                        <a:pt x="5671" y="2146"/>
                      </a:lnTo>
                      <a:cubicBezTo>
                        <a:pt x="5671" y="2105"/>
                        <a:pt x="5655" y="2066"/>
                        <a:pt x="5626" y="2037"/>
                      </a:cubicBezTo>
                      <a:lnTo>
                        <a:pt x="3634" y="45"/>
                      </a:lnTo>
                      <a:cubicBezTo>
                        <a:pt x="3605" y="16"/>
                        <a:pt x="3566" y="0"/>
                        <a:pt x="352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7" name="Google Shape;1117;p21"/>
                <p:cNvSpPr/>
                <p:nvPr/>
              </p:nvSpPr>
              <p:spPr>
                <a:xfrm rot="-5400000">
                  <a:off x="8010690" y="4376573"/>
                  <a:ext cx="1301459" cy="243512"/>
                </a:xfrm>
                <a:custGeom>
                  <a:rect b="b" l="l" r="r" t="t"/>
                  <a:pathLst>
                    <a:path extrusionOk="0" h="4287" w="22912">
                      <a:moveTo>
                        <a:pt x="169" y="1"/>
                      </a:moveTo>
                      <a:cubicBezTo>
                        <a:pt x="129" y="1"/>
                        <a:pt x="90" y="16"/>
                        <a:pt x="60" y="46"/>
                      </a:cubicBezTo>
                      <a:cubicBezTo>
                        <a:pt x="0" y="105"/>
                        <a:pt x="0" y="203"/>
                        <a:pt x="60" y="263"/>
                      </a:cubicBezTo>
                      <a:lnTo>
                        <a:pt x="1720" y="1923"/>
                      </a:lnTo>
                      <a:cubicBezTo>
                        <a:pt x="1748" y="1952"/>
                        <a:pt x="1789" y="1968"/>
                        <a:pt x="1829" y="1968"/>
                      </a:cubicBezTo>
                      <a:lnTo>
                        <a:pt x="7052" y="1968"/>
                      </a:lnTo>
                      <a:lnTo>
                        <a:pt x="8195" y="3110"/>
                      </a:lnTo>
                      <a:cubicBezTo>
                        <a:pt x="8223" y="3140"/>
                        <a:pt x="8262" y="3156"/>
                        <a:pt x="8304" y="3156"/>
                      </a:cubicBezTo>
                      <a:lnTo>
                        <a:pt x="15072" y="3156"/>
                      </a:lnTo>
                      <a:lnTo>
                        <a:pt x="16157" y="4240"/>
                      </a:lnTo>
                      <a:cubicBezTo>
                        <a:pt x="16185" y="4270"/>
                        <a:pt x="16224" y="4286"/>
                        <a:pt x="16266" y="4286"/>
                      </a:cubicBezTo>
                      <a:lnTo>
                        <a:pt x="20601" y="4286"/>
                      </a:lnTo>
                      <a:lnTo>
                        <a:pt x="20601" y="4285"/>
                      </a:lnTo>
                      <a:cubicBezTo>
                        <a:pt x="20642" y="4285"/>
                        <a:pt x="20681" y="4270"/>
                        <a:pt x="20709" y="4240"/>
                      </a:cubicBezTo>
                      <a:lnTo>
                        <a:pt x="22852" y="2098"/>
                      </a:lnTo>
                      <a:cubicBezTo>
                        <a:pt x="22912" y="2038"/>
                        <a:pt x="22912" y="1941"/>
                        <a:pt x="22852" y="1881"/>
                      </a:cubicBezTo>
                      <a:cubicBezTo>
                        <a:pt x="22821" y="1851"/>
                        <a:pt x="22782" y="1836"/>
                        <a:pt x="22743" y="1836"/>
                      </a:cubicBezTo>
                      <a:cubicBezTo>
                        <a:pt x="22703" y="1836"/>
                        <a:pt x="22664" y="1851"/>
                        <a:pt x="22634" y="1881"/>
                      </a:cubicBezTo>
                      <a:lnTo>
                        <a:pt x="20537" y="3978"/>
                      </a:lnTo>
                      <a:lnTo>
                        <a:pt x="16328" y="3978"/>
                      </a:lnTo>
                      <a:lnTo>
                        <a:pt x="15244" y="2894"/>
                      </a:lnTo>
                      <a:cubicBezTo>
                        <a:pt x="15215" y="2864"/>
                        <a:pt x="15176" y="2848"/>
                        <a:pt x="15135" y="2848"/>
                      </a:cubicBezTo>
                      <a:lnTo>
                        <a:pt x="8366" y="2848"/>
                      </a:lnTo>
                      <a:lnTo>
                        <a:pt x="7224" y="1706"/>
                      </a:lnTo>
                      <a:cubicBezTo>
                        <a:pt x="7195" y="1677"/>
                        <a:pt x="7156" y="1661"/>
                        <a:pt x="7116" y="1661"/>
                      </a:cubicBezTo>
                      <a:lnTo>
                        <a:pt x="1893" y="1661"/>
                      </a:lnTo>
                      <a:lnTo>
                        <a:pt x="278" y="46"/>
                      </a:lnTo>
                      <a:cubicBezTo>
                        <a:pt x="248" y="16"/>
                        <a:pt x="208" y="1"/>
                        <a:pt x="16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8" name="Google Shape;1118;p21"/>
                <p:cNvSpPr/>
                <p:nvPr/>
              </p:nvSpPr>
              <p:spPr>
                <a:xfrm rot="-5400000">
                  <a:off x="8011093" y="4166177"/>
                  <a:ext cx="1897658" cy="141836"/>
                </a:xfrm>
                <a:custGeom>
                  <a:rect b="b" l="l" r="r" t="t"/>
                  <a:pathLst>
                    <a:path extrusionOk="0" h="2497" w="33408">
                      <a:moveTo>
                        <a:pt x="29290" y="1"/>
                      </a:moveTo>
                      <a:cubicBezTo>
                        <a:pt x="29248" y="1"/>
                        <a:pt x="29209" y="16"/>
                        <a:pt x="29181" y="46"/>
                      </a:cubicBezTo>
                      <a:lnTo>
                        <a:pt x="27265" y="1961"/>
                      </a:lnTo>
                      <a:lnTo>
                        <a:pt x="18260" y="1961"/>
                      </a:lnTo>
                      <a:lnTo>
                        <a:pt x="16612" y="314"/>
                      </a:lnTo>
                      <a:cubicBezTo>
                        <a:pt x="16584" y="284"/>
                        <a:pt x="16545" y="269"/>
                        <a:pt x="16503" y="269"/>
                      </a:cubicBezTo>
                      <a:lnTo>
                        <a:pt x="10403" y="269"/>
                      </a:lnTo>
                      <a:cubicBezTo>
                        <a:pt x="10362" y="269"/>
                        <a:pt x="10323" y="284"/>
                        <a:pt x="10294" y="314"/>
                      </a:cubicBezTo>
                      <a:lnTo>
                        <a:pt x="8418" y="2189"/>
                      </a:lnTo>
                      <a:lnTo>
                        <a:pt x="4597" y="2189"/>
                      </a:lnTo>
                      <a:lnTo>
                        <a:pt x="3608" y="1201"/>
                      </a:lnTo>
                      <a:cubicBezTo>
                        <a:pt x="3580" y="1171"/>
                        <a:pt x="3541" y="1154"/>
                        <a:pt x="3499" y="1154"/>
                      </a:cubicBezTo>
                      <a:lnTo>
                        <a:pt x="154" y="1154"/>
                      </a:lnTo>
                      <a:cubicBezTo>
                        <a:pt x="69" y="1154"/>
                        <a:pt x="0" y="1224"/>
                        <a:pt x="0" y="1308"/>
                      </a:cubicBezTo>
                      <a:cubicBezTo>
                        <a:pt x="0" y="1393"/>
                        <a:pt x="69" y="1462"/>
                        <a:pt x="154" y="1462"/>
                      </a:cubicBezTo>
                      <a:lnTo>
                        <a:pt x="3435" y="1462"/>
                      </a:lnTo>
                      <a:lnTo>
                        <a:pt x="4425" y="2451"/>
                      </a:lnTo>
                      <a:cubicBezTo>
                        <a:pt x="4454" y="2481"/>
                        <a:pt x="4493" y="2496"/>
                        <a:pt x="4534" y="2496"/>
                      </a:cubicBezTo>
                      <a:lnTo>
                        <a:pt x="8482" y="2496"/>
                      </a:lnTo>
                      <a:cubicBezTo>
                        <a:pt x="8522" y="2496"/>
                        <a:pt x="8561" y="2481"/>
                        <a:pt x="8591" y="2451"/>
                      </a:cubicBezTo>
                      <a:lnTo>
                        <a:pt x="10466" y="576"/>
                      </a:lnTo>
                      <a:lnTo>
                        <a:pt x="16441" y="576"/>
                      </a:lnTo>
                      <a:lnTo>
                        <a:pt x="18087" y="2223"/>
                      </a:lnTo>
                      <a:cubicBezTo>
                        <a:pt x="18116" y="2253"/>
                        <a:pt x="18156" y="2268"/>
                        <a:pt x="18196" y="2268"/>
                      </a:cubicBezTo>
                      <a:lnTo>
                        <a:pt x="27328" y="2268"/>
                      </a:lnTo>
                      <a:cubicBezTo>
                        <a:pt x="27369" y="2268"/>
                        <a:pt x="27408" y="2253"/>
                        <a:pt x="27437" y="2223"/>
                      </a:cubicBezTo>
                      <a:lnTo>
                        <a:pt x="29352" y="308"/>
                      </a:lnTo>
                      <a:lnTo>
                        <a:pt x="33254" y="308"/>
                      </a:lnTo>
                      <a:cubicBezTo>
                        <a:pt x="33339" y="308"/>
                        <a:pt x="33407" y="238"/>
                        <a:pt x="33407" y="154"/>
                      </a:cubicBezTo>
                      <a:cubicBezTo>
                        <a:pt x="33407" y="69"/>
                        <a:pt x="33339" y="1"/>
                        <a:pt x="3325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19" name="Google Shape;1119;p21"/>
              <p:cNvGrpSpPr/>
              <p:nvPr/>
            </p:nvGrpSpPr>
            <p:grpSpPr>
              <a:xfrm>
                <a:off x="8457809" y="3196400"/>
                <a:ext cx="512592" cy="1708747"/>
                <a:chOff x="8457809" y="3196400"/>
                <a:chExt cx="512592" cy="1708747"/>
              </a:xfrm>
            </p:grpSpPr>
            <p:sp>
              <p:nvSpPr>
                <p:cNvPr id="1120" name="Google Shape;1120;p21"/>
                <p:cNvSpPr/>
                <p:nvPr/>
              </p:nvSpPr>
              <p:spPr>
                <a:xfrm rot="-5400000">
                  <a:off x="8829701" y="3196400"/>
                  <a:ext cx="140700" cy="140700"/>
                </a:xfrm>
                <a:custGeom>
                  <a:rect b="b" l="l" r="r" t="t"/>
                  <a:pathLst>
                    <a:path extrusionOk="0" h="2477" w="2477">
                      <a:moveTo>
                        <a:pt x="1239" y="1"/>
                      </a:moveTo>
                      <a:cubicBezTo>
                        <a:pt x="555" y="1"/>
                        <a:pt x="1" y="555"/>
                        <a:pt x="1" y="1238"/>
                      </a:cubicBezTo>
                      <a:cubicBezTo>
                        <a:pt x="1" y="1922"/>
                        <a:pt x="555" y="2476"/>
                        <a:pt x="1239" y="2476"/>
                      </a:cubicBezTo>
                      <a:cubicBezTo>
                        <a:pt x="1922" y="2476"/>
                        <a:pt x="2476" y="1922"/>
                        <a:pt x="2476" y="1238"/>
                      </a:cubicBezTo>
                      <a:cubicBezTo>
                        <a:pt x="2476" y="555"/>
                        <a:pt x="1922" y="1"/>
                        <a:pt x="12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1" name="Google Shape;1121;p21"/>
                <p:cNvSpPr/>
                <p:nvPr/>
              </p:nvSpPr>
              <p:spPr>
                <a:xfrm rot="-5400000">
                  <a:off x="8538612" y="3740090"/>
                  <a:ext cx="140586" cy="140643"/>
                </a:xfrm>
                <a:custGeom>
                  <a:rect b="b" l="l" r="r" t="t"/>
                  <a:pathLst>
                    <a:path extrusionOk="0" h="2476" w="2475">
                      <a:moveTo>
                        <a:pt x="1238" y="1"/>
                      </a:moveTo>
                      <a:cubicBezTo>
                        <a:pt x="554" y="1"/>
                        <a:pt x="0" y="554"/>
                        <a:pt x="0" y="1238"/>
                      </a:cubicBezTo>
                      <a:cubicBezTo>
                        <a:pt x="0" y="1921"/>
                        <a:pt x="554" y="2475"/>
                        <a:pt x="1238" y="2475"/>
                      </a:cubicBezTo>
                      <a:cubicBezTo>
                        <a:pt x="1921" y="2475"/>
                        <a:pt x="2474" y="1921"/>
                        <a:pt x="2474" y="1238"/>
                      </a:cubicBezTo>
                      <a:cubicBezTo>
                        <a:pt x="2474" y="554"/>
                        <a:pt x="1921" y="1"/>
                        <a:pt x="12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2" name="Google Shape;1122;p21"/>
                <p:cNvSpPr/>
                <p:nvPr/>
              </p:nvSpPr>
              <p:spPr>
                <a:xfrm rot="-5400000">
                  <a:off x="8457809" y="4764504"/>
                  <a:ext cx="140643" cy="140643"/>
                </a:xfrm>
                <a:custGeom>
                  <a:rect b="b" l="l" r="r" t="t"/>
                  <a:pathLst>
                    <a:path extrusionOk="0" h="2476" w="2476">
                      <a:moveTo>
                        <a:pt x="1239" y="1"/>
                      </a:moveTo>
                      <a:cubicBezTo>
                        <a:pt x="555" y="1"/>
                        <a:pt x="1" y="554"/>
                        <a:pt x="1" y="1237"/>
                      </a:cubicBezTo>
                      <a:cubicBezTo>
                        <a:pt x="1" y="1921"/>
                        <a:pt x="555" y="2475"/>
                        <a:pt x="1239" y="2475"/>
                      </a:cubicBezTo>
                      <a:cubicBezTo>
                        <a:pt x="1922" y="2475"/>
                        <a:pt x="2475" y="1921"/>
                        <a:pt x="2475" y="1237"/>
                      </a:cubicBezTo>
                      <a:cubicBezTo>
                        <a:pt x="2475" y="554"/>
                        <a:pt x="1922" y="1"/>
                        <a:pt x="12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23" name="Google Shape;1123;p21"/>
              <p:cNvGrpSpPr/>
              <p:nvPr/>
            </p:nvGrpSpPr>
            <p:grpSpPr>
              <a:xfrm>
                <a:off x="8498480" y="3237070"/>
                <a:ext cx="431194" cy="1627349"/>
                <a:chOff x="8498480" y="3237070"/>
                <a:chExt cx="431194" cy="1627349"/>
              </a:xfrm>
            </p:grpSpPr>
            <p:sp>
              <p:nvSpPr>
                <p:cNvPr id="1124" name="Google Shape;1124;p21"/>
                <p:cNvSpPr/>
                <p:nvPr/>
              </p:nvSpPr>
              <p:spPr>
                <a:xfrm rot="-5400000">
                  <a:off x="8870401" y="3237099"/>
                  <a:ext cx="59302" cy="59245"/>
                </a:xfrm>
                <a:custGeom>
                  <a:rect b="b" l="l" r="r" t="t"/>
                  <a:pathLst>
                    <a:path extrusionOk="0" h="1043" w="1044">
                      <a:moveTo>
                        <a:pt x="522" y="0"/>
                      </a:moveTo>
                      <a:cubicBezTo>
                        <a:pt x="234" y="0"/>
                        <a:pt x="0" y="234"/>
                        <a:pt x="0" y="521"/>
                      </a:cubicBezTo>
                      <a:cubicBezTo>
                        <a:pt x="0" y="809"/>
                        <a:pt x="234" y="1043"/>
                        <a:pt x="522" y="1043"/>
                      </a:cubicBezTo>
                      <a:cubicBezTo>
                        <a:pt x="810" y="1043"/>
                        <a:pt x="1043" y="809"/>
                        <a:pt x="1043" y="521"/>
                      </a:cubicBezTo>
                      <a:cubicBezTo>
                        <a:pt x="1043" y="234"/>
                        <a:pt x="810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5" name="Google Shape;1125;p21"/>
                <p:cNvSpPr/>
                <p:nvPr/>
              </p:nvSpPr>
              <p:spPr>
                <a:xfrm rot="-5400000">
                  <a:off x="8579226" y="3780760"/>
                  <a:ext cx="59302" cy="59245"/>
                </a:xfrm>
                <a:custGeom>
                  <a:rect b="b" l="l" r="r" t="t"/>
                  <a:pathLst>
                    <a:path extrusionOk="0" h="1043" w="1044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2"/>
                      </a:cubicBezTo>
                      <a:cubicBezTo>
                        <a:pt x="0" y="810"/>
                        <a:pt x="233" y="1043"/>
                        <a:pt x="522" y="1043"/>
                      </a:cubicBezTo>
                      <a:cubicBezTo>
                        <a:pt x="809" y="1043"/>
                        <a:pt x="1043" y="810"/>
                        <a:pt x="1043" y="522"/>
                      </a:cubicBezTo>
                      <a:cubicBezTo>
                        <a:pt x="1043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6" name="Google Shape;1126;p21"/>
                <p:cNvSpPr/>
                <p:nvPr/>
              </p:nvSpPr>
              <p:spPr>
                <a:xfrm rot="-5400000">
                  <a:off x="8729869" y="3938332"/>
                  <a:ext cx="89010" cy="89066"/>
                </a:xfrm>
                <a:custGeom>
                  <a:rect b="b" l="l" r="r" t="t"/>
                  <a:pathLst>
                    <a:path extrusionOk="0" h="1568" w="1567">
                      <a:moveTo>
                        <a:pt x="784" y="1"/>
                      </a:moveTo>
                      <a:cubicBezTo>
                        <a:pt x="351" y="1"/>
                        <a:pt x="0" y="352"/>
                        <a:pt x="0" y="785"/>
                      </a:cubicBezTo>
                      <a:cubicBezTo>
                        <a:pt x="0" y="1216"/>
                        <a:pt x="351" y="1567"/>
                        <a:pt x="784" y="1567"/>
                      </a:cubicBezTo>
                      <a:cubicBezTo>
                        <a:pt x="1215" y="1567"/>
                        <a:pt x="1567" y="1216"/>
                        <a:pt x="1567" y="785"/>
                      </a:cubicBezTo>
                      <a:cubicBezTo>
                        <a:pt x="1567" y="352"/>
                        <a:pt x="1215" y="1"/>
                        <a:pt x="7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7" name="Google Shape;1127;p21"/>
                <p:cNvSpPr/>
                <p:nvPr/>
              </p:nvSpPr>
              <p:spPr>
                <a:xfrm rot="-5400000">
                  <a:off x="8644323" y="3852788"/>
                  <a:ext cx="260099" cy="260155"/>
                </a:xfrm>
                <a:custGeom>
                  <a:rect b="b" l="l" r="r" t="t"/>
                  <a:pathLst>
                    <a:path extrusionOk="0" h="4580" w="4579">
                      <a:moveTo>
                        <a:pt x="2290" y="154"/>
                      </a:moveTo>
                      <a:cubicBezTo>
                        <a:pt x="3467" y="154"/>
                        <a:pt x="4425" y="1112"/>
                        <a:pt x="4425" y="2291"/>
                      </a:cubicBezTo>
                      <a:cubicBezTo>
                        <a:pt x="4425" y="3468"/>
                        <a:pt x="3467" y="4426"/>
                        <a:pt x="2290" y="4426"/>
                      </a:cubicBezTo>
                      <a:cubicBezTo>
                        <a:pt x="1112" y="4426"/>
                        <a:pt x="154" y="3468"/>
                        <a:pt x="154" y="2291"/>
                      </a:cubicBezTo>
                      <a:cubicBezTo>
                        <a:pt x="154" y="1112"/>
                        <a:pt x="1112" y="154"/>
                        <a:pt x="2290" y="154"/>
                      </a:cubicBezTo>
                      <a:close/>
                      <a:moveTo>
                        <a:pt x="2290" y="1"/>
                      </a:moveTo>
                      <a:cubicBezTo>
                        <a:pt x="1027" y="1"/>
                        <a:pt x="0" y="1028"/>
                        <a:pt x="0" y="2291"/>
                      </a:cubicBezTo>
                      <a:cubicBezTo>
                        <a:pt x="0" y="3552"/>
                        <a:pt x="1027" y="4579"/>
                        <a:pt x="2290" y="4579"/>
                      </a:cubicBezTo>
                      <a:cubicBezTo>
                        <a:pt x="3552" y="4579"/>
                        <a:pt x="4579" y="3552"/>
                        <a:pt x="4579" y="2291"/>
                      </a:cubicBezTo>
                      <a:cubicBezTo>
                        <a:pt x="4579" y="1028"/>
                        <a:pt x="3551" y="1"/>
                        <a:pt x="229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8" name="Google Shape;1128;p21"/>
                <p:cNvSpPr/>
                <p:nvPr/>
              </p:nvSpPr>
              <p:spPr>
                <a:xfrm rot="-5400000">
                  <a:off x="8498509" y="4805202"/>
                  <a:ext cx="59188" cy="59245"/>
                </a:xfrm>
                <a:custGeom>
                  <a:rect b="b" l="l" r="r" t="t"/>
                  <a:pathLst>
                    <a:path extrusionOk="0" h="1043" w="1042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10"/>
                        <a:pt x="233" y="1043"/>
                        <a:pt x="522" y="1043"/>
                      </a:cubicBezTo>
                      <a:cubicBezTo>
                        <a:pt x="809" y="1043"/>
                        <a:pt x="1042" y="810"/>
                        <a:pt x="1042" y="521"/>
                      </a:cubicBezTo>
                      <a:cubicBezTo>
                        <a:pt x="1042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129" name="Google Shape;1129;p21"/>
          <p:cNvGrpSpPr/>
          <p:nvPr/>
        </p:nvGrpSpPr>
        <p:grpSpPr>
          <a:xfrm>
            <a:off x="7966896" y="3315953"/>
            <a:ext cx="771905" cy="1732804"/>
            <a:chOff x="7965281" y="3288278"/>
            <a:chExt cx="771905" cy="1732804"/>
          </a:xfrm>
        </p:grpSpPr>
        <p:sp>
          <p:nvSpPr>
            <p:cNvPr id="1130" name="Google Shape;1130;p21"/>
            <p:cNvSpPr/>
            <p:nvPr/>
          </p:nvSpPr>
          <p:spPr>
            <a:xfrm rot="-5400000">
              <a:off x="8675556" y="3288278"/>
              <a:ext cx="61631" cy="61631"/>
            </a:xfrm>
            <a:custGeom>
              <a:rect b="b" l="l" r="r" t="t"/>
              <a:pathLst>
                <a:path extrusionOk="0" h="1085" w="1085">
                  <a:moveTo>
                    <a:pt x="543" y="1"/>
                  </a:moveTo>
                  <a:cubicBezTo>
                    <a:pt x="244" y="1"/>
                    <a:pt x="0" y="243"/>
                    <a:pt x="0" y="543"/>
                  </a:cubicBezTo>
                  <a:cubicBezTo>
                    <a:pt x="0" y="842"/>
                    <a:pt x="244" y="1085"/>
                    <a:pt x="543" y="1085"/>
                  </a:cubicBezTo>
                  <a:cubicBezTo>
                    <a:pt x="842" y="1085"/>
                    <a:pt x="1084" y="842"/>
                    <a:pt x="1084" y="543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1"/>
            <p:cNvSpPr/>
            <p:nvPr/>
          </p:nvSpPr>
          <p:spPr>
            <a:xfrm rot="-5400000">
              <a:off x="8579416" y="3384417"/>
              <a:ext cx="61574" cy="61631"/>
            </a:xfrm>
            <a:custGeom>
              <a:rect b="b" l="l" r="r" t="t"/>
              <a:pathLst>
                <a:path extrusionOk="0" h="1085" w="1084">
                  <a:moveTo>
                    <a:pt x="542" y="1"/>
                  </a:moveTo>
                  <a:cubicBezTo>
                    <a:pt x="243" y="1"/>
                    <a:pt x="0" y="244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cubicBezTo>
                    <a:pt x="841" y="1085"/>
                    <a:pt x="1083" y="842"/>
                    <a:pt x="1083" y="543"/>
                  </a:cubicBezTo>
                  <a:cubicBezTo>
                    <a:pt x="1083" y="244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1"/>
            <p:cNvSpPr/>
            <p:nvPr/>
          </p:nvSpPr>
          <p:spPr>
            <a:xfrm rot="-5400000">
              <a:off x="8480606" y="3483226"/>
              <a:ext cx="61631" cy="61631"/>
            </a:xfrm>
            <a:custGeom>
              <a:rect b="b" l="l" r="r" t="t"/>
              <a:pathLst>
                <a:path extrusionOk="0" h="1085" w="1085">
                  <a:moveTo>
                    <a:pt x="542" y="1"/>
                  </a:moveTo>
                  <a:cubicBezTo>
                    <a:pt x="243" y="1"/>
                    <a:pt x="0" y="243"/>
                    <a:pt x="0" y="542"/>
                  </a:cubicBezTo>
                  <a:cubicBezTo>
                    <a:pt x="0" y="841"/>
                    <a:pt x="243" y="1085"/>
                    <a:pt x="542" y="1085"/>
                  </a:cubicBezTo>
                  <a:cubicBezTo>
                    <a:pt x="842" y="1085"/>
                    <a:pt x="1084" y="841"/>
                    <a:pt x="1084" y="542"/>
                  </a:cubicBezTo>
                  <a:cubicBezTo>
                    <a:pt x="1084" y="243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21"/>
            <p:cNvSpPr/>
            <p:nvPr/>
          </p:nvSpPr>
          <p:spPr>
            <a:xfrm rot="-5400000">
              <a:off x="8160231" y="4764503"/>
              <a:ext cx="61631" cy="61631"/>
            </a:xfrm>
            <a:custGeom>
              <a:rect b="b" l="l" r="r" t="t"/>
              <a:pathLst>
                <a:path extrusionOk="0" h="1085" w="1085">
                  <a:moveTo>
                    <a:pt x="543" y="1"/>
                  </a:moveTo>
                  <a:cubicBezTo>
                    <a:pt x="244" y="1"/>
                    <a:pt x="0" y="243"/>
                    <a:pt x="0" y="543"/>
                  </a:cubicBezTo>
                  <a:cubicBezTo>
                    <a:pt x="0" y="842"/>
                    <a:pt x="244" y="1085"/>
                    <a:pt x="543" y="1085"/>
                  </a:cubicBezTo>
                  <a:cubicBezTo>
                    <a:pt x="842" y="1085"/>
                    <a:pt x="1084" y="842"/>
                    <a:pt x="1084" y="543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1"/>
            <p:cNvSpPr/>
            <p:nvPr/>
          </p:nvSpPr>
          <p:spPr>
            <a:xfrm rot="-5400000">
              <a:off x="8064091" y="4860642"/>
              <a:ext cx="61574" cy="61631"/>
            </a:xfrm>
            <a:custGeom>
              <a:rect b="b" l="l" r="r" t="t"/>
              <a:pathLst>
                <a:path extrusionOk="0" h="1085" w="1084">
                  <a:moveTo>
                    <a:pt x="542" y="1"/>
                  </a:moveTo>
                  <a:cubicBezTo>
                    <a:pt x="243" y="1"/>
                    <a:pt x="0" y="244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cubicBezTo>
                    <a:pt x="841" y="1085"/>
                    <a:pt x="1083" y="842"/>
                    <a:pt x="1083" y="543"/>
                  </a:cubicBezTo>
                  <a:cubicBezTo>
                    <a:pt x="1083" y="244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21"/>
            <p:cNvSpPr/>
            <p:nvPr/>
          </p:nvSpPr>
          <p:spPr>
            <a:xfrm rot="-5400000">
              <a:off x="7965281" y="4959451"/>
              <a:ext cx="61631" cy="61631"/>
            </a:xfrm>
            <a:custGeom>
              <a:rect b="b" l="l" r="r" t="t"/>
              <a:pathLst>
                <a:path extrusionOk="0" h="1085" w="1085">
                  <a:moveTo>
                    <a:pt x="542" y="1"/>
                  </a:moveTo>
                  <a:cubicBezTo>
                    <a:pt x="243" y="1"/>
                    <a:pt x="0" y="243"/>
                    <a:pt x="0" y="542"/>
                  </a:cubicBezTo>
                  <a:cubicBezTo>
                    <a:pt x="0" y="841"/>
                    <a:pt x="243" y="1085"/>
                    <a:pt x="542" y="1085"/>
                  </a:cubicBezTo>
                  <a:cubicBezTo>
                    <a:pt x="842" y="1085"/>
                    <a:pt x="1084" y="841"/>
                    <a:pt x="1084" y="542"/>
                  </a:cubicBezTo>
                  <a:cubicBezTo>
                    <a:pt x="1084" y="243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6" name="Google Shape;1136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8" name="Google Shape;1138;p22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9" name="Google Shape;1139;p22"/>
          <p:cNvGrpSpPr/>
          <p:nvPr/>
        </p:nvGrpSpPr>
        <p:grpSpPr>
          <a:xfrm>
            <a:off x="208675" y="268300"/>
            <a:ext cx="8828225" cy="4771713"/>
            <a:chOff x="208675" y="268300"/>
            <a:chExt cx="8828225" cy="4771713"/>
          </a:xfrm>
        </p:grpSpPr>
        <p:grpSp>
          <p:nvGrpSpPr>
            <p:cNvPr id="1140" name="Google Shape;1140;p22"/>
            <p:cNvGrpSpPr/>
            <p:nvPr/>
          </p:nvGrpSpPr>
          <p:grpSpPr>
            <a:xfrm>
              <a:off x="208675" y="3468075"/>
              <a:ext cx="8828225" cy="1571938"/>
              <a:chOff x="208675" y="3544275"/>
              <a:chExt cx="8828225" cy="1571938"/>
            </a:xfrm>
          </p:grpSpPr>
          <p:grpSp>
            <p:nvGrpSpPr>
              <p:cNvPr id="1141" name="Google Shape;1141;p22"/>
              <p:cNvGrpSpPr/>
              <p:nvPr/>
            </p:nvGrpSpPr>
            <p:grpSpPr>
              <a:xfrm>
                <a:off x="5745809" y="4297691"/>
                <a:ext cx="3291091" cy="818522"/>
                <a:chOff x="5745809" y="4297691"/>
                <a:chExt cx="3291091" cy="818522"/>
              </a:xfrm>
            </p:grpSpPr>
            <p:sp>
              <p:nvSpPr>
                <p:cNvPr id="1142" name="Google Shape;1142;p22"/>
                <p:cNvSpPr/>
                <p:nvPr/>
              </p:nvSpPr>
              <p:spPr>
                <a:xfrm flipH="1">
                  <a:off x="6072191" y="4588875"/>
                  <a:ext cx="2358631" cy="394498"/>
                </a:xfrm>
                <a:custGeom>
                  <a:rect b="b" l="l" r="r" t="t"/>
                  <a:pathLst>
                    <a:path extrusionOk="0" h="2786" w="16657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9"/>
                        <a:pt x="69" y="308"/>
                        <a:pt x="154" y="308"/>
                      </a:cubicBezTo>
                      <a:lnTo>
                        <a:pt x="5453" y="308"/>
                      </a:lnTo>
                      <a:lnTo>
                        <a:pt x="7886" y="2740"/>
                      </a:lnTo>
                      <a:cubicBezTo>
                        <a:pt x="7916" y="2769"/>
                        <a:pt x="7955" y="2785"/>
                        <a:pt x="7995" y="2785"/>
                      </a:cubicBezTo>
                      <a:lnTo>
                        <a:pt x="16503" y="2785"/>
                      </a:lnTo>
                      <a:cubicBezTo>
                        <a:pt x="16588" y="2785"/>
                        <a:pt x="16657" y="2717"/>
                        <a:pt x="16657" y="2632"/>
                      </a:cubicBezTo>
                      <a:cubicBezTo>
                        <a:pt x="16657" y="2547"/>
                        <a:pt x="16588" y="2478"/>
                        <a:pt x="16503" y="2478"/>
                      </a:cubicBezTo>
                      <a:lnTo>
                        <a:pt x="8059" y="2478"/>
                      </a:lnTo>
                      <a:lnTo>
                        <a:pt x="5626" y="45"/>
                      </a:lnTo>
                      <a:cubicBezTo>
                        <a:pt x="5598" y="16"/>
                        <a:pt x="5557" y="0"/>
                        <a:pt x="5517" y="0"/>
                      </a:cubicBezTo>
                      <a:close/>
                    </a:path>
                  </a:pathLst>
                </a:cu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3" name="Google Shape;1143;p22"/>
                <p:cNvSpPr/>
                <p:nvPr/>
              </p:nvSpPr>
              <p:spPr>
                <a:xfrm>
                  <a:off x="8424000" y="4297691"/>
                  <a:ext cx="612900" cy="6126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4" name="Google Shape;1144;p22"/>
                <p:cNvSpPr/>
                <p:nvPr/>
              </p:nvSpPr>
              <p:spPr>
                <a:xfrm>
                  <a:off x="5745809" y="4789813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45" name="Google Shape;1145;p22"/>
              <p:cNvGrpSpPr/>
              <p:nvPr/>
            </p:nvGrpSpPr>
            <p:grpSpPr>
              <a:xfrm rot="5400000">
                <a:off x="-258600" y="4011550"/>
                <a:ext cx="1439100" cy="504550"/>
                <a:chOff x="2539675" y="122850"/>
                <a:chExt cx="1439100" cy="504550"/>
              </a:xfrm>
            </p:grpSpPr>
            <p:sp>
              <p:nvSpPr>
                <p:cNvPr id="1146" name="Google Shape;1146;p22"/>
                <p:cNvSpPr/>
                <p:nvPr/>
              </p:nvSpPr>
              <p:spPr>
                <a:xfrm>
                  <a:off x="2539675" y="451600"/>
                  <a:ext cx="14391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7" name="Google Shape;1147;p22"/>
                <p:cNvSpPr/>
                <p:nvPr/>
              </p:nvSpPr>
              <p:spPr>
                <a:xfrm>
                  <a:off x="2539675" y="122850"/>
                  <a:ext cx="6807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148" name="Google Shape;1148;p22"/>
            <p:cNvGrpSpPr/>
            <p:nvPr/>
          </p:nvGrpSpPr>
          <p:grpSpPr>
            <a:xfrm>
              <a:off x="6991675" y="268300"/>
              <a:ext cx="1344400" cy="271200"/>
              <a:chOff x="3686625" y="4603950"/>
              <a:chExt cx="1344400" cy="271200"/>
            </a:xfrm>
          </p:grpSpPr>
          <p:sp>
            <p:nvSpPr>
              <p:cNvPr id="1149" name="Google Shape;1149;p22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22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2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2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22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54" name="Google Shape;1154;p22"/>
          <p:cNvSpPr txBox="1"/>
          <p:nvPr>
            <p:ph type="title"/>
          </p:nvPr>
        </p:nvSpPr>
        <p:spPr>
          <a:xfrm>
            <a:off x="5252687" y="1435963"/>
            <a:ext cx="2630400" cy="126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55" name="Google Shape;1155;p22"/>
          <p:cNvSpPr txBox="1"/>
          <p:nvPr>
            <p:ph idx="1" type="subTitle"/>
          </p:nvPr>
        </p:nvSpPr>
        <p:spPr>
          <a:xfrm>
            <a:off x="5252812" y="2627238"/>
            <a:ext cx="26304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56" name="Google Shape;1156;p22"/>
          <p:cNvGrpSpPr/>
          <p:nvPr/>
        </p:nvGrpSpPr>
        <p:grpSpPr>
          <a:xfrm>
            <a:off x="107271" y="-49224"/>
            <a:ext cx="8886631" cy="5192703"/>
            <a:chOff x="107271" y="-49224"/>
            <a:chExt cx="8886631" cy="5192703"/>
          </a:xfrm>
        </p:grpSpPr>
        <p:grpSp>
          <p:nvGrpSpPr>
            <p:cNvPr id="1157" name="Google Shape;1157;p22"/>
            <p:cNvGrpSpPr/>
            <p:nvPr/>
          </p:nvGrpSpPr>
          <p:grpSpPr>
            <a:xfrm rot="10800000">
              <a:off x="7867634" y="-49224"/>
              <a:ext cx="1126268" cy="1264137"/>
              <a:chOff x="161171" y="3966873"/>
              <a:chExt cx="1126268" cy="1264137"/>
            </a:xfrm>
          </p:grpSpPr>
          <p:grpSp>
            <p:nvGrpSpPr>
              <p:cNvPr id="1158" name="Google Shape;1158;p22"/>
              <p:cNvGrpSpPr/>
              <p:nvPr/>
            </p:nvGrpSpPr>
            <p:grpSpPr>
              <a:xfrm>
                <a:off x="161171" y="3966873"/>
                <a:ext cx="1126268" cy="1264137"/>
                <a:chOff x="161171" y="3966873"/>
                <a:chExt cx="1126268" cy="1264137"/>
              </a:xfrm>
            </p:grpSpPr>
            <p:sp>
              <p:nvSpPr>
                <p:cNvPr id="1159" name="Google Shape;1159;p22"/>
                <p:cNvSpPr/>
                <p:nvPr/>
              </p:nvSpPr>
              <p:spPr>
                <a:xfrm>
                  <a:off x="360912" y="3966873"/>
                  <a:ext cx="514717" cy="1258025"/>
                </a:xfrm>
                <a:custGeom>
                  <a:rect b="b" l="l" r="r" t="t"/>
                  <a:pathLst>
                    <a:path extrusionOk="0" h="22894" w="9367">
                      <a:moveTo>
                        <a:pt x="1897" y="1"/>
                      </a:moveTo>
                      <a:cubicBezTo>
                        <a:pt x="1214" y="1"/>
                        <a:pt x="661" y="555"/>
                        <a:pt x="661" y="1238"/>
                      </a:cubicBezTo>
                      <a:cubicBezTo>
                        <a:pt x="661" y="1847"/>
                        <a:pt x="1103" y="2352"/>
                        <a:pt x="1683" y="2454"/>
                      </a:cubicBezTo>
                      <a:lnTo>
                        <a:pt x="1683" y="8153"/>
                      </a:lnTo>
                      <a:lnTo>
                        <a:pt x="46" y="9790"/>
                      </a:lnTo>
                      <a:cubicBezTo>
                        <a:pt x="17" y="9819"/>
                        <a:pt x="1" y="9858"/>
                        <a:pt x="1" y="9899"/>
                      </a:cubicBezTo>
                      <a:lnTo>
                        <a:pt x="1" y="13697"/>
                      </a:lnTo>
                      <a:cubicBezTo>
                        <a:pt x="1" y="13738"/>
                        <a:pt x="17" y="13778"/>
                        <a:pt x="46" y="13806"/>
                      </a:cubicBezTo>
                      <a:lnTo>
                        <a:pt x="9090" y="22849"/>
                      </a:lnTo>
                      <a:cubicBezTo>
                        <a:pt x="9119" y="22879"/>
                        <a:pt x="9158" y="22894"/>
                        <a:pt x="9198" y="22894"/>
                      </a:cubicBezTo>
                      <a:cubicBezTo>
                        <a:pt x="9237" y="22894"/>
                        <a:pt x="9276" y="22879"/>
                        <a:pt x="9307" y="22849"/>
                      </a:cubicBezTo>
                      <a:cubicBezTo>
                        <a:pt x="9366" y="22790"/>
                        <a:pt x="9366" y="22692"/>
                        <a:pt x="9307" y="22631"/>
                      </a:cubicBezTo>
                      <a:lnTo>
                        <a:pt x="308" y="13634"/>
                      </a:lnTo>
                      <a:lnTo>
                        <a:pt x="308" y="9963"/>
                      </a:lnTo>
                      <a:lnTo>
                        <a:pt x="1946" y="8326"/>
                      </a:lnTo>
                      <a:cubicBezTo>
                        <a:pt x="1974" y="8297"/>
                        <a:pt x="1991" y="8258"/>
                        <a:pt x="1991" y="8217"/>
                      </a:cubicBezTo>
                      <a:lnTo>
                        <a:pt x="1991" y="2466"/>
                      </a:lnTo>
                      <a:cubicBezTo>
                        <a:pt x="2629" y="2417"/>
                        <a:pt x="3135" y="1890"/>
                        <a:pt x="3135" y="1238"/>
                      </a:cubicBezTo>
                      <a:cubicBezTo>
                        <a:pt x="3135" y="555"/>
                        <a:pt x="2580" y="1"/>
                        <a:pt x="18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0" name="Google Shape;1160;p22"/>
                <p:cNvSpPr/>
                <p:nvPr/>
              </p:nvSpPr>
              <p:spPr>
                <a:xfrm>
                  <a:off x="436467" y="4006272"/>
                  <a:ext cx="57368" cy="57258"/>
                </a:xfrm>
                <a:custGeom>
                  <a:rect b="b" l="l" r="r" t="t"/>
                  <a:pathLst>
                    <a:path extrusionOk="0" h="1042" w="1044">
                      <a:moveTo>
                        <a:pt x="522" y="0"/>
                      </a:moveTo>
                      <a:cubicBezTo>
                        <a:pt x="235" y="0"/>
                        <a:pt x="1" y="233"/>
                        <a:pt x="1" y="521"/>
                      </a:cubicBezTo>
                      <a:cubicBezTo>
                        <a:pt x="1" y="809"/>
                        <a:pt x="235" y="1042"/>
                        <a:pt x="522" y="1042"/>
                      </a:cubicBezTo>
                      <a:cubicBezTo>
                        <a:pt x="811" y="1042"/>
                        <a:pt x="1043" y="809"/>
                        <a:pt x="1043" y="521"/>
                      </a:cubicBezTo>
                      <a:cubicBezTo>
                        <a:pt x="1043" y="233"/>
                        <a:pt x="811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1" name="Google Shape;1161;p22"/>
                <p:cNvSpPr/>
                <p:nvPr/>
              </p:nvSpPr>
              <p:spPr>
                <a:xfrm>
                  <a:off x="161171" y="4102378"/>
                  <a:ext cx="200238" cy="1122574"/>
                </a:xfrm>
                <a:custGeom>
                  <a:rect b="b" l="l" r="r" t="t"/>
                  <a:pathLst>
                    <a:path extrusionOk="0" h="20429" w="3644">
                      <a:moveTo>
                        <a:pt x="2406" y="1"/>
                      </a:moveTo>
                      <a:cubicBezTo>
                        <a:pt x="1723" y="1"/>
                        <a:pt x="1169" y="555"/>
                        <a:pt x="1169" y="1238"/>
                      </a:cubicBezTo>
                      <a:cubicBezTo>
                        <a:pt x="1169" y="1525"/>
                        <a:pt x="1270" y="1785"/>
                        <a:pt x="1434" y="1994"/>
                      </a:cubicBezTo>
                      <a:lnTo>
                        <a:pt x="46" y="3382"/>
                      </a:lnTo>
                      <a:cubicBezTo>
                        <a:pt x="17" y="3410"/>
                        <a:pt x="1" y="3449"/>
                        <a:pt x="1" y="3491"/>
                      </a:cubicBezTo>
                      <a:lnTo>
                        <a:pt x="1" y="13384"/>
                      </a:lnTo>
                      <a:cubicBezTo>
                        <a:pt x="1" y="13424"/>
                        <a:pt x="17" y="13463"/>
                        <a:pt x="46" y="13493"/>
                      </a:cubicBezTo>
                      <a:lnTo>
                        <a:pt x="2189" y="15636"/>
                      </a:lnTo>
                      <a:lnTo>
                        <a:pt x="2189" y="20275"/>
                      </a:lnTo>
                      <a:cubicBezTo>
                        <a:pt x="2189" y="20359"/>
                        <a:pt x="2258" y="20429"/>
                        <a:pt x="2343" y="20429"/>
                      </a:cubicBezTo>
                      <a:cubicBezTo>
                        <a:pt x="2428" y="20429"/>
                        <a:pt x="2496" y="20359"/>
                        <a:pt x="2496" y="20275"/>
                      </a:cubicBezTo>
                      <a:lnTo>
                        <a:pt x="2496" y="15572"/>
                      </a:lnTo>
                      <a:cubicBezTo>
                        <a:pt x="2496" y="15531"/>
                        <a:pt x="2480" y="15492"/>
                        <a:pt x="2451" y="15464"/>
                      </a:cubicBezTo>
                      <a:lnTo>
                        <a:pt x="308" y="13320"/>
                      </a:lnTo>
                      <a:lnTo>
                        <a:pt x="308" y="3554"/>
                      </a:lnTo>
                      <a:lnTo>
                        <a:pt x="1650" y="2211"/>
                      </a:lnTo>
                      <a:lnTo>
                        <a:pt x="1651" y="2211"/>
                      </a:lnTo>
                      <a:cubicBezTo>
                        <a:pt x="1860" y="2375"/>
                        <a:pt x="2120" y="2476"/>
                        <a:pt x="2406" y="2476"/>
                      </a:cubicBezTo>
                      <a:cubicBezTo>
                        <a:pt x="3090" y="2476"/>
                        <a:pt x="3643" y="1922"/>
                        <a:pt x="3643" y="1238"/>
                      </a:cubicBezTo>
                      <a:cubicBezTo>
                        <a:pt x="3643" y="555"/>
                        <a:pt x="3090" y="1"/>
                        <a:pt x="240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2" name="Google Shape;1162;p22"/>
                <p:cNvSpPr/>
                <p:nvPr/>
              </p:nvSpPr>
              <p:spPr>
                <a:xfrm>
                  <a:off x="264751" y="4141777"/>
                  <a:ext cx="57313" cy="57313"/>
                </a:xfrm>
                <a:custGeom>
                  <a:rect b="b" l="l" r="r" t="t"/>
                  <a:pathLst>
                    <a:path extrusionOk="0" h="1043" w="1043">
                      <a:moveTo>
                        <a:pt x="521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09"/>
                        <a:pt x="233" y="1043"/>
                        <a:pt x="521" y="1043"/>
                      </a:cubicBezTo>
                      <a:cubicBezTo>
                        <a:pt x="809" y="1043"/>
                        <a:pt x="1043" y="809"/>
                        <a:pt x="1043" y="521"/>
                      </a:cubicBezTo>
                      <a:cubicBezTo>
                        <a:pt x="1043" y="234"/>
                        <a:pt x="809" y="0"/>
                        <a:pt x="5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3" name="Google Shape;1163;p22"/>
                <p:cNvSpPr/>
                <p:nvPr/>
              </p:nvSpPr>
              <p:spPr>
                <a:xfrm>
                  <a:off x="243595" y="4591427"/>
                  <a:ext cx="251671" cy="251616"/>
                </a:xfrm>
                <a:custGeom>
                  <a:rect b="b" l="l" r="r" t="t"/>
                  <a:pathLst>
                    <a:path extrusionOk="0" h="4579" w="4580">
                      <a:moveTo>
                        <a:pt x="2290" y="154"/>
                      </a:moveTo>
                      <a:cubicBezTo>
                        <a:pt x="3467" y="154"/>
                        <a:pt x="4426" y="1111"/>
                        <a:pt x="4426" y="2290"/>
                      </a:cubicBezTo>
                      <a:cubicBezTo>
                        <a:pt x="4426" y="3468"/>
                        <a:pt x="3467" y="4425"/>
                        <a:pt x="2290" y="4425"/>
                      </a:cubicBezTo>
                      <a:cubicBezTo>
                        <a:pt x="1112" y="4425"/>
                        <a:pt x="155" y="3468"/>
                        <a:pt x="155" y="2290"/>
                      </a:cubicBezTo>
                      <a:cubicBezTo>
                        <a:pt x="155" y="1113"/>
                        <a:pt x="1112" y="154"/>
                        <a:pt x="2290" y="154"/>
                      </a:cubicBezTo>
                      <a:close/>
                      <a:moveTo>
                        <a:pt x="2290" y="0"/>
                      </a:moveTo>
                      <a:cubicBezTo>
                        <a:pt x="1027" y="0"/>
                        <a:pt x="1" y="1028"/>
                        <a:pt x="1" y="2290"/>
                      </a:cubicBezTo>
                      <a:cubicBezTo>
                        <a:pt x="1" y="3553"/>
                        <a:pt x="1027" y="4579"/>
                        <a:pt x="2290" y="4579"/>
                      </a:cubicBezTo>
                      <a:cubicBezTo>
                        <a:pt x="3552" y="4579"/>
                        <a:pt x="4580" y="3551"/>
                        <a:pt x="4580" y="2290"/>
                      </a:cubicBezTo>
                      <a:cubicBezTo>
                        <a:pt x="4580" y="1028"/>
                        <a:pt x="3552" y="0"/>
                        <a:pt x="229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4" name="Google Shape;1164;p22"/>
                <p:cNvSpPr/>
                <p:nvPr/>
              </p:nvSpPr>
              <p:spPr>
                <a:xfrm rot="-2700000">
                  <a:off x="693649" y="4629449"/>
                  <a:ext cx="57367" cy="57367"/>
                </a:xfrm>
                <a:custGeom>
                  <a:rect b="b" l="l" r="r" t="t"/>
                  <a:pathLst>
                    <a:path extrusionOk="0" h="1044" w="1044">
                      <a:moveTo>
                        <a:pt x="522" y="1"/>
                      </a:moveTo>
                      <a:cubicBezTo>
                        <a:pt x="235" y="1"/>
                        <a:pt x="1" y="234"/>
                        <a:pt x="1" y="522"/>
                      </a:cubicBezTo>
                      <a:cubicBezTo>
                        <a:pt x="1" y="809"/>
                        <a:pt x="235" y="1044"/>
                        <a:pt x="522" y="1044"/>
                      </a:cubicBezTo>
                      <a:cubicBezTo>
                        <a:pt x="809" y="1044"/>
                        <a:pt x="1043" y="809"/>
                        <a:pt x="1043" y="522"/>
                      </a:cubicBezTo>
                      <a:cubicBezTo>
                        <a:pt x="1043" y="234"/>
                        <a:pt x="809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5" name="Google Shape;1165;p22"/>
                <p:cNvSpPr/>
                <p:nvPr/>
              </p:nvSpPr>
              <p:spPr>
                <a:xfrm rot="-2700000">
                  <a:off x="879376" y="4496878"/>
                  <a:ext cx="147044" cy="799182"/>
                </a:xfrm>
                <a:custGeom>
                  <a:rect b="b" l="l" r="r" t="t"/>
                  <a:pathLst>
                    <a:path extrusionOk="0" h="14544" w="2676">
                      <a:moveTo>
                        <a:pt x="1438" y="0"/>
                      </a:moveTo>
                      <a:cubicBezTo>
                        <a:pt x="755" y="0"/>
                        <a:pt x="200" y="555"/>
                        <a:pt x="200" y="1238"/>
                      </a:cubicBezTo>
                      <a:cubicBezTo>
                        <a:pt x="200" y="1525"/>
                        <a:pt x="302" y="1786"/>
                        <a:pt x="466" y="1996"/>
                      </a:cubicBezTo>
                      <a:lnTo>
                        <a:pt x="45" y="2417"/>
                      </a:lnTo>
                      <a:cubicBezTo>
                        <a:pt x="17" y="2445"/>
                        <a:pt x="1" y="2484"/>
                        <a:pt x="1" y="2526"/>
                      </a:cubicBezTo>
                      <a:lnTo>
                        <a:pt x="1" y="8856"/>
                      </a:lnTo>
                      <a:cubicBezTo>
                        <a:pt x="1" y="8896"/>
                        <a:pt x="17" y="8935"/>
                        <a:pt x="45" y="8965"/>
                      </a:cubicBezTo>
                      <a:lnTo>
                        <a:pt x="1990" y="10908"/>
                      </a:lnTo>
                      <a:lnTo>
                        <a:pt x="1990" y="14390"/>
                      </a:lnTo>
                      <a:cubicBezTo>
                        <a:pt x="1990" y="14475"/>
                        <a:pt x="2059" y="14544"/>
                        <a:pt x="2144" y="14544"/>
                      </a:cubicBezTo>
                      <a:cubicBezTo>
                        <a:pt x="2229" y="14544"/>
                        <a:pt x="2297" y="14475"/>
                        <a:pt x="2297" y="14390"/>
                      </a:cubicBezTo>
                      <a:lnTo>
                        <a:pt x="2297" y="10846"/>
                      </a:lnTo>
                      <a:cubicBezTo>
                        <a:pt x="2297" y="10804"/>
                        <a:pt x="2281" y="10765"/>
                        <a:pt x="2253" y="10737"/>
                      </a:cubicBezTo>
                      <a:lnTo>
                        <a:pt x="308" y="8792"/>
                      </a:lnTo>
                      <a:lnTo>
                        <a:pt x="308" y="2589"/>
                      </a:lnTo>
                      <a:lnTo>
                        <a:pt x="684" y="2213"/>
                      </a:lnTo>
                      <a:lnTo>
                        <a:pt x="685" y="2213"/>
                      </a:lnTo>
                      <a:cubicBezTo>
                        <a:pt x="894" y="2375"/>
                        <a:pt x="1153" y="2475"/>
                        <a:pt x="1438" y="2475"/>
                      </a:cubicBezTo>
                      <a:cubicBezTo>
                        <a:pt x="2121" y="2475"/>
                        <a:pt x="2676" y="1921"/>
                        <a:pt x="2676" y="1238"/>
                      </a:cubicBezTo>
                      <a:cubicBezTo>
                        <a:pt x="2676" y="555"/>
                        <a:pt x="2121" y="0"/>
                        <a:pt x="143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6" name="Google Shape;1166;p22"/>
                <p:cNvSpPr/>
                <p:nvPr/>
              </p:nvSpPr>
              <p:spPr>
                <a:xfrm>
                  <a:off x="326404" y="4674181"/>
                  <a:ext cx="86052" cy="86107"/>
                </a:xfrm>
                <a:custGeom>
                  <a:rect b="b" l="l" r="r" t="t"/>
                  <a:pathLst>
                    <a:path extrusionOk="0" h="1567" w="1566">
                      <a:moveTo>
                        <a:pt x="783" y="0"/>
                      </a:moveTo>
                      <a:cubicBezTo>
                        <a:pt x="350" y="0"/>
                        <a:pt x="0" y="351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5" y="1567"/>
                        <a:pt x="1565" y="1216"/>
                        <a:pt x="1565" y="784"/>
                      </a:cubicBezTo>
                      <a:cubicBezTo>
                        <a:pt x="1565" y="351"/>
                        <a:pt x="1215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67" name="Google Shape;1167;p22"/>
              <p:cNvSpPr/>
              <p:nvPr/>
            </p:nvSpPr>
            <p:spPr>
              <a:xfrm>
                <a:off x="693676" y="4635002"/>
                <a:ext cx="57313" cy="57313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8" name="Google Shape;1168;p22"/>
            <p:cNvGrpSpPr/>
            <p:nvPr/>
          </p:nvGrpSpPr>
          <p:grpSpPr>
            <a:xfrm>
              <a:off x="107271" y="3767598"/>
              <a:ext cx="419518" cy="1375882"/>
              <a:chOff x="107271" y="3767598"/>
              <a:chExt cx="419518" cy="1375882"/>
            </a:xfrm>
          </p:grpSpPr>
          <p:sp>
            <p:nvSpPr>
              <p:cNvPr id="1169" name="Google Shape;1169;p22"/>
              <p:cNvSpPr/>
              <p:nvPr/>
            </p:nvSpPr>
            <p:spPr>
              <a:xfrm>
                <a:off x="326305" y="4019527"/>
                <a:ext cx="200484" cy="1123953"/>
              </a:xfrm>
              <a:custGeom>
                <a:rect b="b" l="l" r="r" t="t"/>
                <a:pathLst>
                  <a:path extrusionOk="0" h="20429" w="3644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22"/>
              <p:cNvSpPr/>
              <p:nvPr/>
            </p:nvSpPr>
            <p:spPr>
              <a:xfrm>
                <a:off x="430016" y="4058976"/>
                <a:ext cx="57383" cy="57383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2"/>
              <p:cNvSpPr/>
              <p:nvPr/>
            </p:nvSpPr>
            <p:spPr>
              <a:xfrm>
                <a:off x="154150" y="4343260"/>
                <a:ext cx="147227" cy="800175"/>
              </a:xfrm>
              <a:custGeom>
                <a:rect b="b" l="l" r="r" t="t"/>
                <a:pathLst>
                  <a:path extrusionOk="0" h="14544" w="2676">
                    <a:moveTo>
                      <a:pt x="1438" y="0"/>
                    </a:moveTo>
                    <a:cubicBezTo>
                      <a:pt x="755" y="0"/>
                      <a:pt x="200" y="555"/>
                      <a:pt x="200" y="1238"/>
                    </a:cubicBezTo>
                    <a:cubicBezTo>
                      <a:pt x="200" y="1525"/>
                      <a:pt x="302" y="1786"/>
                      <a:pt x="466" y="1996"/>
                    </a:cubicBezTo>
                    <a:lnTo>
                      <a:pt x="45" y="2417"/>
                    </a:lnTo>
                    <a:cubicBezTo>
                      <a:pt x="17" y="2445"/>
                      <a:pt x="1" y="2484"/>
                      <a:pt x="1" y="2526"/>
                    </a:cubicBezTo>
                    <a:lnTo>
                      <a:pt x="1" y="8856"/>
                    </a:lnTo>
                    <a:cubicBezTo>
                      <a:pt x="1" y="8896"/>
                      <a:pt x="17" y="8935"/>
                      <a:pt x="45" y="8965"/>
                    </a:cubicBezTo>
                    <a:lnTo>
                      <a:pt x="1990" y="10908"/>
                    </a:lnTo>
                    <a:lnTo>
                      <a:pt x="1990" y="14390"/>
                    </a:lnTo>
                    <a:cubicBezTo>
                      <a:pt x="1990" y="14475"/>
                      <a:pt x="2059" y="14544"/>
                      <a:pt x="2144" y="14544"/>
                    </a:cubicBezTo>
                    <a:cubicBezTo>
                      <a:pt x="2229" y="14544"/>
                      <a:pt x="2297" y="14475"/>
                      <a:pt x="2297" y="14390"/>
                    </a:cubicBezTo>
                    <a:lnTo>
                      <a:pt x="2297" y="10846"/>
                    </a:lnTo>
                    <a:cubicBezTo>
                      <a:pt x="2297" y="10804"/>
                      <a:pt x="2281" y="10765"/>
                      <a:pt x="2253" y="10737"/>
                    </a:cubicBezTo>
                    <a:lnTo>
                      <a:pt x="308" y="8792"/>
                    </a:lnTo>
                    <a:lnTo>
                      <a:pt x="308" y="2589"/>
                    </a:lnTo>
                    <a:lnTo>
                      <a:pt x="684" y="2213"/>
                    </a:lnTo>
                    <a:lnTo>
                      <a:pt x="685" y="2213"/>
                    </a:lnTo>
                    <a:cubicBezTo>
                      <a:pt x="894" y="2375"/>
                      <a:pt x="1153" y="2475"/>
                      <a:pt x="1438" y="2475"/>
                    </a:cubicBezTo>
                    <a:cubicBezTo>
                      <a:pt x="2121" y="2475"/>
                      <a:pt x="2676" y="1921"/>
                      <a:pt x="2676" y="1238"/>
                    </a:cubicBezTo>
                    <a:cubicBezTo>
                      <a:pt x="2676" y="555"/>
                      <a:pt x="2121" y="0"/>
                      <a:pt x="1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2"/>
              <p:cNvSpPr/>
              <p:nvPr/>
            </p:nvSpPr>
            <p:spPr>
              <a:xfrm>
                <a:off x="204547" y="4382654"/>
                <a:ext cx="57438" cy="57438"/>
              </a:xfrm>
              <a:custGeom>
                <a:rect b="b" l="l" r="r" t="t"/>
                <a:pathLst>
                  <a:path extrusionOk="0" h="1044" w="1044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09"/>
                      <a:pt x="235" y="1044"/>
                      <a:pt x="522" y="1044"/>
                    </a:cubicBezTo>
                    <a:cubicBezTo>
                      <a:pt x="809" y="1044"/>
                      <a:pt x="1043" y="809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22"/>
              <p:cNvSpPr/>
              <p:nvPr/>
            </p:nvSpPr>
            <p:spPr>
              <a:xfrm>
                <a:off x="190185" y="3850456"/>
                <a:ext cx="86157" cy="86212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2"/>
              <p:cNvSpPr/>
              <p:nvPr/>
            </p:nvSpPr>
            <p:spPr>
              <a:xfrm>
                <a:off x="107271" y="3767598"/>
                <a:ext cx="251980" cy="251925"/>
              </a:xfrm>
              <a:custGeom>
                <a:rect b="b" l="l" r="r" t="t"/>
                <a:pathLst>
                  <a:path extrusionOk="0" h="4579" w="458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75" name="Google Shape;1175;p22"/>
          <p:cNvGrpSpPr/>
          <p:nvPr/>
        </p:nvGrpSpPr>
        <p:grpSpPr>
          <a:xfrm>
            <a:off x="302292" y="340432"/>
            <a:ext cx="8683478" cy="4540286"/>
            <a:chOff x="302292" y="340432"/>
            <a:chExt cx="8683478" cy="4540286"/>
          </a:xfrm>
        </p:grpSpPr>
        <p:grpSp>
          <p:nvGrpSpPr>
            <p:cNvPr id="1176" name="Google Shape;1176;p22"/>
            <p:cNvGrpSpPr/>
            <p:nvPr/>
          </p:nvGrpSpPr>
          <p:grpSpPr>
            <a:xfrm>
              <a:off x="302292" y="3519018"/>
              <a:ext cx="248519" cy="248575"/>
              <a:chOff x="800679" y="4236193"/>
              <a:chExt cx="248519" cy="248575"/>
            </a:xfrm>
          </p:grpSpPr>
          <p:sp>
            <p:nvSpPr>
              <p:cNvPr id="1177" name="Google Shape;1177;p22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2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22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0" name="Google Shape;1180;p22"/>
            <p:cNvGrpSpPr/>
            <p:nvPr/>
          </p:nvGrpSpPr>
          <p:grpSpPr>
            <a:xfrm>
              <a:off x="551729" y="4632143"/>
              <a:ext cx="248519" cy="248575"/>
              <a:chOff x="800679" y="4236193"/>
              <a:chExt cx="248519" cy="248575"/>
            </a:xfrm>
          </p:grpSpPr>
          <p:sp>
            <p:nvSpPr>
              <p:cNvPr id="1181" name="Google Shape;1181;p22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22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22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4" name="Google Shape;1184;p22"/>
            <p:cNvGrpSpPr/>
            <p:nvPr/>
          </p:nvGrpSpPr>
          <p:grpSpPr>
            <a:xfrm rot="10800000">
              <a:off x="7957473" y="340432"/>
              <a:ext cx="1028297" cy="1355579"/>
              <a:chOff x="169303" y="3485776"/>
              <a:chExt cx="1028297" cy="1355579"/>
            </a:xfrm>
          </p:grpSpPr>
          <p:sp>
            <p:nvSpPr>
              <p:cNvPr id="1185" name="Google Shape;1185;p22"/>
              <p:cNvSpPr/>
              <p:nvPr/>
            </p:nvSpPr>
            <p:spPr>
              <a:xfrm>
                <a:off x="169303" y="3485776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22"/>
              <p:cNvSpPr/>
              <p:nvPr/>
            </p:nvSpPr>
            <p:spPr>
              <a:xfrm>
                <a:off x="264915" y="3581388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22"/>
              <p:cNvSpPr/>
              <p:nvPr/>
            </p:nvSpPr>
            <p:spPr>
              <a:xfrm>
                <a:off x="357889" y="3674417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22"/>
              <p:cNvSpPr/>
              <p:nvPr/>
            </p:nvSpPr>
            <p:spPr>
              <a:xfrm>
                <a:off x="949394" y="459309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2"/>
              <p:cNvSpPr/>
              <p:nvPr/>
            </p:nvSpPr>
            <p:spPr>
              <a:xfrm>
                <a:off x="1045006" y="4688705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22"/>
              <p:cNvSpPr/>
              <p:nvPr/>
            </p:nvSpPr>
            <p:spPr>
              <a:xfrm>
                <a:off x="1137980" y="478173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91" name="Google Shape;1191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3" name="Google Shape;1193;p23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23"/>
          <p:cNvSpPr txBox="1"/>
          <p:nvPr>
            <p:ph type="title"/>
          </p:nvPr>
        </p:nvSpPr>
        <p:spPr>
          <a:xfrm>
            <a:off x="716600" y="1933500"/>
            <a:ext cx="2614200" cy="127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95" name="Google Shape;1195;p23"/>
          <p:cNvSpPr txBox="1"/>
          <p:nvPr>
            <p:ph idx="1" type="subTitle"/>
          </p:nvPr>
        </p:nvSpPr>
        <p:spPr>
          <a:xfrm>
            <a:off x="5813200" y="1933500"/>
            <a:ext cx="2614200" cy="127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96" name="Google Shape;1196;p23"/>
          <p:cNvGrpSpPr/>
          <p:nvPr/>
        </p:nvGrpSpPr>
        <p:grpSpPr>
          <a:xfrm>
            <a:off x="158650" y="116591"/>
            <a:ext cx="8822200" cy="4930249"/>
            <a:chOff x="158650" y="116591"/>
            <a:chExt cx="8822200" cy="4930249"/>
          </a:xfrm>
        </p:grpSpPr>
        <p:grpSp>
          <p:nvGrpSpPr>
            <p:cNvPr id="1197" name="Google Shape;1197;p23"/>
            <p:cNvGrpSpPr/>
            <p:nvPr/>
          </p:nvGrpSpPr>
          <p:grpSpPr>
            <a:xfrm flipH="1" rot="10800000">
              <a:off x="158650" y="3990200"/>
              <a:ext cx="2183475" cy="1056640"/>
              <a:chOff x="100325" y="201610"/>
              <a:chExt cx="2183475" cy="1056640"/>
            </a:xfrm>
          </p:grpSpPr>
          <p:sp>
            <p:nvSpPr>
              <p:cNvPr id="1198" name="Google Shape;1198;p23"/>
              <p:cNvSpPr/>
              <p:nvPr/>
            </p:nvSpPr>
            <p:spPr>
              <a:xfrm>
                <a:off x="243516" y="78883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3"/>
              <p:cNvSpPr/>
              <p:nvPr/>
            </p:nvSpPr>
            <p:spPr>
              <a:xfrm>
                <a:off x="100325" y="64565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23"/>
              <p:cNvSpPr/>
              <p:nvPr/>
            </p:nvSpPr>
            <p:spPr>
              <a:xfrm>
                <a:off x="1866800" y="201610"/>
                <a:ext cx="417000" cy="4167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23"/>
              <p:cNvSpPr/>
              <p:nvPr/>
            </p:nvSpPr>
            <p:spPr>
              <a:xfrm rot="-5400000">
                <a:off x="1055170" y="-90990"/>
                <a:ext cx="326396" cy="1296862"/>
              </a:xfrm>
              <a:custGeom>
                <a:rect b="b" l="l" r="r" t="t"/>
                <a:pathLst>
                  <a:path extrusionOk="0" h="14717" w="3704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2" name="Google Shape;1202;p23"/>
            <p:cNvGrpSpPr/>
            <p:nvPr/>
          </p:nvGrpSpPr>
          <p:grpSpPr>
            <a:xfrm>
              <a:off x="5678501" y="116591"/>
              <a:ext cx="3302349" cy="845798"/>
              <a:chOff x="5734551" y="4297691"/>
              <a:chExt cx="3302349" cy="845798"/>
            </a:xfrm>
          </p:grpSpPr>
          <p:sp>
            <p:nvSpPr>
              <p:cNvPr id="1203" name="Google Shape;1203;p23"/>
              <p:cNvSpPr/>
              <p:nvPr/>
            </p:nvSpPr>
            <p:spPr>
              <a:xfrm flipH="1">
                <a:off x="6060941" y="4604000"/>
                <a:ext cx="2358631" cy="394498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23"/>
              <p:cNvSpPr/>
              <p:nvPr/>
            </p:nvSpPr>
            <p:spPr>
              <a:xfrm>
                <a:off x="8424000" y="4297691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23"/>
              <p:cNvSpPr/>
              <p:nvPr/>
            </p:nvSpPr>
            <p:spPr>
              <a:xfrm>
                <a:off x="5734551" y="48170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06" name="Google Shape;1206;p23"/>
          <p:cNvGrpSpPr/>
          <p:nvPr/>
        </p:nvGrpSpPr>
        <p:grpSpPr>
          <a:xfrm>
            <a:off x="30416" y="148984"/>
            <a:ext cx="9153231" cy="5078616"/>
            <a:chOff x="30416" y="148984"/>
            <a:chExt cx="9153231" cy="5078616"/>
          </a:xfrm>
        </p:grpSpPr>
        <p:grpSp>
          <p:nvGrpSpPr>
            <p:cNvPr id="1207" name="Google Shape;1207;p23"/>
            <p:cNvGrpSpPr/>
            <p:nvPr/>
          </p:nvGrpSpPr>
          <p:grpSpPr>
            <a:xfrm>
              <a:off x="30416" y="3800132"/>
              <a:ext cx="1563864" cy="1427468"/>
              <a:chOff x="30416" y="3800132"/>
              <a:chExt cx="1563864" cy="1427468"/>
            </a:xfrm>
          </p:grpSpPr>
          <p:sp>
            <p:nvSpPr>
              <p:cNvPr id="1208" name="Google Shape;1208;p23"/>
              <p:cNvSpPr/>
              <p:nvPr/>
            </p:nvSpPr>
            <p:spPr>
              <a:xfrm>
                <a:off x="30416" y="4355612"/>
                <a:ext cx="592088" cy="855138"/>
              </a:xfrm>
              <a:custGeom>
                <a:rect b="b" l="l" r="r" t="t"/>
                <a:pathLst>
                  <a:path extrusionOk="0" h="14614" w="10119">
                    <a:moveTo>
                      <a:pt x="8882" y="0"/>
                    </a:moveTo>
                    <a:cubicBezTo>
                      <a:pt x="8198" y="0"/>
                      <a:pt x="7644" y="554"/>
                      <a:pt x="7644" y="1237"/>
                    </a:cubicBezTo>
                    <a:cubicBezTo>
                      <a:pt x="7644" y="1613"/>
                      <a:pt x="7815" y="1945"/>
                      <a:pt x="8079" y="2172"/>
                    </a:cubicBezTo>
                    <a:lnTo>
                      <a:pt x="6536" y="3716"/>
                    </a:lnTo>
                    <a:cubicBezTo>
                      <a:pt x="6507" y="3744"/>
                      <a:pt x="6491" y="3783"/>
                      <a:pt x="6491" y="3825"/>
                    </a:cubicBezTo>
                    <a:lnTo>
                      <a:pt x="6491" y="6474"/>
                    </a:lnTo>
                    <a:lnTo>
                      <a:pt x="3099" y="9864"/>
                    </a:lnTo>
                    <a:cubicBezTo>
                      <a:pt x="3071" y="9894"/>
                      <a:pt x="3055" y="9933"/>
                      <a:pt x="3055" y="9973"/>
                    </a:cubicBezTo>
                    <a:lnTo>
                      <a:pt x="3055" y="11357"/>
                    </a:lnTo>
                    <a:lnTo>
                      <a:pt x="61" y="14351"/>
                    </a:lnTo>
                    <a:cubicBezTo>
                      <a:pt x="1" y="14411"/>
                      <a:pt x="1" y="14508"/>
                      <a:pt x="61" y="14568"/>
                    </a:cubicBezTo>
                    <a:cubicBezTo>
                      <a:pt x="91" y="14598"/>
                      <a:pt x="130" y="14613"/>
                      <a:pt x="170" y="14613"/>
                    </a:cubicBezTo>
                    <a:cubicBezTo>
                      <a:pt x="209" y="14613"/>
                      <a:pt x="248" y="14598"/>
                      <a:pt x="279" y="14568"/>
                    </a:cubicBezTo>
                    <a:lnTo>
                      <a:pt x="3317" y="11530"/>
                    </a:lnTo>
                    <a:cubicBezTo>
                      <a:pt x="3345" y="11501"/>
                      <a:pt x="3362" y="11462"/>
                      <a:pt x="3362" y="11421"/>
                    </a:cubicBezTo>
                    <a:lnTo>
                      <a:pt x="3362" y="10037"/>
                    </a:lnTo>
                    <a:lnTo>
                      <a:pt x="6754" y="6646"/>
                    </a:lnTo>
                    <a:cubicBezTo>
                      <a:pt x="6782" y="6617"/>
                      <a:pt x="6799" y="6578"/>
                      <a:pt x="6799" y="6538"/>
                    </a:cubicBezTo>
                    <a:lnTo>
                      <a:pt x="6799" y="3888"/>
                    </a:lnTo>
                    <a:lnTo>
                      <a:pt x="8341" y="2346"/>
                    </a:lnTo>
                    <a:cubicBezTo>
                      <a:pt x="8504" y="2425"/>
                      <a:pt x="8686" y="2475"/>
                      <a:pt x="8882" y="2475"/>
                    </a:cubicBezTo>
                    <a:cubicBezTo>
                      <a:pt x="9565" y="2475"/>
                      <a:pt x="10118" y="1920"/>
                      <a:pt x="10118" y="1237"/>
                    </a:cubicBezTo>
                    <a:cubicBezTo>
                      <a:pt x="10118" y="554"/>
                      <a:pt x="9565" y="0"/>
                      <a:pt x="88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23"/>
              <p:cNvSpPr/>
              <p:nvPr/>
            </p:nvSpPr>
            <p:spPr>
              <a:xfrm>
                <a:off x="519593" y="4397450"/>
                <a:ext cx="60970" cy="61090"/>
              </a:xfrm>
              <a:custGeom>
                <a:rect b="b" l="l" r="r" t="t"/>
                <a:pathLst>
                  <a:path extrusionOk="0" h="1044" w="1042">
                    <a:moveTo>
                      <a:pt x="522" y="0"/>
                    </a:moveTo>
                    <a:cubicBezTo>
                      <a:pt x="233" y="0"/>
                      <a:pt x="0" y="235"/>
                      <a:pt x="0" y="522"/>
                    </a:cubicBezTo>
                    <a:cubicBezTo>
                      <a:pt x="0" y="810"/>
                      <a:pt x="233" y="1043"/>
                      <a:pt x="522" y="1043"/>
                    </a:cubicBezTo>
                    <a:cubicBezTo>
                      <a:pt x="809" y="1043"/>
                      <a:pt x="1042" y="810"/>
                      <a:pt x="1042" y="522"/>
                    </a:cubicBezTo>
                    <a:cubicBezTo>
                      <a:pt x="1042" y="235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3"/>
              <p:cNvSpPr/>
              <p:nvPr/>
            </p:nvSpPr>
            <p:spPr>
              <a:xfrm>
                <a:off x="1221436" y="4653802"/>
                <a:ext cx="247859" cy="573798"/>
              </a:xfrm>
              <a:custGeom>
                <a:rect b="b" l="l" r="r" t="t"/>
                <a:pathLst>
                  <a:path extrusionOk="0" h="9806" w="4236">
                    <a:moveTo>
                      <a:pt x="1239" y="1"/>
                    </a:moveTo>
                    <a:cubicBezTo>
                      <a:pt x="555" y="1"/>
                      <a:pt x="1" y="554"/>
                      <a:pt x="1" y="1237"/>
                    </a:cubicBezTo>
                    <a:cubicBezTo>
                      <a:pt x="1" y="1921"/>
                      <a:pt x="555" y="2475"/>
                      <a:pt x="1239" y="2475"/>
                    </a:cubicBezTo>
                    <a:cubicBezTo>
                      <a:pt x="1525" y="2475"/>
                      <a:pt x="1784" y="2374"/>
                      <a:pt x="1994" y="2211"/>
                    </a:cubicBezTo>
                    <a:lnTo>
                      <a:pt x="3928" y="4145"/>
                    </a:lnTo>
                    <a:lnTo>
                      <a:pt x="3928" y="9652"/>
                    </a:lnTo>
                    <a:cubicBezTo>
                      <a:pt x="3928" y="9737"/>
                      <a:pt x="3997" y="9806"/>
                      <a:pt x="4082" y="9806"/>
                    </a:cubicBezTo>
                    <a:cubicBezTo>
                      <a:pt x="4167" y="9806"/>
                      <a:pt x="4235" y="9737"/>
                      <a:pt x="4235" y="9652"/>
                    </a:cubicBezTo>
                    <a:lnTo>
                      <a:pt x="4235" y="4082"/>
                    </a:lnTo>
                    <a:cubicBezTo>
                      <a:pt x="4235" y="4041"/>
                      <a:pt x="4219" y="4001"/>
                      <a:pt x="4191" y="3973"/>
                    </a:cubicBezTo>
                    <a:lnTo>
                      <a:pt x="2212" y="1994"/>
                    </a:lnTo>
                    <a:cubicBezTo>
                      <a:pt x="2375" y="1785"/>
                      <a:pt x="2475" y="1524"/>
                      <a:pt x="2475" y="1237"/>
                    </a:cubicBezTo>
                    <a:cubicBezTo>
                      <a:pt x="2475" y="554"/>
                      <a:pt x="1922" y="1"/>
                      <a:pt x="12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3"/>
              <p:cNvSpPr/>
              <p:nvPr/>
            </p:nvSpPr>
            <p:spPr>
              <a:xfrm>
                <a:off x="1263391" y="4695757"/>
                <a:ext cx="60970" cy="60973"/>
              </a:xfrm>
              <a:custGeom>
                <a:rect b="b" l="l" r="r" t="t"/>
                <a:pathLst>
                  <a:path extrusionOk="0" h="1042" w="1042">
                    <a:moveTo>
                      <a:pt x="522" y="0"/>
                    </a:moveTo>
                    <a:cubicBezTo>
                      <a:pt x="233" y="0"/>
                      <a:pt x="0" y="233"/>
                      <a:pt x="0" y="520"/>
                    </a:cubicBezTo>
                    <a:cubicBezTo>
                      <a:pt x="0" y="809"/>
                      <a:pt x="233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23"/>
              <p:cNvSpPr/>
              <p:nvPr/>
            </p:nvSpPr>
            <p:spPr>
              <a:xfrm>
                <a:off x="324555" y="3888255"/>
                <a:ext cx="91748" cy="91752"/>
              </a:xfrm>
              <a:custGeom>
                <a:rect b="b" l="l" r="r" t="t"/>
                <a:pathLst>
                  <a:path extrusionOk="0" h="1568" w="1568">
                    <a:moveTo>
                      <a:pt x="784" y="1"/>
                    </a:moveTo>
                    <a:cubicBezTo>
                      <a:pt x="352" y="1"/>
                      <a:pt x="1" y="352"/>
                      <a:pt x="1" y="785"/>
                    </a:cubicBezTo>
                    <a:cubicBezTo>
                      <a:pt x="1" y="1216"/>
                      <a:pt x="352" y="1567"/>
                      <a:pt x="784" y="1567"/>
                    </a:cubicBezTo>
                    <a:cubicBezTo>
                      <a:pt x="1216" y="1567"/>
                      <a:pt x="1567" y="1216"/>
                      <a:pt x="1567" y="785"/>
                    </a:cubicBezTo>
                    <a:cubicBezTo>
                      <a:pt x="1567" y="352"/>
                      <a:pt x="1216" y="1"/>
                      <a:pt x="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23"/>
              <p:cNvSpPr/>
              <p:nvPr/>
            </p:nvSpPr>
            <p:spPr>
              <a:xfrm>
                <a:off x="236433" y="3800132"/>
                <a:ext cx="267987" cy="267999"/>
              </a:xfrm>
              <a:custGeom>
                <a:rect b="b" l="l" r="r" t="t"/>
                <a:pathLst>
                  <a:path extrusionOk="0" h="4580" w="4580">
                    <a:moveTo>
                      <a:pt x="2290" y="154"/>
                    </a:moveTo>
                    <a:cubicBezTo>
                      <a:pt x="3468" y="154"/>
                      <a:pt x="4426" y="1112"/>
                      <a:pt x="4426" y="2291"/>
                    </a:cubicBezTo>
                    <a:cubicBezTo>
                      <a:pt x="4426" y="3468"/>
                      <a:pt x="3468" y="4426"/>
                      <a:pt x="2290" y="4426"/>
                    </a:cubicBezTo>
                    <a:cubicBezTo>
                      <a:pt x="1112" y="4426"/>
                      <a:pt x="154" y="3468"/>
                      <a:pt x="154" y="2291"/>
                    </a:cubicBezTo>
                    <a:cubicBezTo>
                      <a:pt x="154" y="1112"/>
                      <a:pt x="1112" y="154"/>
                      <a:pt x="2290" y="154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1" y="1028"/>
                      <a:pt x="1" y="2289"/>
                    </a:cubicBezTo>
                    <a:cubicBezTo>
                      <a:pt x="1" y="3552"/>
                      <a:pt x="1028" y="4579"/>
                      <a:pt x="2290" y="4579"/>
                    </a:cubicBezTo>
                    <a:cubicBezTo>
                      <a:pt x="3552" y="4579"/>
                      <a:pt x="4579" y="3552"/>
                      <a:pt x="4579" y="2289"/>
                    </a:cubicBezTo>
                    <a:cubicBezTo>
                      <a:pt x="4579" y="1028"/>
                      <a:pt x="3552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3"/>
              <p:cNvSpPr/>
              <p:nvPr/>
            </p:nvSpPr>
            <p:spPr>
              <a:xfrm>
                <a:off x="1414474" y="4849241"/>
                <a:ext cx="91631" cy="91693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23"/>
              <p:cNvSpPr/>
              <p:nvPr/>
            </p:nvSpPr>
            <p:spPr>
              <a:xfrm>
                <a:off x="1326352" y="4761118"/>
                <a:ext cx="267929" cy="267940"/>
              </a:xfrm>
              <a:custGeom>
                <a:rect b="b" l="l" r="r" t="t"/>
                <a:pathLst>
                  <a:path extrusionOk="0" h="4579" w="4579">
                    <a:moveTo>
                      <a:pt x="2289" y="154"/>
                    </a:moveTo>
                    <a:cubicBezTo>
                      <a:pt x="3466" y="154"/>
                      <a:pt x="4425" y="1113"/>
                      <a:pt x="4425" y="2290"/>
                    </a:cubicBezTo>
                    <a:cubicBezTo>
                      <a:pt x="4425" y="3468"/>
                      <a:pt x="3466" y="4425"/>
                      <a:pt x="2289" y="4425"/>
                    </a:cubicBezTo>
                    <a:cubicBezTo>
                      <a:pt x="1111" y="4425"/>
                      <a:pt x="154" y="3468"/>
                      <a:pt x="154" y="2290"/>
                    </a:cubicBezTo>
                    <a:cubicBezTo>
                      <a:pt x="154" y="1113"/>
                      <a:pt x="1111" y="154"/>
                      <a:pt x="2289" y="154"/>
                    </a:cubicBezTo>
                    <a:close/>
                    <a:moveTo>
                      <a:pt x="2289" y="0"/>
                    </a:moveTo>
                    <a:cubicBezTo>
                      <a:pt x="1026" y="0"/>
                      <a:pt x="0" y="1028"/>
                      <a:pt x="0" y="2290"/>
                    </a:cubicBezTo>
                    <a:cubicBezTo>
                      <a:pt x="0" y="3553"/>
                      <a:pt x="1026" y="4579"/>
                      <a:pt x="2289" y="4579"/>
                    </a:cubicBezTo>
                    <a:cubicBezTo>
                      <a:pt x="3551" y="4579"/>
                      <a:pt x="4579" y="3553"/>
                      <a:pt x="4579" y="2290"/>
                    </a:cubicBezTo>
                    <a:cubicBezTo>
                      <a:pt x="4579" y="1028"/>
                      <a:pt x="3551" y="0"/>
                      <a:pt x="22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6" name="Google Shape;1216;p23"/>
            <p:cNvGrpSpPr/>
            <p:nvPr/>
          </p:nvGrpSpPr>
          <p:grpSpPr>
            <a:xfrm flipH="1" rot="-5400000">
              <a:off x="7988445" y="80050"/>
              <a:ext cx="1126268" cy="1264137"/>
              <a:chOff x="161171" y="3966873"/>
              <a:chExt cx="1126268" cy="1264137"/>
            </a:xfrm>
          </p:grpSpPr>
          <p:sp>
            <p:nvSpPr>
              <p:cNvPr id="1217" name="Google Shape;1217;p23"/>
              <p:cNvSpPr/>
              <p:nvPr/>
            </p:nvSpPr>
            <p:spPr>
              <a:xfrm>
                <a:off x="360912" y="3966873"/>
                <a:ext cx="514717" cy="1258025"/>
              </a:xfrm>
              <a:custGeom>
                <a:rect b="b" l="l" r="r" t="t"/>
                <a:pathLst>
                  <a:path extrusionOk="0" h="22894" w="9367">
                    <a:moveTo>
                      <a:pt x="1897" y="1"/>
                    </a:moveTo>
                    <a:cubicBezTo>
                      <a:pt x="1214" y="1"/>
                      <a:pt x="661" y="555"/>
                      <a:pt x="661" y="1238"/>
                    </a:cubicBezTo>
                    <a:cubicBezTo>
                      <a:pt x="661" y="1847"/>
                      <a:pt x="1103" y="2352"/>
                      <a:pt x="1683" y="2454"/>
                    </a:cubicBezTo>
                    <a:lnTo>
                      <a:pt x="1683" y="8153"/>
                    </a:lnTo>
                    <a:lnTo>
                      <a:pt x="46" y="9790"/>
                    </a:lnTo>
                    <a:cubicBezTo>
                      <a:pt x="17" y="9819"/>
                      <a:pt x="1" y="9858"/>
                      <a:pt x="1" y="9899"/>
                    </a:cubicBezTo>
                    <a:lnTo>
                      <a:pt x="1" y="13697"/>
                    </a:lnTo>
                    <a:cubicBezTo>
                      <a:pt x="1" y="13738"/>
                      <a:pt x="17" y="13778"/>
                      <a:pt x="46" y="13806"/>
                    </a:cubicBezTo>
                    <a:lnTo>
                      <a:pt x="9090" y="22849"/>
                    </a:lnTo>
                    <a:cubicBezTo>
                      <a:pt x="9119" y="22879"/>
                      <a:pt x="9158" y="22894"/>
                      <a:pt x="9198" y="22894"/>
                    </a:cubicBezTo>
                    <a:cubicBezTo>
                      <a:pt x="9237" y="22894"/>
                      <a:pt x="9276" y="22879"/>
                      <a:pt x="9307" y="22849"/>
                    </a:cubicBezTo>
                    <a:cubicBezTo>
                      <a:pt x="9366" y="22790"/>
                      <a:pt x="9366" y="22692"/>
                      <a:pt x="9307" y="22631"/>
                    </a:cubicBezTo>
                    <a:lnTo>
                      <a:pt x="308" y="13634"/>
                    </a:lnTo>
                    <a:lnTo>
                      <a:pt x="308" y="9963"/>
                    </a:lnTo>
                    <a:lnTo>
                      <a:pt x="1946" y="8326"/>
                    </a:lnTo>
                    <a:cubicBezTo>
                      <a:pt x="1974" y="8297"/>
                      <a:pt x="1991" y="8258"/>
                      <a:pt x="1991" y="8217"/>
                    </a:cubicBezTo>
                    <a:lnTo>
                      <a:pt x="1991" y="2466"/>
                    </a:lnTo>
                    <a:cubicBezTo>
                      <a:pt x="2629" y="2417"/>
                      <a:pt x="3135" y="1890"/>
                      <a:pt x="3135" y="1238"/>
                    </a:cubicBezTo>
                    <a:cubicBezTo>
                      <a:pt x="3135" y="555"/>
                      <a:pt x="2580" y="1"/>
                      <a:pt x="18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23"/>
              <p:cNvSpPr/>
              <p:nvPr/>
            </p:nvSpPr>
            <p:spPr>
              <a:xfrm>
                <a:off x="436467" y="4006272"/>
                <a:ext cx="57368" cy="57258"/>
              </a:xfrm>
              <a:custGeom>
                <a:rect b="b" l="l" r="r" t="t"/>
                <a:pathLst>
                  <a:path extrusionOk="0" h="1042" w="1044">
                    <a:moveTo>
                      <a:pt x="522" y="0"/>
                    </a:moveTo>
                    <a:cubicBezTo>
                      <a:pt x="235" y="0"/>
                      <a:pt x="1" y="233"/>
                      <a:pt x="1" y="521"/>
                    </a:cubicBezTo>
                    <a:cubicBezTo>
                      <a:pt x="1" y="809"/>
                      <a:pt x="235" y="1042"/>
                      <a:pt x="522" y="1042"/>
                    </a:cubicBezTo>
                    <a:cubicBezTo>
                      <a:pt x="811" y="1042"/>
                      <a:pt x="1043" y="809"/>
                      <a:pt x="1043" y="521"/>
                    </a:cubicBezTo>
                    <a:cubicBezTo>
                      <a:pt x="1043" y="233"/>
                      <a:pt x="81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23"/>
              <p:cNvSpPr/>
              <p:nvPr/>
            </p:nvSpPr>
            <p:spPr>
              <a:xfrm>
                <a:off x="161171" y="4102378"/>
                <a:ext cx="200238" cy="1122574"/>
              </a:xfrm>
              <a:custGeom>
                <a:rect b="b" l="l" r="r" t="t"/>
                <a:pathLst>
                  <a:path extrusionOk="0" h="20429" w="3644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23"/>
              <p:cNvSpPr/>
              <p:nvPr/>
            </p:nvSpPr>
            <p:spPr>
              <a:xfrm>
                <a:off x="264751" y="4141777"/>
                <a:ext cx="57313" cy="57313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23"/>
              <p:cNvSpPr/>
              <p:nvPr/>
            </p:nvSpPr>
            <p:spPr>
              <a:xfrm>
                <a:off x="243595" y="4591427"/>
                <a:ext cx="251671" cy="251616"/>
              </a:xfrm>
              <a:custGeom>
                <a:rect b="b" l="l" r="r" t="t"/>
                <a:pathLst>
                  <a:path extrusionOk="0" h="4579" w="458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23"/>
              <p:cNvSpPr/>
              <p:nvPr/>
            </p:nvSpPr>
            <p:spPr>
              <a:xfrm rot="-2700000">
                <a:off x="693649" y="4629449"/>
                <a:ext cx="57367" cy="57367"/>
              </a:xfrm>
              <a:custGeom>
                <a:rect b="b" l="l" r="r" t="t"/>
                <a:pathLst>
                  <a:path extrusionOk="0" h="1044" w="1044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09"/>
                      <a:pt x="235" y="1044"/>
                      <a:pt x="522" y="1044"/>
                    </a:cubicBezTo>
                    <a:cubicBezTo>
                      <a:pt x="809" y="1044"/>
                      <a:pt x="1043" y="809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23"/>
              <p:cNvSpPr/>
              <p:nvPr/>
            </p:nvSpPr>
            <p:spPr>
              <a:xfrm rot="-2700000">
                <a:off x="879376" y="4496878"/>
                <a:ext cx="147044" cy="799182"/>
              </a:xfrm>
              <a:custGeom>
                <a:rect b="b" l="l" r="r" t="t"/>
                <a:pathLst>
                  <a:path extrusionOk="0" h="14544" w="2676">
                    <a:moveTo>
                      <a:pt x="1438" y="0"/>
                    </a:moveTo>
                    <a:cubicBezTo>
                      <a:pt x="755" y="0"/>
                      <a:pt x="200" y="555"/>
                      <a:pt x="200" y="1238"/>
                    </a:cubicBezTo>
                    <a:cubicBezTo>
                      <a:pt x="200" y="1525"/>
                      <a:pt x="302" y="1786"/>
                      <a:pt x="466" y="1996"/>
                    </a:cubicBezTo>
                    <a:lnTo>
                      <a:pt x="45" y="2417"/>
                    </a:lnTo>
                    <a:cubicBezTo>
                      <a:pt x="17" y="2445"/>
                      <a:pt x="1" y="2484"/>
                      <a:pt x="1" y="2526"/>
                    </a:cubicBezTo>
                    <a:lnTo>
                      <a:pt x="1" y="8856"/>
                    </a:lnTo>
                    <a:cubicBezTo>
                      <a:pt x="1" y="8896"/>
                      <a:pt x="17" y="8935"/>
                      <a:pt x="45" y="8965"/>
                    </a:cubicBezTo>
                    <a:lnTo>
                      <a:pt x="1990" y="10908"/>
                    </a:lnTo>
                    <a:lnTo>
                      <a:pt x="1990" y="14390"/>
                    </a:lnTo>
                    <a:cubicBezTo>
                      <a:pt x="1990" y="14475"/>
                      <a:pt x="2059" y="14544"/>
                      <a:pt x="2144" y="14544"/>
                    </a:cubicBezTo>
                    <a:cubicBezTo>
                      <a:pt x="2229" y="14544"/>
                      <a:pt x="2297" y="14475"/>
                      <a:pt x="2297" y="14390"/>
                    </a:cubicBezTo>
                    <a:lnTo>
                      <a:pt x="2297" y="10846"/>
                    </a:lnTo>
                    <a:cubicBezTo>
                      <a:pt x="2297" y="10804"/>
                      <a:pt x="2281" y="10765"/>
                      <a:pt x="2253" y="10737"/>
                    </a:cubicBezTo>
                    <a:lnTo>
                      <a:pt x="308" y="8792"/>
                    </a:lnTo>
                    <a:lnTo>
                      <a:pt x="308" y="2589"/>
                    </a:lnTo>
                    <a:lnTo>
                      <a:pt x="684" y="2213"/>
                    </a:lnTo>
                    <a:lnTo>
                      <a:pt x="685" y="2213"/>
                    </a:lnTo>
                    <a:cubicBezTo>
                      <a:pt x="894" y="2375"/>
                      <a:pt x="1153" y="2475"/>
                      <a:pt x="1438" y="2475"/>
                    </a:cubicBezTo>
                    <a:cubicBezTo>
                      <a:pt x="2121" y="2475"/>
                      <a:pt x="2676" y="1921"/>
                      <a:pt x="2676" y="1238"/>
                    </a:cubicBezTo>
                    <a:cubicBezTo>
                      <a:pt x="2676" y="555"/>
                      <a:pt x="2121" y="0"/>
                      <a:pt x="1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23"/>
              <p:cNvSpPr/>
              <p:nvPr/>
            </p:nvSpPr>
            <p:spPr>
              <a:xfrm>
                <a:off x="326404" y="4674181"/>
                <a:ext cx="86052" cy="86107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25" name="Google Shape;1225;p23"/>
          <p:cNvGrpSpPr/>
          <p:nvPr/>
        </p:nvGrpSpPr>
        <p:grpSpPr>
          <a:xfrm>
            <a:off x="35556" y="157116"/>
            <a:ext cx="8758437" cy="4806632"/>
            <a:chOff x="35556" y="157116"/>
            <a:chExt cx="8758437" cy="4806632"/>
          </a:xfrm>
        </p:grpSpPr>
        <p:grpSp>
          <p:nvGrpSpPr>
            <p:cNvPr id="1226" name="Google Shape;1226;p23"/>
            <p:cNvGrpSpPr/>
            <p:nvPr/>
          </p:nvGrpSpPr>
          <p:grpSpPr>
            <a:xfrm>
              <a:off x="35556" y="4162251"/>
              <a:ext cx="2526944" cy="801498"/>
              <a:chOff x="35556" y="4162251"/>
              <a:chExt cx="2526944" cy="801498"/>
            </a:xfrm>
          </p:grpSpPr>
          <p:sp>
            <p:nvSpPr>
              <p:cNvPr id="1227" name="Google Shape;1227;p23"/>
              <p:cNvSpPr/>
              <p:nvPr/>
            </p:nvSpPr>
            <p:spPr>
              <a:xfrm>
                <a:off x="236434" y="4363131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1"/>
                      <a:pt x="243" y="1085"/>
                      <a:pt x="542" y="1085"/>
                    </a:cubicBezTo>
                    <a:cubicBezTo>
                      <a:pt x="841" y="1085"/>
                      <a:pt x="1085" y="841"/>
                      <a:pt x="1085" y="542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23"/>
              <p:cNvSpPr/>
              <p:nvPr/>
            </p:nvSpPr>
            <p:spPr>
              <a:xfrm>
                <a:off x="137370" y="4264066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23"/>
              <p:cNvSpPr/>
              <p:nvPr/>
            </p:nvSpPr>
            <p:spPr>
              <a:xfrm>
                <a:off x="35556" y="4162251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3" y="1085"/>
                    </a:cubicBezTo>
                    <a:cubicBezTo>
                      <a:pt x="842" y="1085"/>
                      <a:pt x="1085" y="842"/>
                      <a:pt x="1085" y="543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23"/>
              <p:cNvSpPr/>
              <p:nvPr/>
            </p:nvSpPr>
            <p:spPr>
              <a:xfrm>
                <a:off x="2499014" y="4900260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1"/>
                      <a:pt x="243" y="1085"/>
                      <a:pt x="542" y="1085"/>
                    </a:cubicBezTo>
                    <a:cubicBezTo>
                      <a:pt x="841" y="1085"/>
                      <a:pt x="1085" y="841"/>
                      <a:pt x="1085" y="542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23"/>
              <p:cNvSpPr/>
              <p:nvPr/>
            </p:nvSpPr>
            <p:spPr>
              <a:xfrm>
                <a:off x="2399950" y="4801195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23"/>
              <p:cNvSpPr/>
              <p:nvPr/>
            </p:nvSpPr>
            <p:spPr>
              <a:xfrm>
                <a:off x="2298136" y="4699379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3" y="1085"/>
                    </a:cubicBezTo>
                    <a:cubicBezTo>
                      <a:pt x="842" y="1085"/>
                      <a:pt x="1085" y="842"/>
                      <a:pt x="1085" y="543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3" name="Google Shape;1233;p23"/>
            <p:cNvGrpSpPr/>
            <p:nvPr/>
          </p:nvGrpSpPr>
          <p:grpSpPr>
            <a:xfrm flipH="1" rot="-5400000">
              <a:off x="7602054" y="-6524"/>
              <a:ext cx="1028297" cy="1355579"/>
              <a:chOff x="169303" y="3485776"/>
              <a:chExt cx="1028297" cy="1355579"/>
            </a:xfrm>
          </p:grpSpPr>
          <p:sp>
            <p:nvSpPr>
              <p:cNvPr id="1234" name="Google Shape;1234;p23"/>
              <p:cNvSpPr/>
              <p:nvPr/>
            </p:nvSpPr>
            <p:spPr>
              <a:xfrm>
                <a:off x="169303" y="3485776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23"/>
              <p:cNvSpPr/>
              <p:nvPr/>
            </p:nvSpPr>
            <p:spPr>
              <a:xfrm>
                <a:off x="264915" y="3581388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23"/>
              <p:cNvSpPr/>
              <p:nvPr/>
            </p:nvSpPr>
            <p:spPr>
              <a:xfrm>
                <a:off x="357889" y="3674417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3"/>
              <p:cNvSpPr/>
              <p:nvPr/>
            </p:nvSpPr>
            <p:spPr>
              <a:xfrm>
                <a:off x="949394" y="459309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23"/>
              <p:cNvSpPr/>
              <p:nvPr/>
            </p:nvSpPr>
            <p:spPr>
              <a:xfrm>
                <a:off x="1045006" y="4688705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23"/>
              <p:cNvSpPr/>
              <p:nvPr/>
            </p:nvSpPr>
            <p:spPr>
              <a:xfrm>
                <a:off x="1137980" y="478173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40" name="Google Shape;1240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"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2" name="Google Shape;1242;p24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44" name="Google Shape;1244;p24"/>
          <p:cNvSpPr txBox="1"/>
          <p:nvPr>
            <p:ph idx="1" type="body"/>
          </p:nvPr>
        </p:nvSpPr>
        <p:spPr>
          <a:xfrm>
            <a:off x="720000" y="1215751"/>
            <a:ext cx="7704000" cy="11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245" name="Google Shape;1245;p24"/>
          <p:cNvGrpSpPr/>
          <p:nvPr/>
        </p:nvGrpSpPr>
        <p:grpSpPr>
          <a:xfrm flipH="1">
            <a:off x="107100" y="297091"/>
            <a:ext cx="8828225" cy="4620334"/>
            <a:chOff x="107100" y="297091"/>
            <a:chExt cx="8828225" cy="4620334"/>
          </a:xfrm>
        </p:grpSpPr>
        <p:grpSp>
          <p:nvGrpSpPr>
            <p:cNvPr id="1246" name="Google Shape;1246;p24"/>
            <p:cNvGrpSpPr/>
            <p:nvPr/>
          </p:nvGrpSpPr>
          <p:grpSpPr>
            <a:xfrm rot="-5400000">
              <a:off x="7963500" y="3945600"/>
              <a:ext cx="1439100" cy="504550"/>
              <a:chOff x="2539675" y="122850"/>
              <a:chExt cx="1439100" cy="504550"/>
            </a:xfrm>
          </p:grpSpPr>
          <p:sp>
            <p:nvSpPr>
              <p:cNvPr id="1247" name="Google Shape;1247;p24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24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49" name="Google Shape;1249;p24"/>
            <p:cNvGrpSpPr/>
            <p:nvPr/>
          </p:nvGrpSpPr>
          <p:grpSpPr>
            <a:xfrm flipH="1" rot="10800000">
              <a:off x="107100" y="297091"/>
              <a:ext cx="943635" cy="1715843"/>
              <a:chOff x="107100" y="3316557"/>
              <a:chExt cx="943635" cy="1715843"/>
            </a:xfrm>
          </p:grpSpPr>
          <p:sp>
            <p:nvSpPr>
              <p:cNvPr id="1250" name="Google Shape;1250;p24"/>
              <p:cNvSpPr/>
              <p:nvPr/>
            </p:nvSpPr>
            <p:spPr>
              <a:xfrm>
                <a:off x="309325" y="3627340"/>
                <a:ext cx="271201" cy="723536"/>
              </a:xfrm>
              <a:custGeom>
                <a:rect b="b" l="l" r="r" t="t"/>
                <a:pathLst>
                  <a:path extrusionOk="0" h="6835" w="2562">
                    <a:moveTo>
                      <a:pt x="2344" y="1"/>
                    </a:moveTo>
                    <a:cubicBezTo>
                      <a:pt x="2293" y="1"/>
                      <a:pt x="2242" y="20"/>
                      <a:pt x="2204" y="58"/>
                    </a:cubicBezTo>
                    <a:lnTo>
                      <a:pt x="58" y="2205"/>
                    </a:lnTo>
                    <a:cubicBezTo>
                      <a:pt x="21" y="2242"/>
                      <a:pt x="0" y="2292"/>
                      <a:pt x="0" y="2345"/>
                    </a:cubicBezTo>
                    <a:lnTo>
                      <a:pt x="0" y="6636"/>
                    </a:lnTo>
                    <a:cubicBezTo>
                      <a:pt x="0" y="6746"/>
                      <a:pt x="89" y="6835"/>
                      <a:pt x="198" y="6835"/>
                    </a:cubicBezTo>
                    <a:cubicBezTo>
                      <a:pt x="308" y="6835"/>
                      <a:pt x="395" y="6746"/>
                      <a:pt x="395" y="6636"/>
                    </a:cubicBezTo>
                    <a:lnTo>
                      <a:pt x="395" y="2426"/>
                    </a:lnTo>
                    <a:lnTo>
                      <a:pt x="2484" y="339"/>
                    </a:lnTo>
                    <a:cubicBezTo>
                      <a:pt x="2561" y="262"/>
                      <a:pt x="2561" y="135"/>
                      <a:pt x="2484" y="58"/>
                    </a:cubicBezTo>
                    <a:cubicBezTo>
                      <a:pt x="2445" y="20"/>
                      <a:pt x="2394" y="1"/>
                      <a:pt x="2344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24"/>
              <p:cNvSpPr/>
              <p:nvPr/>
            </p:nvSpPr>
            <p:spPr>
              <a:xfrm>
                <a:off x="250291" y="45629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24"/>
              <p:cNvSpPr/>
              <p:nvPr/>
            </p:nvSpPr>
            <p:spPr>
              <a:xfrm>
                <a:off x="107100" y="441980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24"/>
              <p:cNvSpPr/>
              <p:nvPr/>
            </p:nvSpPr>
            <p:spPr>
              <a:xfrm>
                <a:off x="633735" y="3316557"/>
                <a:ext cx="417000" cy="4167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54" name="Google Shape;1254;p24"/>
          <p:cNvGrpSpPr/>
          <p:nvPr/>
        </p:nvGrpSpPr>
        <p:grpSpPr>
          <a:xfrm>
            <a:off x="30906" y="92034"/>
            <a:ext cx="9219641" cy="5117166"/>
            <a:chOff x="30906" y="92034"/>
            <a:chExt cx="9219641" cy="5117166"/>
          </a:xfrm>
        </p:grpSpPr>
        <p:grpSp>
          <p:nvGrpSpPr>
            <p:cNvPr id="1255" name="Google Shape;1255;p24"/>
            <p:cNvGrpSpPr/>
            <p:nvPr/>
          </p:nvGrpSpPr>
          <p:grpSpPr>
            <a:xfrm flipH="1" rot="-5400000">
              <a:off x="8055345" y="23100"/>
              <a:ext cx="1126268" cy="1264137"/>
              <a:chOff x="161171" y="3966873"/>
              <a:chExt cx="1126268" cy="1264137"/>
            </a:xfrm>
          </p:grpSpPr>
          <p:grpSp>
            <p:nvGrpSpPr>
              <p:cNvPr id="1256" name="Google Shape;1256;p24"/>
              <p:cNvGrpSpPr/>
              <p:nvPr/>
            </p:nvGrpSpPr>
            <p:grpSpPr>
              <a:xfrm>
                <a:off x="161171" y="3966873"/>
                <a:ext cx="1126268" cy="1264137"/>
                <a:chOff x="161171" y="3966873"/>
                <a:chExt cx="1126268" cy="1264137"/>
              </a:xfrm>
            </p:grpSpPr>
            <p:sp>
              <p:nvSpPr>
                <p:cNvPr id="1257" name="Google Shape;1257;p24"/>
                <p:cNvSpPr/>
                <p:nvPr/>
              </p:nvSpPr>
              <p:spPr>
                <a:xfrm>
                  <a:off x="360912" y="3966873"/>
                  <a:ext cx="514717" cy="1258025"/>
                </a:xfrm>
                <a:custGeom>
                  <a:rect b="b" l="l" r="r" t="t"/>
                  <a:pathLst>
                    <a:path extrusionOk="0" h="22894" w="9367">
                      <a:moveTo>
                        <a:pt x="1897" y="1"/>
                      </a:moveTo>
                      <a:cubicBezTo>
                        <a:pt x="1214" y="1"/>
                        <a:pt x="661" y="555"/>
                        <a:pt x="661" y="1238"/>
                      </a:cubicBezTo>
                      <a:cubicBezTo>
                        <a:pt x="661" y="1847"/>
                        <a:pt x="1103" y="2352"/>
                        <a:pt x="1683" y="2454"/>
                      </a:cubicBezTo>
                      <a:lnTo>
                        <a:pt x="1683" y="8153"/>
                      </a:lnTo>
                      <a:lnTo>
                        <a:pt x="46" y="9790"/>
                      </a:lnTo>
                      <a:cubicBezTo>
                        <a:pt x="17" y="9819"/>
                        <a:pt x="1" y="9858"/>
                        <a:pt x="1" y="9899"/>
                      </a:cubicBezTo>
                      <a:lnTo>
                        <a:pt x="1" y="13697"/>
                      </a:lnTo>
                      <a:cubicBezTo>
                        <a:pt x="1" y="13738"/>
                        <a:pt x="17" y="13778"/>
                        <a:pt x="46" y="13806"/>
                      </a:cubicBezTo>
                      <a:lnTo>
                        <a:pt x="9090" y="22849"/>
                      </a:lnTo>
                      <a:cubicBezTo>
                        <a:pt x="9119" y="22879"/>
                        <a:pt x="9158" y="22894"/>
                        <a:pt x="9198" y="22894"/>
                      </a:cubicBezTo>
                      <a:cubicBezTo>
                        <a:pt x="9237" y="22894"/>
                        <a:pt x="9276" y="22879"/>
                        <a:pt x="9307" y="22849"/>
                      </a:cubicBezTo>
                      <a:cubicBezTo>
                        <a:pt x="9366" y="22790"/>
                        <a:pt x="9366" y="22692"/>
                        <a:pt x="9307" y="22631"/>
                      </a:cubicBezTo>
                      <a:lnTo>
                        <a:pt x="308" y="13634"/>
                      </a:lnTo>
                      <a:lnTo>
                        <a:pt x="308" y="9963"/>
                      </a:lnTo>
                      <a:lnTo>
                        <a:pt x="1946" y="8326"/>
                      </a:lnTo>
                      <a:cubicBezTo>
                        <a:pt x="1974" y="8297"/>
                        <a:pt x="1991" y="8258"/>
                        <a:pt x="1991" y="8217"/>
                      </a:cubicBezTo>
                      <a:lnTo>
                        <a:pt x="1991" y="2466"/>
                      </a:lnTo>
                      <a:cubicBezTo>
                        <a:pt x="2629" y="2417"/>
                        <a:pt x="3135" y="1890"/>
                        <a:pt x="3135" y="1238"/>
                      </a:cubicBezTo>
                      <a:cubicBezTo>
                        <a:pt x="3135" y="555"/>
                        <a:pt x="2580" y="1"/>
                        <a:pt x="18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8" name="Google Shape;1258;p24"/>
                <p:cNvSpPr/>
                <p:nvPr/>
              </p:nvSpPr>
              <p:spPr>
                <a:xfrm>
                  <a:off x="436467" y="4006272"/>
                  <a:ext cx="57368" cy="57258"/>
                </a:xfrm>
                <a:custGeom>
                  <a:rect b="b" l="l" r="r" t="t"/>
                  <a:pathLst>
                    <a:path extrusionOk="0" h="1042" w="1044">
                      <a:moveTo>
                        <a:pt x="522" y="0"/>
                      </a:moveTo>
                      <a:cubicBezTo>
                        <a:pt x="235" y="0"/>
                        <a:pt x="1" y="233"/>
                        <a:pt x="1" y="521"/>
                      </a:cubicBezTo>
                      <a:cubicBezTo>
                        <a:pt x="1" y="809"/>
                        <a:pt x="235" y="1042"/>
                        <a:pt x="522" y="1042"/>
                      </a:cubicBezTo>
                      <a:cubicBezTo>
                        <a:pt x="811" y="1042"/>
                        <a:pt x="1043" y="809"/>
                        <a:pt x="1043" y="521"/>
                      </a:cubicBezTo>
                      <a:cubicBezTo>
                        <a:pt x="1043" y="233"/>
                        <a:pt x="811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9" name="Google Shape;1259;p24"/>
                <p:cNvSpPr/>
                <p:nvPr/>
              </p:nvSpPr>
              <p:spPr>
                <a:xfrm>
                  <a:off x="161171" y="4102378"/>
                  <a:ext cx="200238" cy="1122574"/>
                </a:xfrm>
                <a:custGeom>
                  <a:rect b="b" l="l" r="r" t="t"/>
                  <a:pathLst>
                    <a:path extrusionOk="0" h="20429" w="3644">
                      <a:moveTo>
                        <a:pt x="2406" y="1"/>
                      </a:moveTo>
                      <a:cubicBezTo>
                        <a:pt x="1723" y="1"/>
                        <a:pt x="1169" y="555"/>
                        <a:pt x="1169" y="1238"/>
                      </a:cubicBezTo>
                      <a:cubicBezTo>
                        <a:pt x="1169" y="1525"/>
                        <a:pt x="1270" y="1785"/>
                        <a:pt x="1434" y="1994"/>
                      </a:cubicBezTo>
                      <a:lnTo>
                        <a:pt x="46" y="3382"/>
                      </a:lnTo>
                      <a:cubicBezTo>
                        <a:pt x="17" y="3410"/>
                        <a:pt x="1" y="3449"/>
                        <a:pt x="1" y="3491"/>
                      </a:cubicBezTo>
                      <a:lnTo>
                        <a:pt x="1" y="13384"/>
                      </a:lnTo>
                      <a:cubicBezTo>
                        <a:pt x="1" y="13424"/>
                        <a:pt x="17" y="13463"/>
                        <a:pt x="46" y="13493"/>
                      </a:cubicBezTo>
                      <a:lnTo>
                        <a:pt x="2189" y="15636"/>
                      </a:lnTo>
                      <a:lnTo>
                        <a:pt x="2189" y="20275"/>
                      </a:lnTo>
                      <a:cubicBezTo>
                        <a:pt x="2189" y="20359"/>
                        <a:pt x="2258" y="20429"/>
                        <a:pt x="2343" y="20429"/>
                      </a:cubicBezTo>
                      <a:cubicBezTo>
                        <a:pt x="2428" y="20429"/>
                        <a:pt x="2496" y="20359"/>
                        <a:pt x="2496" y="20275"/>
                      </a:cubicBezTo>
                      <a:lnTo>
                        <a:pt x="2496" y="15572"/>
                      </a:lnTo>
                      <a:cubicBezTo>
                        <a:pt x="2496" y="15531"/>
                        <a:pt x="2480" y="15492"/>
                        <a:pt x="2451" y="15464"/>
                      </a:cubicBezTo>
                      <a:lnTo>
                        <a:pt x="308" y="13320"/>
                      </a:lnTo>
                      <a:lnTo>
                        <a:pt x="308" y="3554"/>
                      </a:lnTo>
                      <a:lnTo>
                        <a:pt x="1650" y="2211"/>
                      </a:lnTo>
                      <a:lnTo>
                        <a:pt x="1651" y="2211"/>
                      </a:lnTo>
                      <a:cubicBezTo>
                        <a:pt x="1860" y="2375"/>
                        <a:pt x="2120" y="2476"/>
                        <a:pt x="2406" y="2476"/>
                      </a:cubicBezTo>
                      <a:cubicBezTo>
                        <a:pt x="3090" y="2476"/>
                        <a:pt x="3643" y="1922"/>
                        <a:pt x="3643" y="1238"/>
                      </a:cubicBezTo>
                      <a:cubicBezTo>
                        <a:pt x="3643" y="555"/>
                        <a:pt x="3090" y="1"/>
                        <a:pt x="240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0" name="Google Shape;1260;p24"/>
                <p:cNvSpPr/>
                <p:nvPr/>
              </p:nvSpPr>
              <p:spPr>
                <a:xfrm>
                  <a:off x="264751" y="4141777"/>
                  <a:ext cx="57313" cy="57313"/>
                </a:xfrm>
                <a:custGeom>
                  <a:rect b="b" l="l" r="r" t="t"/>
                  <a:pathLst>
                    <a:path extrusionOk="0" h="1043" w="1043">
                      <a:moveTo>
                        <a:pt x="521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09"/>
                        <a:pt x="233" y="1043"/>
                        <a:pt x="521" y="1043"/>
                      </a:cubicBezTo>
                      <a:cubicBezTo>
                        <a:pt x="809" y="1043"/>
                        <a:pt x="1043" y="809"/>
                        <a:pt x="1043" y="521"/>
                      </a:cubicBezTo>
                      <a:cubicBezTo>
                        <a:pt x="1043" y="234"/>
                        <a:pt x="809" y="0"/>
                        <a:pt x="5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1" name="Google Shape;1261;p24"/>
                <p:cNvSpPr/>
                <p:nvPr/>
              </p:nvSpPr>
              <p:spPr>
                <a:xfrm>
                  <a:off x="243595" y="4591427"/>
                  <a:ext cx="251671" cy="251616"/>
                </a:xfrm>
                <a:custGeom>
                  <a:rect b="b" l="l" r="r" t="t"/>
                  <a:pathLst>
                    <a:path extrusionOk="0" h="4579" w="4580">
                      <a:moveTo>
                        <a:pt x="2290" y="154"/>
                      </a:moveTo>
                      <a:cubicBezTo>
                        <a:pt x="3467" y="154"/>
                        <a:pt x="4426" y="1111"/>
                        <a:pt x="4426" y="2290"/>
                      </a:cubicBezTo>
                      <a:cubicBezTo>
                        <a:pt x="4426" y="3468"/>
                        <a:pt x="3467" y="4425"/>
                        <a:pt x="2290" y="4425"/>
                      </a:cubicBezTo>
                      <a:cubicBezTo>
                        <a:pt x="1112" y="4425"/>
                        <a:pt x="155" y="3468"/>
                        <a:pt x="155" y="2290"/>
                      </a:cubicBezTo>
                      <a:cubicBezTo>
                        <a:pt x="155" y="1113"/>
                        <a:pt x="1112" y="154"/>
                        <a:pt x="2290" y="154"/>
                      </a:cubicBezTo>
                      <a:close/>
                      <a:moveTo>
                        <a:pt x="2290" y="0"/>
                      </a:moveTo>
                      <a:cubicBezTo>
                        <a:pt x="1027" y="0"/>
                        <a:pt x="1" y="1028"/>
                        <a:pt x="1" y="2290"/>
                      </a:cubicBezTo>
                      <a:cubicBezTo>
                        <a:pt x="1" y="3553"/>
                        <a:pt x="1027" y="4579"/>
                        <a:pt x="2290" y="4579"/>
                      </a:cubicBezTo>
                      <a:cubicBezTo>
                        <a:pt x="3552" y="4579"/>
                        <a:pt x="4580" y="3551"/>
                        <a:pt x="4580" y="2290"/>
                      </a:cubicBezTo>
                      <a:cubicBezTo>
                        <a:pt x="4580" y="1028"/>
                        <a:pt x="3552" y="0"/>
                        <a:pt x="229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2" name="Google Shape;1262;p24"/>
                <p:cNvSpPr/>
                <p:nvPr/>
              </p:nvSpPr>
              <p:spPr>
                <a:xfrm rot="-2700000">
                  <a:off x="693649" y="4629449"/>
                  <a:ext cx="57367" cy="57367"/>
                </a:xfrm>
                <a:custGeom>
                  <a:rect b="b" l="l" r="r" t="t"/>
                  <a:pathLst>
                    <a:path extrusionOk="0" h="1044" w="1044">
                      <a:moveTo>
                        <a:pt x="522" y="1"/>
                      </a:moveTo>
                      <a:cubicBezTo>
                        <a:pt x="235" y="1"/>
                        <a:pt x="1" y="234"/>
                        <a:pt x="1" y="522"/>
                      </a:cubicBezTo>
                      <a:cubicBezTo>
                        <a:pt x="1" y="809"/>
                        <a:pt x="235" y="1044"/>
                        <a:pt x="522" y="1044"/>
                      </a:cubicBezTo>
                      <a:cubicBezTo>
                        <a:pt x="809" y="1044"/>
                        <a:pt x="1043" y="809"/>
                        <a:pt x="1043" y="522"/>
                      </a:cubicBezTo>
                      <a:cubicBezTo>
                        <a:pt x="1043" y="234"/>
                        <a:pt x="809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3" name="Google Shape;1263;p24"/>
                <p:cNvSpPr/>
                <p:nvPr/>
              </p:nvSpPr>
              <p:spPr>
                <a:xfrm rot="-2700000">
                  <a:off x="879376" y="4496878"/>
                  <a:ext cx="147044" cy="799182"/>
                </a:xfrm>
                <a:custGeom>
                  <a:rect b="b" l="l" r="r" t="t"/>
                  <a:pathLst>
                    <a:path extrusionOk="0" h="14544" w="2676">
                      <a:moveTo>
                        <a:pt x="1438" y="0"/>
                      </a:moveTo>
                      <a:cubicBezTo>
                        <a:pt x="755" y="0"/>
                        <a:pt x="200" y="555"/>
                        <a:pt x="200" y="1238"/>
                      </a:cubicBezTo>
                      <a:cubicBezTo>
                        <a:pt x="200" y="1525"/>
                        <a:pt x="302" y="1786"/>
                        <a:pt x="466" y="1996"/>
                      </a:cubicBezTo>
                      <a:lnTo>
                        <a:pt x="45" y="2417"/>
                      </a:lnTo>
                      <a:cubicBezTo>
                        <a:pt x="17" y="2445"/>
                        <a:pt x="1" y="2484"/>
                        <a:pt x="1" y="2526"/>
                      </a:cubicBezTo>
                      <a:lnTo>
                        <a:pt x="1" y="8856"/>
                      </a:lnTo>
                      <a:cubicBezTo>
                        <a:pt x="1" y="8896"/>
                        <a:pt x="17" y="8935"/>
                        <a:pt x="45" y="8965"/>
                      </a:cubicBezTo>
                      <a:lnTo>
                        <a:pt x="1990" y="10908"/>
                      </a:lnTo>
                      <a:lnTo>
                        <a:pt x="1990" y="14390"/>
                      </a:lnTo>
                      <a:cubicBezTo>
                        <a:pt x="1990" y="14475"/>
                        <a:pt x="2059" y="14544"/>
                        <a:pt x="2144" y="14544"/>
                      </a:cubicBezTo>
                      <a:cubicBezTo>
                        <a:pt x="2229" y="14544"/>
                        <a:pt x="2297" y="14475"/>
                        <a:pt x="2297" y="14390"/>
                      </a:cubicBezTo>
                      <a:lnTo>
                        <a:pt x="2297" y="10846"/>
                      </a:lnTo>
                      <a:cubicBezTo>
                        <a:pt x="2297" y="10804"/>
                        <a:pt x="2281" y="10765"/>
                        <a:pt x="2253" y="10737"/>
                      </a:cubicBezTo>
                      <a:lnTo>
                        <a:pt x="308" y="8792"/>
                      </a:lnTo>
                      <a:lnTo>
                        <a:pt x="308" y="2589"/>
                      </a:lnTo>
                      <a:lnTo>
                        <a:pt x="684" y="2213"/>
                      </a:lnTo>
                      <a:lnTo>
                        <a:pt x="685" y="2213"/>
                      </a:lnTo>
                      <a:cubicBezTo>
                        <a:pt x="894" y="2375"/>
                        <a:pt x="1153" y="2475"/>
                        <a:pt x="1438" y="2475"/>
                      </a:cubicBezTo>
                      <a:cubicBezTo>
                        <a:pt x="2121" y="2475"/>
                        <a:pt x="2676" y="1921"/>
                        <a:pt x="2676" y="1238"/>
                      </a:cubicBezTo>
                      <a:cubicBezTo>
                        <a:pt x="2676" y="555"/>
                        <a:pt x="2121" y="0"/>
                        <a:pt x="143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4" name="Google Shape;1264;p24"/>
                <p:cNvSpPr/>
                <p:nvPr/>
              </p:nvSpPr>
              <p:spPr>
                <a:xfrm>
                  <a:off x="326404" y="4674181"/>
                  <a:ext cx="86052" cy="86107"/>
                </a:xfrm>
                <a:custGeom>
                  <a:rect b="b" l="l" r="r" t="t"/>
                  <a:pathLst>
                    <a:path extrusionOk="0" h="1567" w="1566">
                      <a:moveTo>
                        <a:pt x="783" y="0"/>
                      </a:moveTo>
                      <a:cubicBezTo>
                        <a:pt x="350" y="0"/>
                        <a:pt x="0" y="351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5" y="1567"/>
                        <a:pt x="1565" y="1216"/>
                        <a:pt x="1565" y="784"/>
                      </a:cubicBezTo>
                      <a:cubicBezTo>
                        <a:pt x="1565" y="351"/>
                        <a:pt x="1215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65" name="Google Shape;1265;p24"/>
              <p:cNvSpPr/>
              <p:nvPr/>
            </p:nvSpPr>
            <p:spPr>
              <a:xfrm>
                <a:off x="693676" y="4635002"/>
                <a:ext cx="57313" cy="57313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6" name="Google Shape;1266;p24"/>
            <p:cNvGrpSpPr/>
            <p:nvPr/>
          </p:nvGrpSpPr>
          <p:grpSpPr>
            <a:xfrm>
              <a:off x="30906" y="3878198"/>
              <a:ext cx="947059" cy="1331003"/>
              <a:chOff x="5463078" y="3878198"/>
              <a:chExt cx="947059" cy="1331003"/>
            </a:xfrm>
          </p:grpSpPr>
          <p:sp>
            <p:nvSpPr>
              <p:cNvPr id="1267" name="Google Shape;1267;p24"/>
              <p:cNvSpPr/>
              <p:nvPr/>
            </p:nvSpPr>
            <p:spPr>
              <a:xfrm>
                <a:off x="5737830" y="4152868"/>
                <a:ext cx="188422" cy="1056333"/>
              </a:xfrm>
              <a:custGeom>
                <a:rect b="b" l="l" r="r" t="t"/>
                <a:pathLst>
                  <a:path extrusionOk="0" h="20429" w="3644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24"/>
              <p:cNvSpPr/>
              <p:nvPr/>
            </p:nvSpPr>
            <p:spPr>
              <a:xfrm>
                <a:off x="5835302" y="4189944"/>
                <a:ext cx="53931" cy="53931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24"/>
              <p:cNvSpPr/>
              <p:nvPr/>
            </p:nvSpPr>
            <p:spPr>
              <a:xfrm>
                <a:off x="5925793" y="4025353"/>
                <a:ext cx="484344" cy="1183792"/>
              </a:xfrm>
              <a:custGeom>
                <a:rect b="b" l="l" r="r" t="t"/>
                <a:pathLst>
                  <a:path extrusionOk="0" h="22894" w="9367">
                    <a:moveTo>
                      <a:pt x="1897" y="1"/>
                    </a:moveTo>
                    <a:cubicBezTo>
                      <a:pt x="1214" y="1"/>
                      <a:pt x="661" y="555"/>
                      <a:pt x="661" y="1238"/>
                    </a:cubicBezTo>
                    <a:cubicBezTo>
                      <a:pt x="661" y="1847"/>
                      <a:pt x="1103" y="2352"/>
                      <a:pt x="1683" y="2454"/>
                    </a:cubicBezTo>
                    <a:lnTo>
                      <a:pt x="1683" y="8153"/>
                    </a:lnTo>
                    <a:lnTo>
                      <a:pt x="46" y="9790"/>
                    </a:lnTo>
                    <a:cubicBezTo>
                      <a:pt x="17" y="9819"/>
                      <a:pt x="1" y="9858"/>
                      <a:pt x="1" y="9899"/>
                    </a:cubicBezTo>
                    <a:lnTo>
                      <a:pt x="1" y="13697"/>
                    </a:lnTo>
                    <a:cubicBezTo>
                      <a:pt x="1" y="13738"/>
                      <a:pt x="17" y="13778"/>
                      <a:pt x="46" y="13806"/>
                    </a:cubicBezTo>
                    <a:lnTo>
                      <a:pt x="9090" y="22849"/>
                    </a:lnTo>
                    <a:cubicBezTo>
                      <a:pt x="9119" y="22879"/>
                      <a:pt x="9158" y="22894"/>
                      <a:pt x="9198" y="22894"/>
                    </a:cubicBezTo>
                    <a:cubicBezTo>
                      <a:pt x="9237" y="22894"/>
                      <a:pt x="9276" y="22879"/>
                      <a:pt x="9307" y="22849"/>
                    </a:cubicBezTo>
                    <a:cubicBezTo>
                      <a:pt x="9366" y="22790"/>
                      <a:pt x="9366" y="22692"/>
                      <a:pt x="9307" y="22631"/>
                    </a:cubicBezTo>
                    <a:lnTo>
                      <a:pt x="308" y="13634"/>
                    </a:lnTo>
                    <a:lnTo>
                      <a:pt x="308" y="9963"/>
                    </a:lnTo>
                    <a:lnTo>
                      <a:pt x="1946" y="8326"/>
                    </a:lnTo>
                    <a:cubicBezTo>
                      <a:pt x="1974" y="8297"/>
                      <a:pt x="1991" y="8258"/>
                      <a:pt x="1991" y="8217"/>
                    </a:cubicBezTo>
                    <a:lnTo>
                      <a:pt x="1991" y="2466"/>
                    </a:lnTo>
                    <a:cubicBezTo>
                      <a:pt x="2629" y="2417"/>
                      <a:pt x="3135" y="1890"/>
                      <a:pt x="3135" y="1238"/>
                    </a:cubicBezTo>
                    <a:cubicBezTo>
                      <a:pt x="3135" y="555"/>
                      <a:pt x="2580" y="1"/>
                      <a:pt x="18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24"/>
              <p:cNvSpPr/>
              <p:nvPr/>
            </p:nvSpPr>
            <p:spPr>
              <a:xfrm>
                <a:off x="5996893" y="4062429"/>
                <a:ext cx="53983" cy="53879"/>
              </a:xfrm>
              <a:custGeom>
                <a:rect b="b" l="l" r="r" t="t"/>
                <a:pathLst>
                  <a:path extrusionOk="0" h="1042" w="1044">
                    <a:moveTo>
                      <a:pt x="522" y="0"/>
                    </a:moveTo>
                    <a:cubicBezTo>
                      <a:pt x="235" y="0"/>
                      <a:pt x="1" y="233"/>
                      <a:pt x="1" y="521"/>
                    </a:cubicBezTo>
                    <a:cubicBezTo>
                      <a:pt x="1" y="809"/>
                      <a:pt x="235" y="1042"/>
                      <a:pt x="522" y="1042"/>
                    </a:cubicBezTo>
                    <a:cubicBezTo>
                      <a:pt x="811" y="1042"/>
                      <a:pt x="1043" y="809"/>
                      <a:pt x="1043" y="521"/>
                    </a:cubicBezTo>
                    <a:cubicBezTo>
                      <a:pt x="1043" y="233"/>
                      <a:pt x="81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24"/>
              <p:cNvSpPr/>
              <p:nvPr/>
            </p:nvSpPr>
            <p:spPr>
              <a:xfrm>
                <a:off x="5576031" y="4457126"/>
                <a:ext cx="138369" cy="752034"/>
              </a:xfrm>
              <a:custGeom>
                <a:rect b="b" l="l" r="r" t="t"/>
                <a:pathLst>
                  <a:path extrusionOk="0" h="14544" w="2676">
                    <a:moveTo>
                      <a:pt x="1438" y="0"/>
                    </a:moveTo>
                    <a:cubicBezTo>
                      <a:pt x="755" y="0"/>
                      <a:pt x="200" y="555"/>
                      <a:pt x="200" y="1238"/>
                    </a:cubicBezTo>
                    <a:cubicBezTo>
                      <a:pt x="200" y="1525"/>
                      <a:pt x="302" y="1786"/>
                      <a:pt x="466" y="1996"/>
                    </a:cubicBezTo>
                    <a:lnTo>
                      <a:pt x="45" y="2417"/>
                    </a:lnTo>
                    <a:cubicBezTo>
                      <a:pt x="17" y="2445"/>
                      <a:pt x="1" y="2484"/>
                      <a:pt x="1" y="2526"/>
                    </a:cubicBezTo>
                    <a:lnTo>
                      <a:pt x="1" y="8856"/>
                    </a:lnTo>
                    <a:cubicBezTo>
                      <a:pt x="1" y="8896"/>
                      <a:pt x="17" y="8935"/>
                      <a:pt x="45" y="8965"/>
                    </a:cubicBezTo>
                    <a:lnTo>
                      <a:pt x="1990" y="10908"/>
                    </a:lnTo>
                    <a:lnTo>
                      <a:pt x="1990" y="14390"/>
                    </a:lnTo>
                    <a:cubicBezTo>
                      <a:pt x="1990" y="14475"/>
                      <a:pt x="2059" y="14544"/>
                      <a:pt x="2144" y="14544"/>
                    </a:cubicBezTo>
                    <a:cubicBezTo>
                      <a:pt x="2229" y="14544"/>
                      <a:pt x="2297" y="14475"/>
                      <a:pt x="2297" y="14390"/>
                    </a:cubicBezTo>
                    <a:lnTo>
                      <a:pt x="2297" y="10846"/>
                    </a:lnTo>
                    <a:cubicBezTo>
                      <a:pt x="2297" y="10804"/>
                      <a:pt x="2281" y="10765"/>
                      <a:pt x="2253" y="10737"/>
                    </a:cubicBezTo>
                    <a:lnTo>
                      <a:pt x="308" y="8792"/>
                    </a:lnTo>
                    <a:lnTo>
                      <a:pt x="308" y="2589"/>
                    </a:lnTo>
                    <a:lnTo>
                      <a:pt x="684" y="2213"/>
                    </a:lnTo>
                    <a:lnTo>
                      <a:pt x="685" y="2213"/>
                    </a:lnTo>
                    <a:cubicBezTo>
                      <a:pt x="894" y="2375"/>
                      <a:pt x="1153" y="2475"/>
                      <a:pt x="1438" y="2475"/>
                    </a:cubicBezTo>
                    <a:cubicBezTo>
                      <a:pt x="2121" y="2475"/>
                      <a:pt x="2676" y="1921"/>
                      <a:pt x="2676" y="1238"/>
                    </a:cubicBezTo>
                    <a:cubicBezTo>
                      <a:pt x="2676" y="555"/>
                      <a:pt x="2121" y="0"/>
                      <a:pt x="1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24"/>
              <p:cNvSpPr/>
              <p:nvPr/>
            </p:nvSpPr>
            <p:spPr>
              <a:xfrm>
                <a:off x="5623397" y="4494150"/>
                <a:ext cx="53983" cy="53983"/>
              </a:xfrm>
              <a:custGeom>
                <a:rect b="b" l="l" r="r" t="t"/>
                <a:pathLst>
                  <a:path extrusionOk="0" h="1044" w="1044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09"/>
                      <a:pt x="235" y="1044"/>
                      <a:pt x="522" y="1044"/>
                    </a:cubicBezTo>
                    <a:cubicBezTo>
                      <a:pt x="809" y="1044"/>
                      <a:pt x="1043" y="809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24"/>
              <p:cNvSpPr/>
              <p:nvPr/>
            </p:nvSpPr>
            <p:spPr>
              <a:xfrm>
                <a:off x="5893320" y="4690956"/>
                <a:ext cx="80974" cy="81026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24"/>
              <p:cNvSpPr/>
              <p:nvPr/>
            </p:nvSpPr>
            <p:spPr>
              <a:xfrm>
                <a:off x="5815394" y="4613081"/>
                <a:ext cx="236820" cy="236769"/>
              </a:xfrm>
              <a:custGeom>
                <a:rect b="b" l="l" r="r" t="t"/>
                <a:pathLst>
                  <a:path extrusionOk="0" h="4579" w="458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75" name="Google Shape;1275;p24"/>
              <p:cNvGrpSpPr/>
              <p:nvPr/>
            </p:nvGrpSpPr>
            <p:grpSpPr>
              <a:xfrm>
                <a:off x="5463078" y="3878198"/>
                <a:ext cx="274737" cy="274677"/>
                <a:chOff x="1111176" y="-150810"/>
                <a:chExt cx="231748" cy="231697"/>
              </a:xfrm>
            </p:grpSpPr>
            <p:sp>
              <p:nvSpPr>
                <p:cNvPr id="1276" name="Google Shape;1276;p24"/>
                <p:cNvSpPr/>
                <p:nvPr/>
              </p:nvSpPr>
              <p:spPr>
                <a:xfrm rot="-5400000">
                  <a:off x="1187406" y="-74582"/>
                  <a:ext cx="79240" cy="79290"/>
                </a:xfrm>
                <a:custGeom>
                  <a:rect b="b" l="l" r="r" t="t"/>
                  <a:pathLst>
                    <a:path extrusionOk="0" h="1567" w="1566">
                      <a:moveTo>
                        <a:pt x="783" y="1"/>
                      </a:moveTo>
                      <a:cubicBezTo>
                        <a:pt x="350" y="1"/>
                        <a:pt x="0" y="352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6" y="1567"/>
                        <a:pt x="1565" y="1216"/>
                        <a:pt x="1565" y="784"/>
                      </a:cubicBezTo>
                      <a:cubicBezTo>
                        <a:pt x="1565" y="352"/>
                        <a:pt x="1216" y="1"/>
                        <a:pt x="7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7" name="Google Shape;1277;p24"/>
                <p:cNvSpPr/>
                <p:nvPr/>
              </p:nvSpPr>
              <p:spPr>
                <a:xfrm rot="-5400000">
                  <a:off x="1111201" y="-150836"/>
                  <a:ext cx="231697" cy="231748"/>
                </a:xfrm>
                <a:custGeom>
                  <a:rect b="b" l="l" r="r" t="t"/>
                  <a:pathLst>
                    <a:path extrusionOk="0" h="4580" w="4579">
                      <a:moveTo>
                        <a:pt x="2289" y="154"/>
                      </a:moveTo>
                      <a:cubicBezTo>
                        <a:pt x="3466" y="154"/>
                        <a:pt x="4425" y="1112"/>
                        <a:pt x="4425" y="2290"/>
                      </a:cubicBezTo>
                      <a:cubicBezTo>
                        <a:pt x="4425" y="3468"/>
                        <a:pt x="3466" y="4425"/>
                        <a:pt x="2289" y="4425"/>
                      </a:cubicBezTo>
                      <a:cubicBezTo>
                        <a:pt x="1111" y="4425"/>
                        <a:pt x="154" y="3468"/>
                        <a:pt x="154" y="2290"/>
                      </a:cubicBezTo>
                      <a:cubicBezTo>
                        <a:pt x="154" y="1113"/>
                        <a:pt x="1111" y="154"/>
                        <a:pt x="2289" y="154"/>
                      </a:cubicBezTo>
                      <a:close/>
                      <a:moveTo>
                        <a:pt x="2289" y="0"/>
                      </a:moveTo>
                      <a:cubicBezTo>
                        <a:pt x="1026" y="0"/>
                        <a:pt x="0" y="1028"/>
                        <a:pt x="0" y="2290"/>
                      </a:cubicBezTo>
                      <a:cubicBezTo>
                        <a:pt x="0" y="3552"/>
                        <a:pt x="1026" y="4579"/>
                        <a:pt x="2289" y="4579"/>
                      </a:cubicBezTo>
                      <a:cubicBezTo>
                        <a:pt x="3551" y="4579"/>
                        <a:pt x="4579" y="3552"/>
                        <a:pt x="4579" y="2290"/>
                      </a:cubicBezTo>
                      <a:cubicBezTo>
                        <a:pt x="4579" y="1028"/>
                        <a:pt x="3551" y="0"/>
                        <a:pt x="22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278" name="Google Shape;1278;p24"/>
          <p:cNvGrpSpPr/>
          <p:nvPr/>
        </p:nvGrpSpPr>
        <p:grpSpPr>
          <a:xfrm>
            <a:off x="283083" y="100166"/>
            <a:ext cx="8577810" cy="4794754"/>
            <a:chOff x="283083" y="100166"/>
            <a:chExt cx="8577810" cy="4794754"/>
          </a:xfrm>
        </p:grpSpPr>
        <p:grpSp>
          <p:nvGrpSpPr>
            <p:cNvPr id="1279" name="Google Shape;1279;p24"/>
            <p:cNvGrpSpPr/>
            <p:nvPr/>
          </p:nvGrpSpPr>
          <p:grpSpPr>
            <a:xfrm>
              <a:off x="283083" y="3644575"/>
              <a:ext cx="233569" cy="233621"/>
              <a:chOff x="6183667" y="4661300"/>
              <a:chExt cx="233569" cy="233621"/>
            </a:xfrm>
          </p:grpSpPr>
          <p:sp>
            <p:nvSpPr>
              <p:cNvPr id="1280" name="Google Shape;1280;p24"/>
              <p:cNvSpPr/>
              <p:nvPr/>
            </p:nvSpPr>
            <p:spPr>
              <a:xfrm>
                <a:off x="6183667" y="4661300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24"/>
              <p:cNvSpPr/>
              <p:nvPr/>
            </p:nvSpPr>
            <p:spPr>
              <a:xfrm>
                <a:off x="6273642" y="4751274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24"/>
              <p:cNvSpPr/>
              <p:nvPr/>
            </p:nvSpPr>
            <p:spPr>
              <a:xfrm>
                <a:off x="6361134" y="4838818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3" name="Google Shape;1283;p24"/>
            <p:cNvGrpSpPr/>
            <p:nvPr/>
          </p:nvGrpSpPr>
          <p:grpSpPr>
            <a:xfrm>
              <a:off x="751495" y="4661300"/>
              <a:ext cx="233569" cy="233621"/>
              <a:chOff x="6183667" y="4661300"/>
              <a:chExt cx="233569" cy="233621"/>
            </a:xfrm>
          </p:grpSpPr>
          <p:sp>
            <p:nvSpPr>
              <p:cNvPr id="1284" name="Google Shape;1284;p24"/>
              <p:cNvSpPr/>
              <p:nvPr/>
            </p:nvSpPr>
            <p:spPr>
              <a:xfrm>
                <a:off x="6183667" y="4661300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24"/>
              <p:cNvSpPr/>
              <p:nvPr/>
            </p:nvSpPr>
            <p:spPr>
              <a:xfrm>
                <a:off x="6273642" y="4751274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6361134" y="4838818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7" name="Google Shape;1287;p24"/>
            <p:cNvGrpSpPr/>
            <p:nvPr/>
          </p:nvGrpSpPr>
          <p:grpSpPr>
            <a:xfrm flipH="1" rot="-5400000">
              <a:off x="7505341" y="100139"/>
              <a:ext cx="248207" cy="248262"/>
              <a:chOff x="169303" y="3485776"/>
              <a:chExt cx="248207" cy="248262"/>
            </a:xfrm>
          </p:grpSpPr>
          <p:sp>
            <p:nvSpPr>
              <p:cNvPr id="1288" name="Google Shape;1288;p24"/>
              <p:cNvSpPr/>
              <p:nvPr/>
            </p:nvSpPr>
            <p:spPr>
              <a:xfrm>
                <a:off x="169303" y="3485776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264915" y="3581388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357889" y="3674417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1" name="Google Shape;1291;p24"/>
            <p:cNvGrpSpPr/>
            <p:nvPr/>
          </p:nvGrpSpPr>
          <p:grpSpPr>
            <a:xfrm flipH="1" rot="-5400000">
              <a:off x="8612658" y="880229"/>
              <a:ext cx="248207" cy="248262"/>
              <a:chOff x="949394" y="4593094"/>
              <a:chExt cx="248207" cy="248262"/>
            </a:xfrm>
          </p:grpSpPr>
          <p:sp>
            <p:nvSpPr>
              <p:cNvPr id="1292" name="Google Shape;1292;p24"/>
              <p:cNvSpPr/>
              <p:nvPr/>
            </p:nvSpPr>
            <p:spPr>
              <a:xfrm>
                <a:off x="949394" y="459309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1045006" y="4688705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1137980" y="478173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95" name="Google Shape;1295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1"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7" name="Google Shape;1297;p25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8" name="Google Shape;1298;p25"/>
          <p:cNvGrpSpPr/>
          <p:nvPr/>
        </p:nvGrpSpPr>
        <p:grpSpPr>
          <a:xfrm>
            <a:off x="158650" y="3259600"/>
            <a:ext cx="8543325" cy="1759890"/>
            <a:chOff x="158650" y="3259600"/>
            <a:chExt cx="8543325" cy="1759890"/>
          </a:xfrm>
        </p:grpSpPr>
        <p:grpSp>
          <p:nvGrpSpPr>
            <p:cNvPr id="1299" name="Google Shape;1299;p25"/>
            <p:cNvGrpSpPr/>
            <p:nvPr/>
          </p:nvGrpSpPr>
          <p:grpSpPr>
            <a:xfrm rot="-5400000">
              <a:off x="7894175" y="3796200"/>
              <a:ext cx="1344400" cy="271200"/>
              <a:chOff x="3686625" y="4603950"/>
              <a:chExt cx="1344400" cy="271200"/>
            </a:xfrm>
          </p:grpSpPr>
          <p:sp>
            <p:nvSpPr>
              <p:cNvPr id="1300" name="Google Shape;1300;p25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25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25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25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25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5" name="Google Shape;1305;p25"/>
            <p:cNvGrpSpPr/>
            <p:nvPr/>
          </p:nvGrpSpPr>
          <p:grpSpPr>
            <a:xfrm flipH="1" rot="10800000">
              <a:off x="158650" y="3990200"/>
              <a:ext cx="2201437" cy="1029290"/>
              <a:chOff x="100325" y="228960"/>
              <a:chExt cx="2201437" cy="1029290"/>
            </a:xfrm>
          </p:grpSpPr>
          <p:sp>
            <p:nvSpPr>
              <p:cNvPr id="1306" name="Google Shape;1306;p25"/>
              <p:cNvSpPr/>
              <p:nvPr/>
            </p:nvSpPr>
            <p:spPr>
              <a:xfrm>
                <a:off x="243516" y="78883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25"/>
              <p:cNvSpPr/>
              <p:nvPr/>
            </p:nvSpPr>
            <p:spPr>
              <a:xfrm>
                <a:off x="100325" y="64565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25"/>
              <p:cNvSpPr/>
              <p:nvPr/>
            </p:nvSpPr>
            <p:spPr>
              <a:xfrm>
                <a:off x="1884762" y="228960"/>
                <a:ext cx="417000" cy="4167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25"/>
              <p:cNvSpPr/>
              <p:nvPr/>
            </p:nvSpPr>
            <p:spPr>
              <a:xfrm rot="-5400000">
                <a:off x="1086770" y="-77352"/>
                <a:ext cx="326396" cy="1296862"/>
              </a:xfrm>
              <a:custGeom>
                <a:rect b="b" l="l" r="r" t="t"/>
                <a:pathLst>
                  <a:path extrusionOk="0" h="14717" w="3704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10" name="Google Shape;131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11" name="Google Shape;1311;p25"/>
          <p:cNvSpPr txBox="1"/>
          <p:nvPr>
            <p:ph idx="1" type="body"/>
          </p:nvPr>
        </p:nvSpPr>
        <p:spPr>
          <a:xfrm>
            <a:off x="720000" y="1215752"/>
            <a:ext cx="7704000" cy="27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312" name="Google Shape;1312;p25"/>
          <p:cNvGrpSpPr/>
          <p:nvPr/>
        </p:nvGrpSpPr>
        <p:grpSpPr>
          <a:xfrm>
            <a:off x="113665" y="3651204"/>
            <a:ext cx="8887624" cy="1715377"/>
            <a:chOff x="113665" y="3651204"/>
            <a:chExt cx="8887624" cy="1715377"/>
          </a:xfrm>
        </p:grpSpPr>
        <p:grpSp>
          <p:nvGrpSpPr>
            <p:cNvPr id="1313" name="Google Shape;1313;p25"/>
            <p:cNvGrpSpPr/>
            <p:nvPr/>
          </p:nvGrpSpPr>
          <p:grpSpPr>
            <a:xfrm flipH="1">
              <a:off x="7875021" y="3946773"/>
              <a:ext cx="1126268" cy="1264137"/>
              <a:chOff x="161171" y="3966873"/>
              <a:chExt cx="1126268" cy="1264137"/>
            </a:xfrm>
          </p:grpSpPr>
          <p:grpSp>
            <p:nvGrpSpPr>
              <p:cNvPr id="1314" name="Google Shape;1314;p25"/>
              <p:cNvGrpSpPr/>
              <p:nvPr/>
            </p:nvGrpSpPr>
            <p:grpSpPr>
              <a:xfrm>
                <a:off x="161171" y="3966873"/>
                <a:ext cx="1126268" cy="1264137"/>
                <a:chOff x="161171" y="3966873"/>
                <a:chExt cx="1126268" cy="1264137"/>
              </a:xfrm>
            </p:grpSpPr>
            <p:sp>
              <p:nvSpPr>
                <p:cNvPr id="1315" name="Google Shape;1315;p25"/>
                <p:cNvSpPr/>
                <p:nvPr/>
              </p:nvSpPr>
              <p:spPr>
                <a:xfrm>
                  <a:off x="360912" y="3966873"/>
                  <a:ext cx="514717" cy="1258025"/>
                </a:xfrm>
                <a:custGeom>
                  <a:rect b="b" l="l" r="r" t="t"/>
                  <a:pathLst>
                    <a:path extrusionOk="0" h="22894" w="9367">
                      <a:moveTo>
                        <a:pt x="1897" y="1"/>
                      </a:moveTo>
                      <a:cubicBezTo>
                        <a:pt x="1214" y="1"/>
                        <a:pt x="661" y="555"/>
                        <a:pt x="661" y="1238"/>
                      </a:cubicBezTo>
                      <a:cubicBezTo>
                        <a:pt x="661" y="1847"/>
                        <a:pt x="1103" y="2352"/>
                        <a:pt x="1683" y="2454"/>
                      </a:cubicBezTo>
                      <a:lnTo>
                        <a:pt x="1683" y="8153"/>
                      </a:lnTo>
                      <a:lnTo>
                        <a:pt x="46" y="9790"/>
                      </a:lnTo>
                      <a:cubicBezTo>
                        <a:pt x="17" y="9819"/>
                        <a:pt x="1" y="9858"/>
                        <a:pt x="1" y="9899"/>
                      </a:cubicBezTo>
                      <a:lnTo>
                        <a:pt x="1" y="13697"/>
                      </a:lnTo>
                      <a:cubicBezTo>
                        <a:pt x="1" y="13738"/>
                        <a:pt x="17" y="13778"/>
                        <a:pt x="46" y="13806"/>
                      </a:cubicBezTo>
                      <a:lnTo>
                        <a:pt x="9090" y="22849"/>
                      </a:lnTo>
                      <a:cubicBezTo>
                        <a:pt x="9119" y="22879"/>
                        <a:pt x="9158" y="22894"/>
                        <a:pt x="9198" y="22894"/>
                      </a:cubicBezTo>
                      <a:cubicBezTo>
                        <a:pt x="9237" y="22894"/>
                        <a:pt x="9276" y="22879"/>
                        <a:pt x="9307" y="22849"/>
                      </a:cubicBezTo>
                      <a:cubicBezTo>
                        <a:pt x="9366" y="22790"/>
                        <a:pt x="9366" y="22692"/>
                        <a:pt x="9307" y="22631"/>
                      </a:cubicBezTo>
                      <a:lnTo>
                        <a:pt x="308" y="13634"/>
                      </a:lnTo>
                      <a:lnTo>
                        <a:pt x="308" y="9963"/>
                      </a:lnTo>
                      <a:lnTo>
                        <a:pt x="1946" y="8326"/>
                      </a:lnTo>
                      <a:cubicBezTo>
                        <a:pt x="1974" y="8297"/>
                        <a:pt x="1991" y="8258"/>
                        <a:pt x="1991" y="8217"/>
                      </a:cubicBezTo>
                      <a:lnTo>
                        <a:pt x="1991" y="2466"/>
                      </a:lnTo>
                      <a:cubicBezTo>
                        <a:pt x="2629" y="2417"/>
                        <a:pt x="3135" y="1890"/>
                        <a:pt x="3135" y="1238"/>
                      </a:cubicBezTo>
                      <a:cubicBezTo>
                        <a:pt x="3135" y="555"/>
                        <a:pt x="2580" y="1"/>
                        <a:pt x="18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6" name="Google Shape;1316;p25"/>
                <p:cNvSpPr/>
                <p:nvPr/>
              </p:nvSpPr>
              <p:spPr>
                <a:xfrm>
                  <a:off x="436467" y="4006272"/>
                  <a:ext cx="57368" cy="57258"/>
                </a:xfrm>
                <a:custGeom>
                  <a:rect b="b" l="l" r="r" t="t"/>
                  <a:pathLst>
                    <a:path extrusionOk="0" h="1042" w="1044">
                      <a:moveTo>
                        <a:pt x="522" y="0"/>
                      </a:moveTo>
                      <a:cubicBezTo>
                        <a:pt x="235" y="0"/>
                        <a:pt x="1" y="233"/>
                        <a:pt x="1" y="521"/>
                      </a:cubicBezTo>
                      <a:cubicBezTo>
                        <a:pt x="1" y="809"/>
                        <a:pt x="235" y="1042"/>
                        <a:pt x="522" y="1042"/>
                      </a:cubicBezTo>
                      <a:cubicBezTo>
                        <a:pt x="811" y="1042"/>
                        <a:pt x="1043" y="809"/>
                        <a:pt x="1043" y="521"/>
                      </a:cubicBezTo>
                      <a:cubicBezTo>
                        <a:pt x="1043" y="233"/>
                        <a:pt x="811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7" name="Google Shape;1317;p25"/>
                <p:cNvSpPr/>
                <p:nvPr/>
              </p:nvSpPr>
              <p:spPr>
                <a:xfrm>
                  <a:off x="161171" y="4102378"/>
                  <a:ext cx="200238" cy="1122574"/>
                </a:xfrm>
                <a:custGeom>
                  <a:rect b="b" l="l" r="r" t="t"/>
                  <a:pathLst>
                    <a:path extrusionOk="0" h="20429" w="3644">
                      <a:moveTo>
                        <a:pt x="2406" y="1"/>
                      </a:moveTo>
                      <a:cubicBezTo>
                        <a:pt x="1723" y="1"/>
                        <a:pt x="1169" y="555"/>
                        <a:pt x="1169" y="1238"/>
                      </a:cubicBezTo>
                      <a:cubicBezTo>
                        <a:pt x="1169" y="1525"/>
                        <a:pt x="1270" y="1785"/>
                        <a:pt x="1434" y="1994"/>
                      </a:cubicBezTo>
                      <a:lnTo>
                        <a:pt x="46" y="3382"/>
                      </a:lnTo>
                      <a:cubicBezTo>
                        <a:pt x="17" y="3410"/>
                        <a:pt x="1" y="3449"/>
                        <a:pt x="1" y="3491"/>
                      </a:cubicBezTo>
                      <a:lnTo>
                        <a:pt x="1" y="13384"/>
                      </a:lnTo>
                      <a:cubicBezTo>
                        <a:pt x="1" y="13424"/>
                        <a:pt x="17" y="13463"/>
                        <a:pt x="46" y="13493"/>
                      </a:cubicBezTo>
                      <a:lnTo>
                        <a:pt x="2189" y="15636"/>
                      </a:lnTo>
                      <a:lnTo>
                        <a:pt x="2189" y="20275"/>
                      </a:lnTo>
                      <a:cubicBezTo>
                        <a:pt x="2189" y="20359"/>
                        <a:pt x="2258" y="20429"/>
                        <a:pt x="2343" y="20429"/>
                      </a:cubicBezTo>
                      <a:cubicBezTo>
                        <a:pt x="2428" y="20429"/>
                        <a:pt x="2496" y="20359"/>
                        <a:pt x="2496" y="20275"/>
                      </a:cubicBezTo>
                      <a:lnTo>
                        <a:pt x="2496" y="15572"/>
                      </a:lnTo>
                      <a:cubicBezTo>
                        <a:pt x="2496" y="15531"/>
                        <a:pt x="2480" y="15492"/>
                        <a:pt x="2451" y="15464"/>
                      </a:cubicBezTo>
                      <a:lnTo>
                        <a:pt x="308" y="13320"/>
                      </a:lnTo>
                      <a:lnTo>
                        <a:pt x="308" y="3554"/>
                      </a:lnTo>
                      <a:lnTo>
                        <a:pt x="1650" y="2211"/>
                      </a:lnTo>
                      <a:lnTo>
                        <a:pt x="1651" y="2211"/>
                      </a:lnTo>
                      <a:cubicBezTo>
                        <a:pt x="1860" y="2375"/>
                        <a:pt x="2120" y="2476"/>
                        <a:pt x="2406" y="2476"/>
                      </a:cubicBezTo>
                      <a:cubicBezTo>
                        <a:pt x="3090" y="2476"/>
                        <a:pt x="3643" y="1922"/>
                        <a:pt x="3643" y="1238"/>
                      </a:cubicBezTo>
                      <a:cubicBezTo>
                        <a:pt x="3643" y="555"/>
                        <a:pt x="3090" y="1"/>
                        <a:pt x="240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8" name="Google Shape;1318;p25"/>
                <p:cNvSpPr/>
                <p:nvPr/>
              </p:nvSpPr>
              <p:spPr>
                <a:xfrm>
                  <a:off x="264751" y="4141777"/>
                  <a:ext cx="57313" cy="57313"/>
                </a:xfrm>
                <a:custGeom>
                  <a:rect b="b" l="l" r="r" t="t"/>
                  <a:pathLst>
                    <a:path extrusionOk="0" h="1043" w="1043">
                      <a:moveTo>
                        <a:pt x="521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09"/>
                        <a:pt x="233" y="1043"/>
                        <a:pt x="521" y="1043"/>
                      </a:cubicBezTo>
                      <a:cubicBezTo>
                        <a:pt x="809" y="1043"/>
                        <a:pt x="1043" y="809"/>
                        <a:pt x="1043" y="521"/>
                      </a:cubicBezTo>
                      <a:cubicBezTo>
                        <a:pt x="1043" y="234"/>
                        <a:pt x="809" y="0"/>
                        <a:pt x="5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9" name="Google Shape;1319;p25"/>
                <p:cNvSpPr/>
                <p:nvPr/>
              </p:nvSpPr>
              <p:spPr>
                <a:xfrm>
                  <a:off x="243595" y="4591427"/>
                  <a:ext cx="251671" cy="251616"/>
                </a:xfrm>
                <a:custGeom>
                  <a:rect b="b" l="l" r="r" t="t"/>
                  <a:pathLst>
                    <a:path extrusionOk="0" h="4579" w="4580">
                      <a:moveTo>
                        <a:pt x="2290" y="154"/>
                      </a:moveTo>
                      <a:cubicBezTo>
                        <a:pt x="3467" y="154"/>
                        <a:pt x="4426" y="1111"/>
                        <a:pt x="4426" y="2290"/>
                      </a:cubicBezTo>
                      <a:cubicBezTo>
                        <a:pt x="4426" y="3468"/>
                        <a:pt x="3467" y="4425"/>
                        <a:pt x="2290" y="4425"/>
                      </a:cubicBezTo>
                      <a:cubicBezTo>
                        <a:pt x="1112" y="4425"/>
                        <a:pt x="155" y="3468"/>
                        <a:pt x="155" y="2290"/>
                      </a:cubicBezTo>
                      <a:cubicBezTo>
                        <a:pt x="155" y="1113"/>
                        <a:pt x="1112" y="154"/>
                        <a:pt x="2290" y="154"/>
                      </a:cubicBezTo>
                      <a:close/>
                      <a:moveTo>
                        <a:pt x="2290" y="0"/>
                      </a:moveTo>
                      <a:cubicBezTo>
                        <a:pt x="1027" y="0"/>
                        <a:pt x="1" y="1028"/>
                        <a:pt x="1" y="2290"/>
                      </a:cubicBezTo>
                      <a:cubicBezTo>
                        <a:pt x="1" y="3553"/>
                        <a:pt x="1027" y="4579"/>
                        <a:pt x="2290" y="4579"/>
                      </a:cubicBezTo>
                      <a:cubicBezTo>
                        <a:pt x="3552" y="4579"/>
                        <a:pt x="4580" y="3551"/>
                        <a:pt x="4580" y="2290"/>
                      </a:cubicBezTo>
                      <a:cubicBezTo>
                        <a:pt x="4580" y="1028"/>
                        <a:pt x="3552" y="0"/>
                        <a:pt x="229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0" name="Google Shape;1320;p25"/>
                <p:cNvSpPr/>
                <p:nvPr/>
              </p:nvSpPr>
              <p:spPr>
                <a:xfrm rot="-2700000">
                  <a:off x="693649" y="4629449"/>
                  <a:ext cx="57367" cy="57367"/>
                </a:xfrm>
                <a:custGeom>
                  <a:rect b="b" l="l" r="r" t="t"/>
                  <a:pathLst>
                    <a:path extrusionOk="0" h="1044" w="1044">
                      <a:moveTo>
                        <a:pt x="522" y="1"/>
                      </a:moveTo>
                      <a:cubicBezTo>
                        <a:pt x="235" y="1"/>
                        <a:pt x="1" y="234"/>
                        <a:pt x="1" y="522"/>
                      </a:cubicBezTo>
                      <a:cubicBezTo>
                        <a:pt x="1" y="809"/>
                        <a:pt x="235" y="1044"/>
                        <a:pt x="522" y="1044"/>
                      </a:cubicBezTo>
                      <a:cubicBezTo>
                        <a:pt x="809" y="1044"/>
                        <a:pt x="1043" y="809"/>
                        <a:pt x="1043" y="522"/>
                      </a:cubicBezTo>
                      <a:cubicBezTo>
                        <a:pt x="1043" y="234"/>
                        <a:pt x="809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1" name="Google Shape;1321;p25"/>
                <p:cNvSpPr/>
                <p:nvPr/>
              </p:nvSpPr>
              <p:spPr>
                <a:xfrm rot="-2700000">
                  <a:off x="879376" y="4496878"/>
                  <a:ext cx="147044" cy="799182"/>
                </a:xfrm>
                <a:custGeom>
                  <a:rect b="b" l="l" r="r" t="t"/>
                  <a:pathLst>
                    <a:path extrusionOk="0" h="14544" w="2676">
                      <a:moveTo>
                        <a:pt x="1438" y="0"/>
                      </a:moveTo>
                      <a:cubicBezTo>
                        <a:pt x="755" y="0"/>
                        <a:pt x="200" y="555"/>
                        <a:pt x="200" y="1238"/>
                      </a:cubicBezTo>
                      <a:cubicBezTo>
                        <a:pt x="200" y="1525"/>
                        <a:pt x="302" y="1786"/>
                        <a:pt x="466" y="1996"/>
                      </a:cubicBezTo>
                      <a:lnTo>
                        <a:pt x="45" y="2417"/>
                      </a:lnTo>
                      <a:cubicBezTo>
                        <a:pt x="17" y="2445"/>
                        <a:pt x="1" y="2484"/>
                        <a:pt x="1" y="2526"/>
                      </a:cubicBezTo>
                      <a:lnTo>
                        <a:pt x="1" y="8856"/>
                      </a:lnTo>
                      <a:cubicBezTo>
                        <a:pt x="1" y="8896"/>
                        <a:pt x="17" y="8935"/>
                        <a:pt x="45" y="8965"/>
                      </a:cubicBezTo>
                      <a:lnTo>
                        <a:pt x="1990" y="10908"/>
                      </a:lnTo>
                      <a:lnTo>
                        <a:pt x="1990" y="14390"/>
                      </a:lnTo>
                      <a:cubicBezTo>
                        <a:pt x="1990" y="14475"/>
                        <a:pt x="2059" y="14544"/>
                        <a:pt x="2144" y="14544"/>
                      </a:cubicBezTo>
                      <a:cubicBezTo>
                        <a:pt x="2229" y="14544"/>
                        <a:pt x="2297" y="14475"/>
                        <a:pt x="2297" y="14390"/>
                      </a:cubicBezTo>
                      <a:lnTo>
                        <a:pt x="2297" y="10846"/>
                      </a:lnTo>
                      <a:cubicBezTo>
                        <a:pt x="2297" y="10804"/>
                        <a:pt x="2281" y="10765"/>
                        <a:pt x="2253" y="10737"/>
                      </a:cubicBezTo>
                      <a:lnTo>
                        <a:pt x="308" y="8792"/>
                      </a:lnTo>
                      <a:lnTo>
                        <a:pt x="308" y="2589"/>
                      </a:lnTo>
                      <a:lnTo>
                        <a:pt x="684" y="2213"/>
                      </a:lnTo>
                      <a:lnTo>
                        <a:pt x="685" y="2213"/>
                      </a:lnTo>
                      <a:cubicBezTo>
                        <a:pt x="894" y="2375"/>
                        <a:pt x="1153" y="2475"/>
                        <a:pt x="1438" y="2475"/>
                      </a:cubicBezTo>
                      <a:cubicBezTo>
                        <a:pt x="2121" y="2475"/>
                        <a:pt x="2676" y="1921"/>
                        <a:pt x="2676" y="1238"/>
                      </a:cubicBezTo>
                      <a:cubicBezTo>
                        <a:pt x="2676" y="555"/>
                        <a:pt x="2121" y="0"/>
                        <a:pt x="143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2" name="Google Shape;1322;p25"/>
                <p:cNvSpPr/>
                <p:nvPr/>
              </p:nvSpPr>
              <p:spPr>
                <a:xfrm>
                  <a:off x="326404" y="4674181"/>
                  <a:ext cx="86052" cy="86107"/>
                </a:xfrm>
                <a:custGeom>
                  <a:rect b="b" l="l" r="r" t="t"/>
                  <a:pathLst>
                    <a:path extrusionOk="0" h="1567" w="1566">
                      <a:moveTo>
                        <a:pt x="783" y="0"/>
                      </a:moveTo>
                      <a:cubicBezTo>
                        <a:pt x="350" y="0"/>
                        <a:pt x="0" y="351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5" y="1567"/>
                        <a:pt x="1565" y="1216"/>
                        <a:pt x="1565" y="784"/>
                      </a:cubicBezTo>
                      <a:cubicBezTo>
                        <a:pt x="1565" y="351"/>
                        <a:pt x="1215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23" name="Google Shape;1323;p25"/>
              <p:cNvSpPr/>
              <p:nvPr/>
            </p:nvSpPr>
            <p:spPr>
              <a:xfrm>
                <a:off x="693676" y="4635002"/>
                <a:ext cx="57313" cy="57313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4" name="Google Shape;1324;p25"/>
            <p:cNvGrpSpPr/>
            <p:nvPr/>
          </p:nvGrpSpPr>
          <p:grpSpPr>
            <a:xfrm rot="-5400000">
              <a:off x="115997" y="3648872"/>
              <a:ext cx="1715377" cy="1720041"/>
              <a:chOff x="-358879" y="54318"/>
              <a:chExt cx="1715377" cy="1720041"/>
            </a:xfrm>
          </p:grpSpPr>
          <p:sp>
            <p:nvSpPr>
              <p:cNvPr id="1325" name="Google Shape;1325;p25"/>
              <p:cNvSpPr/>
              <p:nvPr/>
            </p:nvSpPr>
            <p:spPr>
              <a:xfrm flipH="1" rot="-535015">
                <a:off x="-267838" y="407841"/>
                <a:ext cx="1283260" cy="1274767"/>
              </a:xfrm>
              <a:custGeom>
                <a:rect b="b" l="l" r="r" t="t"/>
                <a:pathLst>
                  <a:path extrusionOk="0" h="30469" w="30672">
                    <a:moveTo>
                      <a:pt x="217" y="1"/>
                    </a:moveTo>
                    <a:cubicBezTo>
                      <a:pt x="167" y="1"/>
                      <a:pt x="116" y="20"/>
                      <a:pt x="78" y="59"/>
                    </a:cubicBezTo>
                    <a:cubicBezTo>
                      <a:pt x="1" y="136"/>
                      <a:pt x="1" y="261"/>
                      <a:pt x="78" y="340"/>
                    </a:cubicBezTo>
                    <a:lnTo>
                      <a:pt x="4122" y="4384"/>
                    </a:lnTo>
                    <a:cubicBezTo>
                      <a:pt x="4159" y="4420"/>
                      <a:pt x="4209" y="4442"/>
                      <a:pt x="4261" y="4442"/>
                    </a:cubicBezTo>
                    <a:lnTo>
                      <a:pt x="11938" y="4442"/>
                    </a:lnTo>
                    <a:lnTo>
                      <a:pt x="18041" y="10543"/>
                    </a:lnTo>
                    <a:lnTo>
                      <a:pt x="18041" y="18056"/>
                    </a:lnTo>
                    <a:cubicBezTo>
                      <a:pt x="18041" y="18109"/>
                      <a:pt x="18062" y="18159"/>
                      <a:pt x="18099" y="18195"/>
                    </a:cubicBezTo>
                    <a:lnTo>
                      <a:pt x="30314" y="30411"/>
                    </a:lnTo>
                    <a:cubicBezTo>
                      <a:pt x="30353" y="30450"/>
                      <a:pt x="30403" y="30469"/>
                      <a:pt x="30454" y="30469"/>
                    </a:cubicBezTo>
                    <a:cubicBezTo>
                      <a:pt x="30505" y="30469"/>
                      <a:pt x="30555" y="30449"/>
                      <a:pt x="30593" y="30411"/>
                    </a:cubicBezTo>
                    <a:cubicBezTo>
                      <a:pt x="30671" y="30333"/>
                      <a:pt x="30671" y="30207"/>
                      <a:pt x="30593" y="30130"/>
                    </a:cubicBezTo>
                    <a:lnTo>
                      <a:pt x="18437" y="17974"/>
                    </a:lnTo>
                    <a:lnTo>
                      <a:pt x="18437" y="10461"/>
                    </a:lnTo>
                    <a:cubicBezTo>
                      <a:pt x="18437" y="10408"/>
                      <a:pt x="18416" y="10359"/>
                      <a:pt x="18379" y="10322"/>
                    </a:cubicBezTo>
                    <a:lnTo>
                      <a:pt x="12161" y="4104"/>
                    </a:lnTo>
                    <a:cubicBezTo>
                      <a:pt x="12124" y="4066"/>
                      <a:pt x="12073" y="4046"/>
                      <a:pt x="12021" y="4046"/>
                    </a:cubicBezTo>
                    <a:lnTo>
                      <a:pt x="4344" y="4046"/>
                    </a:lnTo>
                    <a:lnTo>
                      <a:pt x="358" y="59"/>
                    </a:lnTo>
                    <a:cubicBezTo>
                      <a:pt x="319" y="20"/>
                      <a:pt x="268" y="1"/>
                      <a:pt x="2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25"/>
              <p:cNvSpPr/>
              <p:nvPr/>
            </p:nvSpPr>
            <p:spPr>
              <a:xfrm flipH="1" rot="-535015">
                <a:off x="-269234" y="193863"/>
                <a:ext cx="690999" cy="1136994"/>
              </a:xfrm>
              <a:custGeom>
                <a:rect b="b" l="l" r="r" t="t"/>
                <a:pathLst>
                  <a:path extrusionOk="0" h="27176" w="16516">
                    <a:moveTo>
                      <a:pt x="199" y="1"/>
                    </a:moveTo>
                    <a:cubicBezTo>
                      <a:pt x="89" y="1"/>
                      <a:pt x="0" y="89"/>
                      <a:pt x="0" y="198"/>
                    </a:cubicBezTo>
                    <a:lnTo>
                      <a:pt x="0" y="3234"/>
                    </a:lnTo>
                    <a:cubicBezTo>
                      <a:pt x="0" y="3287"/>
                      <a:pt x="22" y="3337"/>
                      <a:pt x="58" y="3375"/>
                    </a:cubicBezTo>
                    <a:lnTo>
                      <a:pt x="8117" y="11432"/>
                    </a:lnTo>
                    <a:lnTo>
                      <a:pt x="8117" y="18999"/>
                    </a:lnTo>
                    <a:cubicBezTo>
                      <a:pt x="8117" y="20426"/>
                      <a:pt x="15344" y="26448"/>
                      <a:pt x="16168" y="27129"/>
                    </a:cubicBezTo>
                    <a:cubicBezTo>
                      <a:pt x="16205" y="27160"/>
                      <a:pt x="16249" y="27175"/>
                      <a:pt x="16293" y="27175"/>
                    </a:cubicBezTo>
                    <a:cubicBezTo>
                      <a:pt x="16350" y="27175"/>
                      <a:pt x="16407" y="27151"/>
                      <a:pt x="16446" y="27103"/>
                    </a:cubicBezTo>
                    <a:cubicBezTo>
                      <a:pt x="16515" y="27019"/>
                      <a:pt x="16504" y="26895"/>
                      <a:pt x="16420" y="26826"/>
                    </a:cubicBezTo>
                    <a:cubicBezTo>
                      <a:pt x="13363" y="24296"/>
                      <a:pt x="8513" y="19933"/>
                      <a:pt x="8513" y="18999"/>
                    </a:cubicBezTo>
                    <a:lnTo>
                      <a:pt x="8513" y="11351"/>
                    </a:lnTo>
                    <a:cubicBezTo>
                      <a:pt x="8513" y="11298"/>
                      <a:pt x="8492" y="11248"/>
                      <a:pt x="8455" y="11210"/>
                    </a:cubicBezTo>
                    <a:lnTo>
                      <a:pt x="396" y="3152"/>
                    </a:lnTo>
                    <a:lnTo>
                      <a:pt x="396" y="198"/>
                    </a:lnTo>
                    <a:cubicBezTo>
                      <a:pt x="396" y="89"/>
                      <a:pt x="308" y="1"/>
                      <a:pt x="1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25"/>
              <p:cNvSpPr/>
              <p:nvPr/>
            </p:nvSpPr>
            <p:spPr>
              <a:xfrm flipH="1" rot="-535015">
                <a:off x="20168" y="628184"/>
                <a:ext cx="84388" cy="84388"/>
              </a:xfrm>
              <a:custGeom>
                <a:rect b="b" l="l" r="r" t="t"/>
                <a:pathLst>
                  <a:path extrusionOk="0" h="2017" w="2017">
                    <a:moveTo>
                      <a:pt x="1009" y="1"/>
                    </a:moveTo>
                    <a:cubicBezTo>
                      <a:pt x="452" y="1"/>
                      <a:pt x="1" y="452"/>
                      <a:pt x="1" y="1009"/>
                    </a:cubicBezTo>
                    <a:cubicBezTo>
                      <a:pt x="1" y="1566"/>
                      <a:pt x="452" y="2016"/>
                      <a:pt x="1009" y="2016"/>
                    </a:cubicBezTo>
                    <a:cubicBezTo>
                      <a:pt x="1566" y="2016"/>
                      <a:pt x="2016" y="1566"/>
                      <a:pt x="2016" y="1009"/>
                    </a:cubicBezTo>
                    <a:cubicBezTo>
                      <a:pt x="2016" y="452"/>
                      <a:pt x="1566" y="1"/>
                      <a:pt x="1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5"/>
              <p:cNvSpPr/>
              <p:nvPr/>
            </p:nvSpPr>
            <p:spPr>
              <a:xfrm flipH="1" rot="-535015">
                <a:off x="-60994" y="547062"/>
                <a:ext cx="246678" cy="246678"/>
              </a:xfrm>
              <a:custGeom>
                <a:rect b="b" l="l" r="r" t="t"/>
                <a:pathLst>
                  <a:path extrusionOk="0" h="5896" w="5896">
                    <a:moveTo>
                      <a:pt x="2948" y="198"/>
                    </a:moveTo>
                    <a:cubicBezTo>
                      <a:pt x="4464" y="198"/>
                      <a:pt x="5697" y="1431"/>
                      <a:pt x="5697" y="2948"/>
                    </a:cubicBezTo>
                    <a:cubicBezTo>
                      <a:pt x="5697" y="4463"/>
                      <a:pt x="4464" y="5697"/>
                      <a:pt x="2948" y="5697"/>
                    </a:cubicBezTo>
                    <a:cubicBezTo>
                      <a:pt x="1433" y="5697"/>
                      <a:pt x="200" y="4463"/>
                      <a:pt x="200" y="2948"/>
                    </a:cubicBezTo>
                    <a:cubicBezTo>
                      <a:pt x="200" y="1432"/>
                      <a:pt x="1433" y="198"/>
                      <a:pt x="2948" y="198"/>
                    </a:cubicBezTo>
                    <a:close/>
                    <a:moveTo>
                      <a:pt x="2948" y="1"/>
                    </a:moveTo>
                    <a:cubicBezTo>
                      <a:pt x="1324" y="1"/>
                      <a:pt x="1" y="1322"/>
                      <a:pt x="1" y="2948"/>
                    </a:cubicBezTo>
                    <a:cubicBezTo>
                      <a:pt x="1" y="4572"/>
                      <a:pt x="1324" y="5895"/>
                      <a:pt x="2948" y="5895"/>
                    </a:cubicBezTo>
                    <a:cubicBezTo>
                      <a:pt x="4574" y="5895"/>
                      <a:pt x="5895" y="4572"/>
                      <a:pt x="5895" y="2948"/>
                    </a:cubicBezTo>
                    <a:cubicBezTo>
                      <a:pt x="5895" y="1322"/>
                      <a:pt x="4574" y="1"/>
                      <a:pt x="2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25"/>
              <p:cNvSpPr/>
              <p:nvPr/>
            </p:nvSpPr>
            <p:spPr>
              <a:xfrm flipH="1" rot="-535015">
                <a:off x="850580" y="240886"/>
                <a:ext cx="133338" cy="133296"/>
              </a:xfrm>
              <a:custGeom>
                <a:rect b="b" l="l" r="r" t="t"/>
                <a:pathLst>
                  <a:path extrusionOk="0" h="3186" w="3187">
                    <a:moveTo>
                      <a:pt x="1593" y="0"/>
                    </a:moveTo>
                    <a:cubicBezTo>
                      <a:pt x="714" y="0"/>
                      <a:pt x="1" y="713"/>
                      <a:pt x="1" y="1593"/>
                    </a:cubicBezTo>
                    <a:cubicBezTo>
                      <a:pt x="1" y="2472"/>
                      <a:pt x="714" y="3185"/>
                      <a:pt x="1593" y="3185"/>
                    </a:cubicBezTo>
                    <a:cubicBezTo>
                      <a:pt x="2473" y="3185"/>
                      <a:pt x="3187" y="2472"/>
                      <a:pt x="3187" y="1593"/>
                    </a:cubicBezTo>
                    <a:cubicBezTo>
                      <a:pt x="3187" y="713"/>
                      <a:pt x="2473" y="0"/>
                      <a:pt x="15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25"/>
              <p:cNvSpPr/>
              <p:nvPr/>
            </p:nvSpPr>
            <p:spPr>
              <a:xfrm flipH="1" rot="-535015">
                <a:off x="889154" y="279461"/>
                <a:ext cx="56189" cy="56147"/>
              </a:xfrm>
              <a:custGeom>
                <a:rect b="b" l="l" r="r" t="t"/>
                <a:pathLst>
                  <a:path extrusionOk="0" h="1342" w="1343">
                    <a:moveTo>
                      <a:pt x="671" y="1"/>
                    </a:moveTo>
                    <a:cubicBezTo>
                      <a:pt x="301" y="1"/>
                      <a:pt x="1" y="301"/>
                      <a:pt x="1" y="671"/>
                    </a:cubicBezTo>
                    <a:cubicBezTo>
                      <a:pt x="1" y="1041"/>
                      <a:pt x="301" y="1341"/>
                      <a:pt x="671" y="1341"/>
                    </a:cubicBezTo>
                    <a:cubicBezTo>
                      <a:pt x="1042" y="1341"/>
                      <a:pt x="1343" y="1041"/>
                      <a:pt x="1343" y="671"/>
                    </a:cubicBezTo>
                    <a:cubicBezTo>
                      <a:pt x="1343" y="301"/>
                      <a:pt x="1042" y="1"/>
                      <a:pt x="6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25"/>
              <p:cNvSpPr/>
              <p:nvPr/>
            </p:nvSpPr>
            <p:spPr>
              <a:xfrm flipH="1" rot="-535015">
                <a:off x="251777" y="63843"/>
                <a:ext cx="133296" cy="133296"/>
              </a:xfrm>
              <a:custGeom>
                <a:rect b="b" l="l" r="r" t="t"/>
                <a:pathLst>
                  <a:path extrusionOk="0" h="3186" w="3186">
                    <a:moveTo>
                      <a:pt x="1593" y="0"/>
                    </a:moveTo>
                    <a:cubicBezTo>
                      <a:pt x="713" y="0"/>
                      <a:pt x="1" y="713"/>
                      <a:pt x="1" y="1592"/>
                    </a:cubicBezTo>
                    <a:cubicBezTo>
                      <a:pt x="1" y="2472"/>
                      <a:pt x="713" y="3186"/>
                      <a:pt x="1593" y="3186"/>
                    </a:cubicBezTo>
                    <a:cubicBezTo>
                      <a:pt x="2473" y="3186"/>
                      <a:pt x="3185" y="2472"/>
                      <a:pt x="3185" y="1592"/>
                    </a:cubicBezTo>
                    <a:cubicBezTo>
                      <a:pt x="3185" y="713"/>
                      <a:pt x="2473" y="0"/>
                      <a:pt x="15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25"/>
              <p:cNvSpPr/>
              <p:nvPr/>
            </p:nvSpPr>
            <p:spPr>
              <a:xfrm flipH="1" rot="-535015">
                <a:off x="290351" y="102418"/>
                <a:ext cx="56147" cy="56147"/>
              </a:xfrm>
              <a:custGeom>
                <a:rect b="b" l="l" r="r" t="t"/>
                <a:pathLst>
                  <a:path extrusionOk="0" h="1342" w="1342">
                    <a:moveTo>
                      <a:pt x="671" y="0"/>
                    </a:moveTo>
                    <a:cubicBezTo>
                      <a:pt x="301" y="0"/>
                      <a:pt x="1" y="300"/>
                      <a:pt x="1" y="670"/>
                    </a:cubicBezTo>
                    <a:cubicBezTo>
                      <a:pt x="1" y="1042"/>
                      <a:pt x="301" y="1342"/>
                      <a:pt x="671" y="1342"/>
                    </a:cubicBezTo>
                    <a:cubicBezTo>
                      <a:pt x="1041" y="1342"/>
                      <a:pt x="1341" y="1042"/>
                      <a:pt x="1341" y="670"/>
                    </a:cubicBezTo>
                    <a:cubicBezTo>
                      <a:pt x="1341" y="300"/>
                      <a:pt x="1041" y="0"/>
                      <a:pt x="6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25"/>
              <p:cNvSpPr/>
              <p:nvPr/>
            </p:nvSpPr>
            <p:spPr>
              <a:xfrm flipH="1" rot="-535015">
                <a:off x="1173403" y="234575"/>
                <a:ext cx="84388" cy="84388"/>
              </a:xfrm>
              <a:custGeom>
                <a:rect b="b" l="l" r="r" t="t"/>
                <a:pathLst>
                  <a:path extrusionOk="0" h="2017" w="2017">
                    <a:moveTo>
                      <a:pt x="1009" y="1"/>
                    </a:moveTo>
                    <a:cubicBezTo>
                      <a:pt x="453" y="1"/>
                      <a:pt x="1" y="452"/>
                      <a:pt x="1" y="1008"/>
                    </a:cubicBezTo>
                    <a:cubicBezTo>
                      <a:pt x="1" y="1565"/>
                      <a:pt x="453" y="2016"/>
                      <a:pt x="1009" y="2016"/>
                    </a:cubicBezTo>
                    <a:cubicBezTo>
                      <a:pt x="1566" y="2016"/>
                      <a:pt x="2017" y="1565"/>
                      <a:pt x="2017" y="1008"/>
                    </a:cubicBezTo>
                    <a:cubicBezTo>
                      <a:pt x="2017" y="452"/>
                      <a:pt x="1566" y="1"/>
                      <a:pt x="1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25"/>
              <p:cNvSpPr/>
              <p:nvPr/>
            </p:nvSpPr>
            <p:spPr>
              <a:xfrm flipH="1" rot="-535015">
                <a:off x="1092235" y="153415"/>
                <a:ext cx="246636" cy="246678"/>
              </a:xfrm>
              <a:custGeom>
                <a:rect b="b" l="l" r="r" t="t"/>
                <a:pathLst>
                  <a:path extrusionOk="0" h="5896" w="5895">
                    <a:moveTo>
                      <a:pt x="2947" y="199"/>
                    </a:moveTo>
                    <a:cubicBezTo>
                      <a:pt x="4463" y="199"/>
                      <a:pt x="5696" y="1432"/>
                      <a:pt x="5696" y="2948"/>
                    </a:cubicBezTo>
                    <a:cubicBezTo>
                      <a:pt x="5696" y="4465"/>
                      <a:pt x="4463" y="5698"/>
                      <a:pt x="2947" y="5698"/>
                    </a:cubicBezTo>
                    <a:cubicBezTo>
                      <a:pt x="1432" y="5698"/>
                      <a:pt x="199" y="4465"/>
                      <a:pt x="199" y="2948"/>
                    </a:cubicBezTo>
                    <a:cubicBezTo>
                      <a:pt x="199" y="1432"/>
                      <a:pt x="1432" y="199"/>
                      <a:pt x="2947" y="199"/>
                    </a:cubicBezTo>
                    <a:close/>
                    <a:moveTo>
                      <a:pt x="2947" y="1"/>
                    </a:moveTo>
                    <a:cubicBezTo>
                      <a:pt x="1322" y="1"/>
                      <a:pt x="0" y="1324"/>
                      <a:pt x="0" y="2948"/>
                    </a:cubicBezTo>
                    <a:cubicBezTo>
                      <a:pt x="0" y="4573"/>
                      <a:pt x="1322" y="5895"/>
                      <a:pt x="2947" y="5895"/>
                    </a:cubicBezTo>
                    <a:cubicBezTo>
                      <a:pt x="4573" y="5895"/>
                      <a:pt x="5895" y="4573"/>
                      <a:pt x="5895" y="2948"/>
                    </a:cubicBezTo>
                    <a:cubicBezTo>
                      <a:pt x="5895" y="1324"/>
                      <a:pt x="4572" y="1"/>
                      <a:pt x="2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35" name="Google Shape;1335;p25"/>
          <p:cNvGrpSpPr/>
          <p:nvPr/>
        </p:nvGrpSpPr>
        <p:grpSpPr>
          <a:xfrm>
            <a:off x="230880" y="3465676"/>
            <a:ext cx="8762277" cy="1437669"/>
            <a:chOff x="230880" y="3465676"/>
            <a:chExt cx="8762277" cy="1437669"/>
          </a:xfrm>
        </p:grpSpPr>
        <p:grpSp>
          <p:nvGrpSpPr>
            <p:cNvPr id="1336" name="Google Shape;1336;p25"/>
            <p:cNvGrpSpPr/>
            <p:nvPr/>
          </p:nvGrpSpPr>
          <p:grpSpPr>
            <a:xfrm rot="-5400000">
              <a:off x="766252" y="3660643"/>
              <a:ext cx="707330" cy="1778074"/>
              <a:chOff x="104357" y="171532"/>
              <a:chExt cx="707330" cy="1778074"/>
            </a:xfrm>
          </p:grpSpPr>
          <p:sp>
            <p:nvSpPr>
              <p:cNvPr id="1337" name="Google Shape;1337;p25"/>
              <p:cNvSpPr/>
              <p:nvPr/>
            </p:nvSpPr>
            <p:spPr>
              <a:xfrm flipH="1" rot="-535015">
                <a:off x="595074" y="387016"/>
                <a:ext cx="58448" cy="58406"/>
              </a:xfrm>
              <a:custGeom>
                <a:rect b="b" l="l" r="r" t="t"/>
                <a:pathLst>
                  <a:path extrusionOk="0" h="1396" w="1397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3"/>
                      <a:pt x="313" y="1396"/>
                      <a:pt x="698" y="1396"/>
                    </a:cubicBezTo>
                    <a:cubicBezTo>
                      <a:pt x="1084" y="1396"/>
                      <a:pt x="1397" y="1083"/>
                      <a:pt x="1397" y="698"/>
                    </a:cubicBezTo>
                    <a:cubicBezTo>
                      <a:pt x="1397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25"/>
              <p:cNvSpPr/>
              <p:nvPr/>
            </p:nvSpPr>
            <p:spPr>
              <a:xfrm flipH="1" rot="-535015">
                <a:off x="671004" y="282782"/>
                <a:ext cx="58406" cy="58448"/>
              </a:xfrm>
              <a:custGeom>
                <a:rect b="b" l="l" r="r" t="t"/>
                <a:pathLst>
                  <a:path extrusionOk="0" h="1397" w="1396">
                    <a:moveTo>
                      <a:pt x="698" y="1"/>
                    </a:moveTo>
                    <a:cubicBezTo>
                      <a:pt x="312" y="1"/>
                      <a:pt x="0" y="314"/>
                      <a:pt x="0" y="699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699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25"/>
              <p:cNvSpPr/>
              <p:nvPr/>
            </p:nvSpPr>
            <p:spPr>
              <a:xfrm flipH="1" rot="-535015">
                <a:off x="749065" y="175709"/>
                <a:ext cx="58448" cy="58406"/>
              </a:xfrm>
              <a:custGeom>
                <a:rect b="b" l="l" r="r" t="t"/>
                <a:pathLst>
                  <a:path extrusionOk="0" h="1396" w="1397">
                    <a:moveTo>
                      <a:pt x="700" y="1"/>
                    </a:moveTo>
                    <a:cubicBezTo>
                      <a:pt x="314" y="1"/>
                      <a:pt x="1" y="313"/>
                      <a:pt x="1" y="698"/>
                    </a:cubicBezTo>
                    <a:cubicBezTo>
                      <a:pt x="1" y="1083"/>
                      <a:pt x="314" y="1396"/>
                      <a:pt x="700" y="1396"/>
                    </a:cubicBezTo>
                    <a:cubicBezTo>
                      <a:pt x="1085" y="1396"/>
                      <a:pt x="1397" y="1083"/>
                      <a:pt x="1397" y="698"/>
                    </a:cubicBezTo>
                    <a:cubicBezTo>
                      <a:pt x="1397" y="313"/>
                      <a:pt x="1085" y="1"/>
                      <a:pt x="7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25"/>
              <p:cNvSpPr/>
              <p:nvPr/>
            </p:nvSpPr>
            <p:spPr>
              <a:xfrm flipH="1" rot="-535015">
                <a:off x="108536" y="1886940"/>
                <a:ext cx="58448" cy="58490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25"/>
              <p:cNvSpPr/>
              <p:nvPr/>
            </p:nvSpPr>
            <p:spPr>
              <a:xfrm flipH="1" rot="-535015">
                <a:off x="184470" y="1782787"/>
                <a:ext cx="58448" cy="58406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25"/>
              <p:cNvSpPr/>
              <p:nvPr/>
            </p:nvSpPr>
            <p:spPr>
              <a:xfrm flipH="1" rot="-535015">
                <a:off x="262528" y="1675637"/>
                <a:ext cx="58406" cy="58490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3" name="Google Shape;1343;p25"/>
            <p:cNvGrpSpPr/>
            <p:nvPr/>
          </p:nvGrpSpPr>
          <p:grpSpPr>
            <a:xfrm flipH="1">
              <a:off x="7964860" y="3465676"/>
              <a:ext cx="1028297" cy="1355579"/>
              <a:chOff x="169303" y="3485776"/>
              <a:chExt cx="1028297" cy="1355579"/>
            </a:xfrm>
          </p:grpSpPr>
          <p:sp>
            <p:nvSpPr>
              <p:cNvPr id="1344" name="Google Shape;1344;p25"/>
              <p:cNvSpPr/>
              <p:nvPr/>
            </p:nvSpPr>
            <p:spPr>
              <a:xfrm>
                <a:off x="169303" y="3485776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25"/>
              <p:cNvSpPr/>
              <p:nvPr/>
            </p:nvSpPr>
            <p:spPr>
              <a:xfrm>
                <a:off x="264915" y="3581388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25"/>
              <p:cNvSpPr/>
              <p:nvPr/>
            </p:nvSpPr>
            <p:spPr>
              <a:xfrm>
                <a:off x="357889" y="3674417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25"/>
              <p:cNvSpPr/>
              <p:nvPr/>
            </p:nvSpPr>
            <p:spPr>
              <a:xfrm>
                <a:off x="949394" y="459309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25"/>
              <p:cNvSpPr/>
              <p:nvPr/>
            </p:nvSpPr>
            <p:spPr>
              <a:xfrm>
                <a:off x="1045006" y="4688705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25"/>
              <p:cNvSpPr/>
              <p:nvPr/>
            </p:nvSpPr>
            <p:spPr>
              <a:xfrm>
                <a:off x="1137980" y="478173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50" name="Google Shape;1350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2" name="Google Shape;1352;p26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54" name="Google Shape;1354;p26"/>
          <p:cNvSpPr txBox="1"/>
          <p:nvPr>
            <p:ph idx="1" type="subTitle"/>
          </p:nvPr>
        </p:nvSpPr>
        <p:spPr>
          <a:xfrm>
            <a:off x="720000" y="2574600"/>
            <a:ext cx="24168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5" name="Google Shape;1355;p26"/>
          <p:cNvSpPr txBox="1"/>
          <p:nvPr>
            <p:ph idx="2" type="subTitle"/>
          </p:nvPr>
        </p:nvSpPr>
        <p:spPr>
          <a:xfrm>
            <a:off x="3363550" y="2574600"/>
            <a:ext cx="24168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6" name="Google Shape;1356;p26"/>
          <p:cNvSpPr txBox="1"/>
          <p:nvPr>
            <p:ph idx="3" type="subTitle"/>
          </p:nvPr>
        </p:nvSpPr>
        <p:spPr>
          <a:xfrm>
            <a:off x="6007100" y="2574600"/>
            <a:ext cx="24168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7" name="Google Shape;1357;p26"/>
          <p:cNvSpPr txBox="1"/>
          <p:nvPr>
            <p:ph idx="4" type="subTitle"/>
          </p:nvPr>
        </p:nvSpPr>
        <p:spPr>
          <a:xfrm>
            <a:off x="720000" y="2266575"/>
            <a:ext cx="24168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358" name="Google Shape;1358;p26"/>
          <p:cNvSpPr txBox="1"/>
          <p:nvPr>
            <p:ph idx="5" type="subTitle"/>
          </p:nvPr>
        </p:nvSpPr>
        <p:spPr>
          <a:xfrm>
            <a:off x="3363578" y="2266575"/>
            <a:ext cx="24168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359" name="Google Shape;1359;p26"/>
          <p:cNvSpPr txBox="1"/>
          <p:nvPr>
            <p:ph idx="6" type="subTitle"/>
          </p:nvPr>
        </p:nvSpPr>
        <p:spPr>
          <a:xfrm>
            <a:off x="6007100" y="2266575"/>
            <a:ext cx="24168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grpSp>
        <p:nvGrpSpPr>
          <p:cNvPr id="1360" name="Google Shape;1360;p26"/>
          <p:cNvGrpSpPr/>
          <p:nvPr/>
        </p:nvGrpSpPr>
        <p:grpSpPr>
          <a:xfrm>
            <a:off x="114159" y="539500"/>
            <a:ext cx="8821166" cy="4527788"/>
            <a:chOff x="114159" y="539500"/>
            <a:chExt cx="8821166" cy="4527788"/>
          </a:xfrm>
        </p:grpSpPr>
        <p:grpSp>
          <p:nvGrpSpPr>
            <p:cNvPr id="1361" name="Google Shape;1361;p26"/>
            <p:cNvGrpSpPr/>
            <p:nvPr/>
          </p:nvGrpSpPr>
          <p:grpSpPr>
            <a:xfrm flipH="1">
              <a:off x="114159" y="4221491"/>
              <a:ext cx="3270454" cy="845798"/>
              <a:chOff x="5766446" y="4221491"/>
              <a:chExt cx="3270454" cy="845798"/>
            </a:xfrm>
          </p:grpSpPr>
          <p:sp>
            <p:nvSpPr>
              <p:cNvPr id="1362" name="Google Shape;1362;p26"/>
              <p:cNvSpPr/>
              <p:nvPr/>
            </p:nvSpPr>
            <p:spPr>
              <a:xfrm flipH="1">
                <a:off x="6079197" y="4527800"/>
                <a:ext cx="2358631" cy="394498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26"/>
              <p:cNvSpPr/>
              <p:nvPr/>
            </p:nvSpPr>
            <p:spPr>
              <a:xfrm>
                <a:off x="8424000" y="4221491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26"/>
              <p:cNvSpPr/>
              <p:nvPr/>
            </p:nvSpPr>
            <p:spPr>
              <a:xfrm>
                <a:off x="5766446" y="47408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5" name="Google Shape;1365;p26"/>
            <p:cNvGrpSpPr/>
            <p:nvPr/>
          </p:nvGrpSpPr>
          <p:grpSpPr>
            <a:xfrm rot="-5400000">
              <a:off x="7963500" y="1006775"/>
              <a:ext cx="1439100" cy="504550"/>
              <a:chOff x="2539675" y="122850"/>
              <a:chExt cx="1439100" cy="504550"/>
            </a:xfrm>
          </p:grpSpPr>
          <p:sp>
            <p:nvSpPr>
              <p:cNvPr id="1366" name="Google Shape;1366;p26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26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68" name="Google Shape;1368;p26"/>
          <p:cNvGrpSpPr/>
          <p:nvPr/>
        </p:nvGrpSpPr>
        <p:grpSpPr>
          <a:xfrm>
            <a:off x="76428" y="147944"/>
            <a:ext cx="9219936" cy="5061256"/>
            <a:chOff x="76428" y="147944"/>
            <a:chExt cx="9219936" cy="5061256"/>
          </a:xfrm>
        </p:grpSpPr>
        <p:grpSp>
          <p:nvGrpSpPr>
            <p:cNvPr id="1369" name="Google Shape;1369;p26"/>
            <p:cNvGrpSpPr/>
            <p:nvPr/>
          </p:nvGrpSpPr>
          <p:grpSpPr>
            <a:xfrm>
              <a:off x="8036363" y="147944"/>
              <a:ext cx="1260001" cy="1682408"/>
              <a:chOff x="8036363" y="147944"/>
              <a:chExt cx="1260001" cy="1682408"/>
            </a:xfrm>
          </p:grpSpPr>
          <p:sp>
            <p:nvSpPr>
              <p:cNvPr id="1370" name="Google Shape;1370;p26"/>
              <p:cNvSpPr/>
              <p:nvPr/>
            </p:nvSpPr>
            <p:spPr>
              <a:xfrm flipH="1" rot="-5400000">
                <a:off x="8597834" y="-286011"/>
                <a:ext cx="188422" cy="1056333"/>
              </a:xfrm>
              <a:custGeom>
                <a:rect b="b" l="l" r="r" t="t"/>
                <a:pathLst>
                  <a:path extrusionOk="0" h="20429" w="3644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26"/>
              <p:cNvSpPr/>
              <p:nvPr/>
            </p:nvSpPr>
            <p:spPr>
              <a:xfrm flipH="1" rot="-5400000">
                <a:off x="8624066" y="225534"/>
                <a:ext cx="236820" cy="236769"/>
              </a:xfrm>
              <a:custGeom>
                <a:rect b="b" l="l" r="r" t="t"/>
                <a:pathLst>
                  <a:path extrusionOk="0" h="4579" w="458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26"/>
              <p:cNvSpPr/>
              <p:nvPr/>
            </p:nvSpPr>
            <p:spPr>
              <a:xfrm flipH="1" rot="-5400000">
                <a:off x="8200954" y="245416"/>
                <a:ext cx="53931" cy="53931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26"/>
              <p:cNvSpPr/>
              <p:nvPr/>
            </p:nvSpPr>
            <p:spPr>
              <a:xfrm flipH="1" rot="-5400000">
                <a:off x="8701992" y="303408"/>
                <a:ext cx="80974" cy="81026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26"/>
              <p:cNvSpPr/>
              <p:nvPr/>
            </p:nvSpPr>
            <p:spPr>
              <a:xfrm flipH="1" rot="-5400000">
                <a:off x="8386087" y="-13816"/>
                <a:ext cx="484344" cy="1183792"/>
              </a:xfrm>
              <a:custGeom>
                <a:rect b="b" l="l" r="r" t="t"/>
                <a:pathLst>
                  <a:path extrusionOk="0" h="22894" w="9367">
                    <a:moveTo>
                      <a:pt x="1897" y="1"/>
                    </a:moveTo>
                    <a:cubicBezTo>
                      <a:pt x="1214" y="1"/>
                      <a:pt x="661" y="555"/>
                      <a:pt x="661" y="1238"/>
                    </a:cubicBezTo>
                    <a:cubicBezTo>
                      <a:pt x="661" y="1847"/>
                      <a:pt x="1103" y="2352"/>
                      <a:pt x="1683" y="2454"/>
                    </a:cubicBezTo>
                    <a:lnTo>
                      <a:pt x="1683" y="8153"/>
                    </a:lnTo>
                    <a:lnTo>
                      <a:pt x="46" y="9790"/>
                    </a:lnTo>
                    <a:cubicBezTo>
                      <a:pt x="17" y="9819"/>
                      <a:pt x="1" y="9858"/>
                      <a:pt x="1" y="9899"/>
                    </a:cubicBezTo>
                    <a:lnTo>
                      <a:pt x="1" y="13697"/>
                    </a:lnTo>
                    <a:cubicBezTo>
                      <a:pt x="1" y="13738"/>
                      <a:pt x="17" y="13778"/>
                      <a:pt x="46" y="13806"/>
                    </a:cubicBezTo>
                    <a:lnTo>
                      <a:pt x="9090" y="22849"/>
                    </a:lnTo>
                    <a:cubicBezTo>
                      <a:pt x="9119" y="22879"/>
                      <a:pt x="9158" y="22894"/>
                      <a:pt x="9198" y="22894"/>
                    </a:cubicBezTo>
                    <a:cubicBezTo>
                      <a:pt x="9237" y="22894"/>
                      <a:pt x="9276" y="22879"/>
                      <a:pt x="9307" y="22849"/>
                    </a:cubicBezTo>
                    <a:cubicBezTo>
                      <a:pt x="9366" y="22790"/>
                      <a:pt x="9366" y="22692"/>
                      <a:pt x="9307" y="22631"/>
                    </a:cubicBezTo>
                    <a:lnTo>
                      <a:pt x="308" y="13634"/>
                    </a:lnTo>
                    <a:lnTo>
                      <a:pt x="308" y="9963"/>
                    </a:lnTo>
                    <a:lnTo>
                      <a:pt x="1946" y="8326"/>
                    </a:lnTo>
                    <a:cubicBezTo>
                      <a:pt x="1974" y="8297"/>
                      <a:pt x="1991" y="8258"/>
                      <a:pt x="1991" y="8217"/>
                    </a:cubicBezTo>
                    <a:lnTo>
                      <a:pt x="1991" y="2466"/>
                    </a:lnTo>
                    <a:cubicBezTo>
                      <a:pt x="2629" y="2417"/>
                      <a:pt x="3135" y="1890"/>
                      <a:pt x="3135" y="1238"/>
                    </a:cubicBezTo>
                    <a:cubicBezTo>
                      <a:pt x="3135" y="555"/>
                      <a:pt x="2580" y="1"/>
                      <a:pt x="18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26"/>
              <p:cNvSpPr/>
              <p:nvPr/>
            </p:nvSpPr>
            <p:spPr>
              <a:xfrm flipH="1" rot="-5400000">
                <a:off x="8073387" y="407060"/>
                <a:ext cx="53983" cy="53879"/>
              </a:xfrm>
              <a:custGeom>
                <a:rect b="b" l="l" r="r" t="t"/>
                <a:pathLst>
                  <a:path extrusionOk="0" h="1042" w="1044">
                    <a:moveTo>
                      <a:pt x="522" y="0"/>
                    </a:moveTo>
                    <a:cubicBezTo>
                      <a:pt x="235" y="0"/>
                      <a:pt x="1" y="233"/>
                      <a:pt x="1" y="521"/>
                    </a:cubicBezTo>
                    <a:cubicBezTo>
                      <a:pt x="1" y="809"/>
                      <a:pt x="235" y="1042"/>
                      <a:pt x="522" y="1042"/>
                    </a:cubicBezTo>
                    <a:cubicBezTo>
                      <a:pt x="811" y="1042"/>
                      <a:pt x="1043" y="809"/>
                      <a:pt x="1043" y="521"/>
                    </a:cubicBezTo>
                    <a:cubicBezTo>
                      <a:pt x="1043" y="233"/>
                      <a:pt x="81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26"/>
              <p:cNvSpPr/>
              <p:nvPr/>
            </p:nvSpPr>
            <p:spPr>
              <a:xfrm flipH="1" rot="-5400000">
                <a:off x="8627065" y="857681"/>
                <a:ext cx="128028" cy="127976"/>
              </a:xfrm>
              <a:custGeom>
                <a:rect b="b" l="l" r="r" t="t"/>
                <a:pathLst>
                  <a:path extrusionOk="0" h="2475" w="2476">
                    <a:moveTo>
                      <a:pt x="1237" y="0"/>
                    </a:moveTo>
                    <a:cubicBezTo>
                      <a:pt x="555" y="0"/>
                      <a:pt x="1" y="555"/>
                      <a:pt x="1" y="1238"/>
                    </a:cubicBezTo>
                    <a:cubicBezTo>
                      <a:pt x="1" y="1921"/>
                      <a:pt x="555" y="2474"/>
                      <a:pt x="1237" y="2474"/>
                    </a:cubicBezTo>
                    <a:cubicBezTo>
                      <a:pt x="1921" y="2474"/>
                      <a:pt x="2475" y="1921"/>
                      <a:pt x="2475" y="1238"/>
                    </a:cubicBezTo>
                    <a:cubicBezTo>
                      <a:pt x="2475" y="555"/>
                      <a:pt x="1921" y="0"/>
                      <a:pt x="12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26"/>
              <p:cNvSpPr/>
              <p:nvPr/>
            </p:nvSpPr>
            <p:spPr>
              <a:xfrm flipH="1" rot="-5400000">
                <a:off x="8664166" y="894679"/>
                <a:ext cx="53879" cy="53983"/>
              </a:xfrm>
              <a:custGeom>
                <a:rect b="b" l="l" r="r" t="t"/>
                <a:pathLst>
                  <a:path extrusionOk="0" h="1044" w="1042">
                    <a:moveTo>
                      <a:pt x="522" y="1"/>
                    </a:moveTo>
                    <a:cubicBezTo>
                      <a:pt x="233" y="1"/>
                      <a:pt x="0" y="235"/>
                      <a:pt x="0" y="522"/>
                    </a:cubicBezTo>
                    <a:cubicBezTo>
                      <a:pt x="0" y="809"/>
                      <a:pt x="233" y="1043"/>
                      <a:pt x="522" y="1043"/>
                    </a:cubicBezTo>
                    <a:cubicBezTo>
                      <a:pt x="809" y="1043"/>
                      <a:pt x="1042" y="809"/>
                      <a:pt x="1042" y="522"/>
                    </a:cubicBezTo>
                    <a:cubicBezTo>
                      <a:pt x="1042" y="233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26"/>
              <p:cNvSpPr/>
              <p:nvPr/>
            </p:nvSpPr>
            <p:spPr>
              <a:xfrm flipH="1" rot="-5400000">
                <a:off x="8904891" y="702457"/>
                <a:ext cx="92712" cy="537861"/>
              </a:xfrm>
              <a:custGeom>
                <a:rect b="b" l="l" r="r" t="t"/>
                <a:pathLst>
                  <a:path extrusionOk="0" h="10402" w="1793">
                    <a:moveTo>
                      <a:pt x="1639" y="10402"/>
                    </a:moveTo>
                    <a:cubicBezTo>
                      <a:pt x="1554" y="10402"/>
                      <a:pt x="1485" y="10333"/>
                      <a:pt x="1485" y="10248"/>
                    </a:cubicBezTo>
                    <a:lnTo>
                      <a:pt x="1485" y="1703"/>
                    </a:lnTo>
                    <a:lnTo>
                      <a:pt x="61" y="279"/>
                    </a:lnTo>
                    <a:cubicBezTo>
                      <a:pt x="1" y="218"/>
                      <a:pt x="1" y="121"/>
                      <a:pt x="61" y="61"/>
                    </a:cubicBezTo>
                    <a:cubicBezTo>
                      <a:pt x="121" y="1"/>
                      <a:pt x="218" y="1"/>
                      <a:pt x="278" y="61"/>
                    </a:cubicBezTo>
                    <a:lnTo>
                      <a:pt x="1748" y="1531"/>
                    </a:lnTo>
                    <a:cubicBezTo>
                      <a:pt x="1776" y="1559"/>
                      <a:pt x="1793" y="1598"/>
                      <a:pt x="1793" y="1639"/>
                    </a:cubicBezTo>
                    <a:lnTo>
                      <a:pt x="1793" y="10248"/>
                    </a:lnTo>
                    <a:cubicBezTo>
                      <a:pt x="1793" y="10333"/>
                      <a:pt x="1724" y="10402"/>
                      <a:pt x="1639" y="1040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26"/>
              <p:cNvSpPr/>
              <p:nvPr/>
            </p:nvSpPr>
            <p:spPr>
              <a:xfrm flipH="1" rot="-5400000">
                <a:off x="8561084" y="789644"/>
                <a:ext cx="553994" cy="916567"/>
              </a:xfrm>
              <a:custGeom>
                <a:rect b="b" l="l" r="r" t="t"/>
                <a:pathLst>
                  <a:path extrusionOk="0" h="17726" w="10714">
                    <a:moveTo>
                      <a:pt x="1237" y="0"/>
                    </a:moveTo>
                    <a:cubicBezTo>
                      <a:pt x="553" y="0"/>
                      <a:pt x="0" y="553"/>
                      <a:pt x="0" y="1237"/>
                    </a:cubicBezTo>
                    <a:cubicBezTo>
                      <a:pt x="0" y="1920"/>
                      <a:pt x="553" y="2474"/>
                      <a:pt x="1237" y="2474"/>
                    </a:cubicBezTo>
                    <a:cubicBezTo>
                      <a:pt x="1539" y="2474"/>
                      <a:pt x="1813" y="2362"/>
                      <a:pt x="2026" y="2182"/>
                    </a:cubicBezTo>
                    <a:lnTo>
                      <a:pt x="5616" y="5771"/>
                    </a:lnTo>
                    <a:lnTo>
                      <a:pt x="5616" y="12797"/>
                    </a:lnTo>
                    <a:cubicBezTo>
                      <a:pt x="5616" y="12839"/>
                      <a:pt x="5632" y="12878"/>
                      <a:pt x="5662" y="12906"/>
                    </a:cubicBezTo>
                    <a:cubicBezTo>
                      <a:pt x="5662" y="12906"/>
                      <a:pt x="10291" y="17537"/>
                      <a:pt x="10437" y="17681"/>
                    </a:cubicBezTo>
                    <a:cubicBezTo>
                      <a:pt x="10466" y="17711"/>
                      <a:pt x="10505" y="17726"/>
                      <a:pt x="10544" y="17726"/>
                    </a:cubicBezTo>
                    <a:cubicBezTo>
                      <a:pt x="10584" y="17726"/>
                      <a:pt x="10623" y="17710"/>
                      <a:pt x="10654" y="17681"/>
                    </a:cubicBezTo>
                    <a:cubicBezTo>
                      <a:pt x="10713" y="17620"/>
                      <a:pt x="10713" y="17524"/>
                      <a:pt x="10653" y="17463"/>
                    </a:cubicBezTo>
                    <a:lnTo>
                      <a:pt x="10654" y="17463"/>
                    </a:lnTo>
                    <a:cubicBezTo>
                      <a:pt x="10517" y="17327"/>
                      <a:pt x="6402" y="13211"/>
                      <a:pt x="5924" y="12733"/>
                    </a:cubicBezTo>
                    <a:lnTo>
                      <a:pt x="5924" y="5708"/>
                    </a:lnTo>
                    <a:cubicBezTo>
                      <a:pt x="5924" y="5667"/>
                      <a:pt x="5908" y="5627"/>
                      <a:pt x="5879" y="5599"/>
                    </a:cubicBezTo>
                    <a:lnTo>
                      <a:pt x="2238" y="1959"/>
                    </a:lnTo>
                    <a:cubicBezTo>
                      <a:pt x="2386" y="1754"/>
                      <a:pt x="2475" y="1507"/>
                      <a:pt x="2475" y="1237"/>
                    </a:cubicBezTo>
                    <a:cubicBezTo>
                      <a:pt x="2475" y="553"/>
                      <a:pt x="1920" y="0"/>
                      <a:pt x="12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26"/>
              <p:cNvSpPr/>
              <p:nvPr/>
            </p:nvSpPr>
            <p:spPr>
              <a:xfrm flipH="1" rot="-5400000">
                <a:off x="8416769" y="1007954"/>
                <a:ext cx="53931" cy="53931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4" y="0"/>
                      <a:pt x="1" y="234"/>
                      <a:pt x="1" y="522"/>
                    </a:cubicBezTo>
                    <a:cubicBezTo>
                      <a:pt x="1" y="809"/>
                      <a:pt x="234" y="1043"/>
                      <a:pt x="521" y="1043"/>
                    </a:cubicBezTo>
                    <a:cubicBezTo>
                      <a:pt x="809" y="1043"/>
                      <a:pt x="1042" y="810"/>
                      <a:pt x="1042" y="522"/>
                    </a:cubicBezTo>
                    <a:cubicBezTo>
                      <a:pt x="1042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26"/>
              <p:cNvSpPr/>
              <p:nvPr/>
            </p:nvSpPr>
            <p:spPr>
              <a:xfrm flipH="1" rot="-5400000">
                <a:off x="8556514" y="1141804"/>
                <a:ext cx="236820" cy="236872"/>
              </a:xfrm>
              <a:custGeom>
                <a:rect b="b" l="l" r="r" t="t"/>
                <a:pathLst>
                  <a:path extrusionOk="0" h="4581" w="4580">
                    <a:moveTo>
                      <a:pt x="2290" y="156"/>
                    </a:moveTo>
                    <a:cubicBezTo>
                      <a:pt x="3468" y="156"/>
                      <a:pt x="4426" y="1113"/>
                      <a:pt x="4426" y="2291"/>
                    </a:cubicBezTo>
                    <a:cubicBezTo>
                      <a:pt x="4426" y="3468"/>
                      <a:pt x="3468" y="4427"/>
                      <a:pt x="2290" y="4427"/>
                    </a:cubicBezTo>
                    <a:cubicBezTo>
                      <a:pt x="1113" y="4427"/>
                      <a:pt x="154" y="3468"/>
                      <a:pt x="154" y="2291"/>
                    </a:cubicBezTo>
                    <a:cubicBezTo>
                      <a:pt x="154" y="1113"/>
                      <a:pt x="1113" y="156"/>
                      <a:pt x="2290" y="156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1" y="1028"/>
                      <a:pt x="1" y="2291"/>
                    </a:cubicBezTo>
                    <a:cubicBezTo>
                      <a:pt x="1" y="3553"/>
                      <a:pt x="1028" y="4580"/>
                      <a:pt x="2290" y="4580"/>
                    </a:cubicBezTo>
                    <a:cubicBezTo>
                      <a:pt x="3553" y="4580"/>
                      <a:pt x="4579" y="3553"/>
                      <a:pt x="4579" y="2291"/>
                    </a:cubicBezTo>
                    <a:cubicBezTo>
                      <a:pt x="4579" y="1028"/>
                      <a:pt x="3553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26"/>
              <p:cNvSpPr/>
              <p:nvPr/>
            </p:nvSpPr>
            <p:spPr>
              <a:xfrm flipH="1" rot="-5400000">
                <a:off x="8634414" y="1219756"/>
                <a:ext cx="81026" cy="81026"/>
              </a:xfrm>
              <a:custGeom>
                <a:rect b="b" l="l" r="r" t="t"/>
                <a:pathLst>
                  <a:path extrusionOk="0" h="1567" w="1567">
                    <a:moveTo>
                      <a:pt x="783" y="1"/>
                    </a:moveTo>
                    <a:cubicBezTo>
                      <a:pt x="351" y="1"/>
                      <a:pt x="1" y="351"/>
                      <a:pt x="1" y="784"/>
                    </a:cubicBezTo>
                    <a:cubicBezTo>
                      <a:pt x="1" y="1216"/>
                      <a:pt x="351" y="1566"/>
                      <a:pt x="783" y="1566"/>
                    </a:cubicBezTo>
                    <a:cubicBezTo>
                      <a:pt x="1216" y="1566"/>
                      <a:pt x="1566" y="1216"/>
                      <a:pt x="1566" y="784"/>
                    </a:cubicBezTo>
                    <a:cubicBezTo>
                      <a:pt x="1566" y="351"/>
                      <a:pt x="1216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26"/>
              <p:cNvSpPr/>
              <p:nvPr/>
            </p:nvSpPr>
            <p:spPr>
              <a:xfrm flipH="1" rot="-5400000">
                <a:off x="8796336" y="1534788"/>
                <a:ext cx="236820" cy="236820"/>
              </a:xfrm>
              <a:custGeom>
                <a:rect b="b" l="l" r="r" t="t"/>
                <a:pathLst>
                  <a:path extrusionOk="0" h="4580" w="4580">
                    <a:moveTo>
                      <a:pt x="2291" y="154"/>
                    </a:moveTo>
                    <a:cubicBezTo>
                      <a:pt x="3468" y="154"/>
                      <a:pt x="4426" y="1113"/>
                      <a:pt x="4426" y="2290"/>
                    </a:cubicBezTo>
                    <a:cubicBezTo>
                      <a:pt x="4426" y="3468"/>
                      <a:pt x="3468" y="4427"/>
                      <a:pt x="2291" y="4427"/>
                    </a:cubicBezTo>
                    <a:cubicBezTo>
                      <a:pt x="1113" y="4427"/>
                      <a:pt x="155" y="3468"/>
                      <a:pt x="155" y="2290"/>
                    </a:cubicBezTo>
                    <a:cubicBezTo>
                      <a:pt x="155" y="1113"/>
                      <a:pt x="1113" y="154"/>
                      <a:pt x="2291" y="154"/>
                    </a:cubicBezTo>
                    <a:close/>
                    <a:moveTo>
                      <a:pt x="2291" y="1"/>
                    </a:moveTo>
                    <a:cubicBezTo>
                      <a:pt x="1028" y="1"/>
                      <a:pt x="1" y="1028"/>
                      <a:pt x="1" y="2290"/>
                    </a:cubicBezTo>
                    <a:cubicBezTo>
                      <a:pt x="1" y="3553"/>
                      <a:pt x="1028" y="4579"/>
                      <a:pt x="2291" y="4579"/>
                    </a:cubicBezTo>
                    <a:cubicBezTo>
                      <a:pt x="3553" y="4579"/>
                      <a:pt x="4579" y="3553"/>
                      <a:pt x="4579" y="2290"/>
                    </a:cubicBezTo>
                    <a:cubicBezTo>
                      <a:pt x="4579" y="1028"/>
                      <a:pt x="3553" y="1"/>
                      <a:pt x="22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26"/>
              <p:cNvSpPr/>
              <p:nvPr/>
            </p:nvSpPr>
            <p:spPr>
              <a:xfrm flipH="1" rot="-5400000">
                <a:off x="8874287" y="1612740"/>
                <a:ext cx="80974" cy="81026"/>
              </a:xfrm>
              <a:custGeom>
                <a:rect b="b" l="l" r="r" t="t"/>
                <a:pathLst>
                  <a:path extrusionOk="0" h="1567" w="1566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6"/>
                      <a:pt x="350" y="1566"/>
                      <a:pt x="783" y="1566"/>
                    </a:cubicBezTo>
                    <a:cubicBezTo>
                      <a:pt x="1215" y="1566"/>
                      <a:pt x="1565" y="1216"/>
                      <a:pt x="1565" y="783"/>
                    </a:cubicBezTo>
                    <a:cubicBezTo>
                      <a:pt x="1565" y="351"/>
                      <a:pt x="1215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26"/>
              <p:cNvSpPr/>
              <p:nvPr/>
            </p:nvSpPr>
            <p:spPr>
              <a:xfrm flipH="1" rot="-5400000">
                <a:off x="8783632" y="1393812"/>
                <a:ext cx="185061" cy="688020"/>
              </a:xfrm>
              <a:custGeom>
                <a:rect b="b" l="l" r="r" t="t"/>
                <a:pathLst>
                  <a:path extrusionOk="0" h="13306" w="3579">
                    <a:moveTo>
                      <a:pt x="2341" y="0"/>
                    </a:moveTo>
                    <a:cubicBezTo>
                      <a:pt x="1657" y="0"/>
                      <a:pt x="1104" y="555"/>
                      <a:pt x="1104" y="1237"/>
                    </a:cubicBezTo>
                    <a:cubicBezTo>
                      <a:pt x="1104" y="1875"/>
                      <a:pt x="1588" y="2393"/>
                      <a:pt x="2206" y="2462"/>
                    </a:cubicBezTo>
                    <a:lnTo>
                      <a:pt x="2206" y="5094"/>
                    </a:lnTo>
                    <a:lnTo>
                      <a:pt x="45" y="7256"/>
                    </a:lnTo>
                    <a:cubicBezTo>
                      <a:pt x="17" y="7285"/>
                      <a:pt x="0" y="7324"/>
                      <a:pt x="0" y="7365"/>
                    </a:cubicBezTo>
                    <a:lnTo>
                      <a:pt x="0" y="13152"/>
                    </a:lnTo>
                    <a:cubicBezTo>
                      <a:pt x="0" y="13237"/>
                      <a:pt x="69" y="13306"/>
                      <a:pt x="154" y="13306"/>
                    </a:cubicBezTo>
                    <a:cubicBezTo>
                      <a:pt x="239" y="13306"/>
                      <a:pt x="307" y="13237"/>
                      <a:pt x="307" y="13152"/>
                    </a:cubicBezTo>
                    <a:lnTo>
                      <a:pt x="307" y="7429"/>
                    </a:lnTo>
                    <a:lnTo>
                      <a:pt x="2468" y="5267"/>
                    </a:lnTo>
                    <a:cubicBezTo>
                      <a:pt x="2498" y="5238"/>
                      <a:pt x="2513" y="5199"/>
                      <a:pt x="2513" y="5158"/>
                    </a:cubicBezTo>
                    <a:lnTo>
                      <a:pt x="2513" y="2457"/>
                    </a:lnTo>
                    <a:cubicBezTo>
                      <a:pt x="3115" y="2373"/>
                      <a:pt x="3578" y="1862"/>
                      <a:pt x="3578" y="1238"/>
                    </a:cubicBezTo>
                    <a:lnTo>
                      <a:pt x="3578" y="1237"/>
                    </a:lnTo>
                    <a:cubicBezTo>
                      <a:pt x="3578" y="555"/>
                      <a:pt x="3024" y="0"/>
                      <a:pt x="23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26"/>
              <p:cNvSpPr/>
              <p:nvPr/>
            </p:nvSpPr>
            <p:spPr>
              <a:xfrm flipH="1" rot="-5400000">
                <a:off x="8569151" y="1739376"/>
                <a:ext cx="53983" cy="53931"/>
              </a:xfrm>
              <a:custGeom>
                <a:rect b="b" l="l" r="r" t="t"/>
                <a:pathLst>
                  <a:path extrusionOk="0" h="1043" w="1044">
                    <a:moveTo>
                      <a:pt x="522" y="1"/>
                    </a:moveTo>
                    <a:cubicBezTo>
                      <a:pt x="234" y="1"/>
                      <a:pt x="0" y="233"/>
                      <a:pt x="0" y="521"/>
                    </a:cubicBezTo>
                    <a:cubicBezTo>
                      <a:pt x="0" y="809"/>
                      <a:pt x="234" y="1042"/>
                      <a:pt x="522" y="1042"/>
                    </a:cubicBezTo>
                    <a:cubicBezTo>
                      <a:pt x="810" y="1042"/>
                      <a:pt x="1043" y="809"/>
                      <a:pt x="1043" y="521"/>
                    </a:cubicBezTo>
                    <a:cubicBezTo>
                      <a:pt x="1043" y="233"/>
                      <a:pt x="810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87" name="Google Shape;1387;p26"/>
            <p:cNvGrpSpPr/>
            <p:nvPr/>
          </p:nvGrpSpPr>
          <p:grpSpPr>
            <a:xfrm>
              <a:off x="76428" y="3878198"/>
              <a:ext cx="947059" cy="1331003"/>
              <a:chOff x="5463078" y="3878198"/>
              <a:chExt cx="947059" cy="1331003"/>
            </a:xfrm>
          </p:grpSpPr>
          <p:sp>
            <p:nvSpPr>
              <p:cNvPr id="1388" name="Google Shape;1388;p26"/>
              <p:cNvSpPr/>
              <p:nvPr/>
            </p:nvSpPr>
            <p:spPr>
              <a:xfrm>
                <a:off x="5925793" y="4025353"/>
                <a:ext cx="484344" cy="1183792"/>
              </a:xfrm>
              <a:custGeom>
                <a:rect b="b" l="l" r="r" t="t"/>
                <a:pathLst>
                  <a:path extrusionOk="0" h="22894" w="9367">
                    <a:moveTo>
                      <a:pt x="1897" y="1"/>
                    </a:moveTo>
                    <a:cubicBezTo>
                      <a:pt x="1214" y="1"/>
                      <a:pt x="661" y="555"/>
                      <a:pt x="661" y="1238"/>
                    </a:cubicBezTo>
                    <a:cubicBezTo>
                      <a:pt x="661" y="1847"/>
                      <a:pt x="1103" y="2352"/>
                      <a:pt x="1683" y="2454"/>
                    </a:cubicBezTo>
                    <a:lnTo>
                      <a:pt x="1683" y="8153"/>
                    </a:lnTo>
                    <a:lnTo>
                      <a:pt x="46" y="9790"/>
                    </a:lnTo>
                    <a:cubicBezTo>
                      <a:pt x="17" y="9819"/>
                      <a:pt x="1" y="9858"/>
                      <a:pt x="1" y="9899"/>
                    </a:cubicBezTo>
                    <a:lnTo>
                      <a:pt x="1" y="13697"/>
                    </a:lnTo>
                    <a:cubicBezTo>
                      <a:pt x="1" y="13738"/>
                      <a:pt x="17" y="13778"/>
                      <a:pt x="46" y="13806"/>
                    </a:cubicBezTo>
                    <a:lnTo>
                      <a:pt x="9090" y="22849"/>
                    </a:lnTo>
                    <a:cubicBezTo>
                      <a:pt x="9119" y="22879"/>
                      <a:pt x="9158" y="22894"/>
                      <a:pt x="9198" y="22894"/>
                    </a:cubicBezTo>
                    <a:cubicBezTo>
                      <a:pt x="9237" y="22894"/>
                      <a:pt x="9276" y="22879"/>
                      <a:pt x="9307" y="22849"/>
                    </a:cubicBezTo>
                    <a:cubicBezTo>
                      <a:pt x="9366" y="22790"/>
                      <a:pt x="9366" y="22692"/>
                      <a:pt x="9307" y="22631"/>
                    </a:cubicBezTo>
                    <a:lnTo>
                      <a:pt x="308" y="13634"/>
                    </a:lnTo>
                    <a:lnTo>
                      <a:pt x="308" y="9963"/>
                    </a:lnTo>
                    <a:lnTo>
                      <a:pt x="1946" y="8326"/>
                    </a:lnTo>
                    <a:cubicBezTo>
                      <a:pt x="1974" y="8297"/>
                      <a:pt x="1991" y="8258"/>
                      <a:pt x="1991" y="8217"/>
                    </a:cubicBezTo>
                    <a:lnTo>
                      <a:pt x="1991" y="2466"/>
                    </a:lnTo>
                    <a:cubicBezTo>
                      <a:pt x="2629" y="2417"/>
                      <a:pt x="3135" y="1890"/>
                      <a:pt x="3135" y="1238"/>
                    </a:cubicBezTo>
                    <a:cubicBezTo>
                      <a:pt x="3135" y="555"/>
                      <a:pt x="2580" y="1"/>
                      <a:pt x="18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26"/>
              <p:cNvSpPr/>
              <p:nvPr/>
            </p:nvSpPr>
            <p:spPr>
              <a:xfrm>
                <a:off x="5996893" y="4062429"/>
                <a:ext cx="53983" cy="53879"/>
              </a:xfrm>
              <a:custGeom>
                <a:rect b="b" l="l" r="r" t="t"/>
                <a:pathLst>
                  <a:path extrusionOk="0" h="1042" w="1044">
                    <a:moveTo>
                      <a:pt x="522" y="0"/>
                    </a:moveTo>
                    <a:cubicBezTo>
                      <a:pt x="235" y="0"/>
                      <a:pt x="1" y="233"/>
                      <a:pt x="1" y="521"/>
                    </a:cubicBezTo>
                    <a:cubicBezTo>
                      <a:pt x="1" y="809"/>
                      <a:pt x="235" y="1042"/>
                      <a:pt x="522" y="1042"/>
                    </a:cubicBezTo>
                    <a:cubicBezTo>
                      <a:pt x="811" y="1042"/>
                      <a:pt x="1043" y="809"/>
                      <a:pt x="1043" y="521"/>
                    </a:cubicBezTo>
                    <a:cubicBezTo>
                      <a:pt x="1043" y="233"/>
                      <a:pt x="81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90" name="Google Shape;1390;p26"/>
              <p:cNvGrpSpPr/>
              <p:nvPr/>
            </p:nvGrpSpPr>
            <p:grpSpPr>
              <a:xfrm>
                <a:off x="5463078" y="3878198"/>
                <a:ext cx="274737" cy="274677"/>
                <a:chOff x="1111176" y="-150810"/>
                <a:chExt cx="231748" cy="231697"/>
              </a:xfrm>
            </p:grpSpPr>
            <p:sp>
              <p:nvSpPr>
                <p:cNvPr id="1391" name="Google Shape;1391;p26"/>
                <p:cNvSpPr/>
                <p:nvPr/>
              </p:nvSpPr>
              <p:spPr>
                <a:xfrm rot="-5400000">
                  <a:off x="1187406" y="-74582"/>
                  <a:ext cx="79240" cy="79290"/>
                </a:xfrm>
                <a:custGeom>
                  <a:rect b="b" l="l" r="r" t="t"/>
                  <a:pathLst>
                    <a:path extrusionOk="0" h="1567" w="1566">
                      <a:moveTo>
                        <a:pt x="783" y="1"/>
                      </a:moveTo>
                      <a:cubicBezTo>
                        <a:pt x="350" y="1"/>
                        <a:pt x="0" y="352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6" y="1567"/>
                        <a:pt x="1565" y="1216"/>
                        <a:pt x="1565" y="784"/>
                      </a:cubicBezTo>
                      <a:cubicBezTo>
                        <a:pt x="1565" y="352"/>
                        <a:pt x="1216" y="1"/>
                        <a:pt x="7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2" name="Google Shape;1392;p26"/>
                <p:cNvSpPr/>
                <p:nvPr/>
              </p:nvSpPr>
              <p:spPr>
                <a:xfrm rot="-5400000">
                  <a:off x="1111201" y="-150836"/>
                  <a:ext cx="231697" cy="231748"/>
                </a:xfrm>
                <a:custGeom>
                  <a:rect b="b" l="l" r="r" t="t"/>
                  <a:pathLst>
                    <a:path extrusionOk="0" h="4580" w="4579">
                      <a:moveTo>
                        <a:pt x="2289" y="154"/>
                      </a:moveTo>
                      <a:cubicBezTo>
                        <a:pt x="3466" y="154"/>
                        <a:pt x="4425" y="1112"/>
                        <a:pt x="4425" y="2290"/>
                      </a:cubicBezTo>
                      <a:cubicBezTo>
                        <a:pt x="4425" y="3468"/>
                        <a:pt x="3466" y="4425"/>
                        <a:pt x="2289" y="4425"/>
                      </a:cubicBezTo>
                      <a:cubicBezTo>
                        <a:pt x="1111" y="4425"/>
                        <a:pt x="154" y="3468"/>
                        <a:pt x="154" y="2290"/>
                      </a:cubicBezTo>
                      <a:cubicBezTo>
                        <a:pt x="154" y="1113"/>
                        <a:pt x="1111" y="154"/>
                        <a:pt x="2289" y="154"/>
                      </a:cubicBezTo>
                      <a:close/>
                      <a:moveTo>
                        <a:pt x="2289" y="0"/>
                      </a:moveTo>
                      <a:cubicBezTo>
                        <a:pt x="1026" y="0"/>
                        <a:pt x="0" y="1028"/>
                        <a:pt x="0" y="2290"/>
                      </a:cubicBezTo>
                      <a:cubicBezTo>
                        <a:pt x="0" y="3552"/>
                        <a:pt x="1026" y="4579"/>
                        <a:pt x="2289" y="4579"/>
                      </a:cubicBezTo>
                      <a:cubicBezTo>
                        <a:pt x="3551" y="4579"/>
                        <a:pt x="4579" y="3552"/>
                        <a:pt x="4579" y="2290"/>
                      </a:cubicBezTo>
                      <a:cubicBezTo>
                        <a:pt x="4579" y="1028"/>
                        <a:pt x="3551" y="0"/>
                        <a:pt x="22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93" name="Google Shape;1393;p26"/>
              <p:cNvSpPr/>
              <p:nvPr/>
            </p:nvSpPr>
            <p:spPr>
              <a:xfrm>
                <a:off x="5737830" y="4152868"/>
                <a:ext cx="188422" cy="1056333"/>
              </a:xfrm>
              <a:custGeom>
                <a:rect b="b" l="l" r="r" t="t"/>
                <a:pathLst>
                  <a:path extrusionOk="0" h="20429" w="3644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26"/>
              <p:cNvSpPr/>
              <p:nvPr/>
            </p:nvSpPr>
            <p:spPr>
              <a:xfrm>
                <a:off x="5835302" y="4189944"/>
                <a:ext cx="53931" cy="53931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26"/>
              <p:cNvSpPr/>
              <p:nvPr/>
            </p:nvSpPr>
            <p:spPr>
              <a:xfrm>
                <a:off x="5576031" y="4457126"/>
                <a:ext cx="138369" cy="752034"/>
              </a:xfrm>
              <a:custGeom>
                <a:rect b="b" l="l" r="r" t="t"/>
                <a:pathLst>
                  <a:path extrusionOk="0" h="14544" w="2676">
                    <a:moveTo>
                      <a:pt x="1438" y="0"/>
                    </a:moveTo>
                    <a:cubicBezTo>
                      <a:pt x="755" y="0"/>
                      <a:pt x="200" y="555"/>
                      <a:pt x="200" y="1238"/>
                    </a:cubicBezTo>
                    <a:cubicBezTo>
                      <a:pt x="200" y="1525"/>
                      <a:pt x="302" y="1786"/>
                      <a:pt x="466" y="1996"/>
                    </a:cubicBezTo>
                    <a:lnTo>
                      <a:pt x="45" y="2417"/>
                    </a:lnTo>
                    <a:cubicBezTo>
                      <a:pt x="17" y="2445"/>
                      <a:pt x="1" y="2484"/>
                      <a:pt x="1" y="2526"/>
                    </a:cubicBezTo>
                    <a:lnTo>
                      <a:pt x="1" y="8856"/>
                    </a:lnTo>
                    <a:cubicBezTo>
                      <a:pt x="1" y="8896"/>
                      <a:pt x="17" y="8935"/>
                      <a:pt x="45" y="8965"/>
                    </a:cubicBezTo>
                    <a:lnTo>
                      <a:pt x="1990" y="10908"/>
                    </a:lnTo>
                    <a:lnTo>
                      <a:pt x="1990" y="14390"/>
                    </a:lnTo>
                    <a:cubicBezTo>
                      <a:pt x="1990" y="14475"/>
                      <a:pt x="2059" y="14544"/>
                      <a:pt x="2144" y="14544"/>
                    </a:cubicBezTo>
                    <a:cubicBezTo>
                      <a:pt x="2229" y="14544"/>
                      <a:pt x="2297" y="14475"/>
                      <a:pt x="2297" y="14390"/>
                    </a:cubicBezTo>
                    <a:lnTo>
                      <a:pt x="2297" y="10846"/>
                    </a:lnTo>
                    <a:cubicBezTo>
                      <a:pt x="2297" y="10804"/>
                      <a:pt x="2281" y="10765"/>
                      <a:pt x="2253" y="10737"/>
                    </a:cubicBezTo>
                    <a:lnTo>
                      <a:pt x="308" y="8792"/>
                    </a:lnTo>
                    <a:lnTo>
                      <a:pt x="308" y="2589"/>
                    </a:lnTo>
                    <a:lnTo>
                      <a:pt x="684" y="2213"/>
                    </a:lnTo>
                    <a:lnTo>
                      <a:pt x="685" y="2213"/>
                    </a:lnTo>
                    <a:cubicBezTo>
                      <a:pt x="894" y="2375"/>
                      <a:pt x="1153" y="2475"/>
                      <a:pt x="1438" y="2475"/>
                    </a:cubicBezTo>
                    <a:cubicBezTo>
                      <a:pt x="2121" y="2475"/>
                      <a:pt x="2676" y="1921"/>
                      <a:pt x="2676" y="1238"/>
                    </a:cubicBezTo>
                    <a:cubicBezTo>
                      <a:pt x="2676" y="555"/>
                      <a:pt x="2121" y="0"/>
                      <a:pt x="1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26"/>
              <p:cNvSpPr/>
              <p:nvPr/>
            </p:nvSpPr>
            <p:spPr>
              <a:xfrm>
                <a:off x="5623397" y="4494150"/>
                <a:ext cx="53983" cy="53983"/>
              </a:xfrm>
              <a:custGeom>
                <a:rect b="b" l="l" r="r" t="t"/>
                <a:pathLst>
                  <a:path extrusionOk="0" h="1044" w="1044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09"/>
                      <a:pt x="235" y="1044"/>
                      <a:pt x="522" y="1044"/>
                    </a:cubicBezTo>
                    <a:cubicBezTo>
                      <a:pt x="809" y="1044"/>
                      <a:pt x="1043" y="809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26"/>
              <p:cNvSpPr/>
              <p:nvPr/>
            </p:nvSpPr>
            <p:spPr>
              <a:xfrm>
                <a:off x="5815394" y="4613081"/>
                <a:ext cx="236820" cy="236769"/>
              </a:xfrm>
              <a:custGeom>
                <a:rect b="b" l="l" r="r" t="t"/>
                <a:pathLst>
                  <a:path extrusionOk="0" h="4579" w="458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26"/>
              <p:cNvSpPr/>
              <p:nvPr/>
            </p:nvSpPr>
            <p:spPr>
              <a:xfrm>
                <a:off x="5893320" y="4690956"/>
                <a:ext cx="80974" cy="81026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99" name="Google Shape;1399;p26"/>
          <p:cNvGrpSpPr/>
          <p:nvPr/>
        </p:nvGrpSpPr>
        <p:grpSpPr>
          <a:xfrm>
            <a:off x="328605" y="593782"/>
            <a:ext cx="8366378" cy="4301138"/>
            <a:chOff x="328605" y="593782"/>
            <a:chExt cx="8366378" cy="4301138"/>
          </a:xfrm>
        </p:grpSpPr>
        <p:grpSp>
          <p:nvGrpSpPr>
            <p:cNvPr id="1400" name="Google Shape;1400;p26"/>
            <p:cNvGrpSpPr/>
            <p:nvPr/>
          </p:nvGrpSpPr>
          <p:grpSpPr>
            <a:xfrm>
              <a:off x="328605" y="3644575"/>
              <a:ext cx="233569" cy="233621"/>
              <a:chOff x="6183667" y="4661300"/>
              <a:chExt cx="233569" cy="233621"/>
            </a:xfrm>
          </p:grpSpPr>
          <p:sp>
            <p:nvSpPr>
              <p:cNvPr id="1401" name="Google Shape;1401;p26"/>
              <p:cNvSpPr/>
              <p:nvPr/>
            </p:nvSpPr>
            <p:spPr>
              <a:xfrm>
                <a:off x="6183667" y="4661300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26"/>
              <p:cNvSpPr/>
              <p:nvPr/>
            </p:nvSpPr>
            <p:spPr>
              <a:xfrm>
                <a:off x="6273642" y="4751274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6"/>
              <p:cNvSpPr/>
              <p:nvPr/>
            </p:nvSpPr>
            <p:spPr>
              <a:xfrm>
                <a:off x="6361134" y="4838818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4" name="Google Shape;1404;p26"/>
            <p:cNvGrpSpPr/>
            <p:nvPr/>
          </p:nvGrpSpPr>
          <p:grpSpPr>
            <a:xfrm>
              <a:off x="797017" y="4661300"/>
              <a:ext cx="233569" cy="233621"/>
              <a:chOff x="6183667" y="4661300"/>
              <a:chExt cx="233569" cy="233621"/>
            </a:xfrm>
          </p:grpSpPr>
          <p:sp>
            <p:nvSpPr>
              <p:cNvPr id="1405" name="Google Shape;1405;p26"/>
              <p:cNvSpPr/>
              <p:nvPr/>
            </p:nvSpPr>
            <p:spPr>
              <a:xfrm>
                <a:off x="6183667" y="4661300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26"/>
              <p:cNvSpPr/>
              <p:nvPr/>
            </p:nvSpPr>
            <p:spPr>
              <a:xfrm>
                <a:off x="6273642" y="4751274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26"/>
              <p:cNvSpPr/>
              <p:nvPr/>
            </p:nvSpPr>
            <p:spPr>
              <a:xfrm>
                <a:off x="6361134" y="4838818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8" name="Google Shape;1408;p26"/>
            <p:cNvGrpSpPr/>
            <p:nvPr/>
          </p:nvGrpSpPr>
          <p:grpSpPr>
            <a:xfrm>
              <a:off x="8367510" y="593782"/>
              <a:ext cx="327473" cy="1061849"/>
              <a:chOff x="8367510" y="593782"/>
              <a:chExt cx="327473" cy="1061849"/>
            </a:xfrm>
          </p:grpSpPr>
          <p:sp>
            <p:nvSpPr>
              <p:cNvPr id="1409" name="Google Shape;1409;p26"/>
              <p:cNvSpPr/>
              <p:nvPr/>
            </p:nvSpPr>
            <p:spPr>
              <a:xfrm flipH="1" rot="-5400000">
                <a:off x="8367510" y="593782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6"/>
              <p:cNvSpPr/>
              <p:nvPr/>
            </p:nvSpPr>
            <p:spPr>
              <a:xfrm flipH="1" rot="-5400000">
                <a:off x="8457484" y="683756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26"/>
              <p:cNvSpPr/>
              <p:nvPr/>
            </p:nvSpPr>
            <p:spPr>
              <a:xfrm flipH="1" rot="-5400000">
                <a:off x="8545028" y="771248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26"/>
              <p:cNvSpPr/>
              <p:nvPr/>
            </p:nvSpPr>
            <p:spPr>
              <a:xfrm flipH="1" rot="-5400000">
                <a:off x="8461362" y="1422010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0"/>
                    </a:moveTo>
                    <a:cubicBezTo>
                      <a:pt x="243" y="0"/>
                      <a:pt x="1" y="243"/>
                      <a:pt x="1" y="543"/>
                    </a:cubicBezTo>
                    <a:cubicBezTo>
                      <a:pt x="1" y="842"/>
                      <a:pt x="243" y="1084"/>
                      <a:pt x="543" y="1084"/>
                    </a:cubicBezTo>
                    <a:cubicBezTo>
                      <a:pt x="842" y="1084"/>
                      <a:pt x="1085" y="842"/>
                      <a:pt x="1085" y="543"/>
                    </a:cubicBezTo>
                    <a:cubicBezTo>
                      <a:pt x="1085" y="243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6"/>
              <p:cNvSpPr/>
              <p:nvPr/>
            </p:nvSpPr>
            <p:spPr>
              <a:xfrm flipH="1" rot="-5400000">
                <a:off x="8551337" y="1511984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3" y="1084"/>
                      <a:pt x="1085" y="842"/>
                      <a:pt x="1085" y="542"/>
                    </a:cubicBezTo>
                    <a:cubicBezTo>
                      <a:pt x="1085" y="243"/>
                      <a:pt x="843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6"/>
              <p:cNvSpPr/>
              <p:nvPr/>
            </p:nvSpPr>
            <p:spPr>
              <a:xfrm flipH="1" rot="-5400000">
                <a:off x="8638881" y="1599528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1" y="1084"/>
                      <a:pt x="1085" y="842"/>
                      <a:pt x="1085" y="542"/>
                    </a:cubicBezTo>
                    <a:cubicBezTo>
                      <a:pt x="1085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15" name="Google Shape;1415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7" name="Google Shape;1417;p27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8" name="Google Shape;1418;p27"/>
          <p:cNvGrpSpPr/>
          <p:nvPr/>
        </p:nvGrpSpPr>
        <p:grpSpPr>
          <a:xfrm>
            <a:off x="448800" y="539500"/>
            <a:ext cx="8412862" cy="4062888"/>
            <a:chOff x="448800" y="539500"/>
            <a:chExt cx="8412862" cy="4062888"/>
          </a:xfrm>
        </p:grpSpPr>
        <p:sp>
          <p:nvSpPr>
            <p:cNvPr id="1419" name="Google Shape;1419;p27"/>
            <p:cNvSpPr/>
            <p:nvPr/>
          </p:nvSpPr>
          <p:spPr>
            <a:xfrm rot="5400000">
              <a:off x="7792362" y="1171150"/>
              <a:ext cx="1439100" cy="175800"/>
            </a:xfrm>
            <a:prstGeom prst="roundRect">
              <a:avLst>
                <a:gd fmla="val 50000" name="adj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20" name="Google Shape;1420;p27"/>
            <p:cNvGrpSpPr/>
            <p:nvPr/>
          </p:nvGrpSpPr>
          <p:grpSpPr>
            <a:xfrm rot="5400000">
              <a:off x="-87800" y="3794588"/>
              <a:ext cx="1344400" cy="271200"/>
              <a:chOff x="3686625" y="4603950"/>
              <a:chExt cx="1344400" cy="271200"/>
            </a:xfrm>
          </p:grpSpPr>
          <p:sp>
            <p:nvSpPr>
              <p:cNvPr id="1421" name="Google Shape;1421;p27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27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7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7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7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26" name="Google Shape;1426;p27"/>
            <p:cNvSpPr/>
            <p:nvPr/>
          </p:nvSpPr>
          <p:spPr>
            <a:xfrm rot="5400000">
              <a:off x="8054212" y="1171150"/>
              <a:ext cx="1439100" cy="175800"/>
            </a:xfrm>
            <a:prstGeom prst="roundRect">
              <a:avLst>
                <a:gd fmla="val 50000" name="adj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7" name="Google Shape;1427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28" name="Google Shape;1428;p27"/>
          <p:cNvSpPr txBox="1"/>
          <p:nvPr>
            <p:ph idx="1" type="subTitle"/>
          </p:nvPr>
        </p:nvSpPr>
        <p:spPr>
          <a:xfrm>
            <a:off x="2111912" y="2149238"/>
            <a:ext cx="241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29" name="Google Shape;1429;p27"/>
          <p:cNvSpPr txBox="1"/>
          <p:nvPr>
            <p:ph idx="2" type="subTitle"/>
          </p:nvPr>
        </p:nvSpPr>
        <p:spPr>
          <a:xfrm>
            <a:off x="4061248" y="3697813"/>
            <a:ext cx="241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30" name="Google Shape;1430;p27"/>
          <p:cNvSpPr txBox="1"/>
          <p:nvPr>
            <p:ph idx="3" type="subTitle"/>
          </p:nvPr>
        </p:nvSpPr>
        <p:spPr>
          <a:xfrm>
            <a:off x="6010587" y="2149238"/>
            <a:ext cx="241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31" name="Google Shape;1431;p27"/>
          <p:cNvSpPr txBox="1"/>
          <p:nvPr>
            <p:ph idx="4" type="subTitle"/>
          </p:nvPr>
        </p:nvSpPr>
        <p:spPr>
          <a:xfrm>
            <a:off x="2111912" y="1841213"/>
            <a:ext cx="24168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432" name="Google Shape;1432;p27"/>
          <p:cNvSpPr txBox="1"/>
          <p:nvPr>
            <p:ph idx="5" type="subTitle"/>
          </p:nvPr>
        </p:nvSpPr>
        <p:spPr>
          <a:xfrm>
            <a:off x="4061251" y="3389788"/>
            <a:ext cx="24168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433" name="Google Shape;1433;p27"/>
          <p:cNvSpPr txBox="1"/>
          <p:nvPr>
            <p:ph idx="6" type="subTitle"/>
          </p:nvPr>
        </p:nvSpPr>
        <p:spPr>
          <a:xfrm>
            <a:off x="6010588" y="1841213"/>
            <a:ext cx="24168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grpSp>
        <p:nvGrpSpPr>
          <p:cNvPr id="1434" name="Google Shape;1434;p27"/>
          <p:cNvGrpSpPr/>
          <p:nvPr/>
        </p:nvGrpSpPr>
        <p:grpSpPr>
          <a:xfrm>
            <a:off x="161171" y="-278714"/>
            <a:ext cx="8906632" cy="5509724"/>
            <a:chOff x="161171" y="-278714"/>
            <a:chExt cx="8906632" cy="5509724"/>
          </a:xfrm>
        </p:grpSpPr>
        <p:grpSp>
          <p:nvGrpSpPr>
            <p:cNvPr id="1435" name="Google Shape;1435;p27"/>
            <p:cNvGrpSpPr/>
            <p:nvPr/>
          </p:nvGrpSpPr>
          <p:grpSpPr>
            <a:xfrm>
              <a:off x="161171" y="3966873"/>
              <a:ext cx="1126268" cy="1264137"/>
              <a:chOff x="161171" y="3966873"/>
              <a:chExt cx="1126268" cy="1264137"/>
            </a:xfrm>
          </p:grpSpPr>
          <p:grpSp>
            <p:nvGrpSpPr>
              <p:cNvPr id="1436" name="Google Shape;1436;p27"/>
              <p:cNvGrpSpPr/>
              <p:nvPr/>
            </p:nvGrpSpPr>
            <p:grpSpPr>
              <a:xfrm>
                <a:off x="161171" y="3966873"/>
                <a:ext cx="1126268" cy="1264137"/>
                <a:chOff x="161171" y="3966873"/>
                <a:chExt cx="1126268" cy="1264137"/>
              </a:xfrm>
            </p:grpSpPr>
            <p:sp>
              <p:nvSpPr>
                <p:cNvPr id="1437" name="Google Shape;1437;p27"/>
                <p:cNvSpPr/>
                <p:nvPr/>
              </p:nvSpPr>
              <p:spPr>
                <a:xfrm>
                  <a:off x="360912" y="3966873"/>
                  <a:ext cx="514717" cy="1258025"/>
                </a:xfrm>
                <a:custGeom>
                  <a:rect b="b" l="l" r="r" t="t"/>
                  <a:pathLst>
                    <a:path extrusionOk="0" h="22894" w="9367">
                      <a:moveTo>
                        <a:pt x="1897" y="1"/>
                      </a:moveTo>
                      <a:cubicBezTo>
                        <a:pt x="1214" y="1"/>
                        <a:pt x="661" y="555"/>
                        <a:pt x="661" y="1238"/>
                      </a:cubicBezTo>
                      <a:cubicBezTo>
                        <a:pt x="661" y="1847"/>
                        <a:pt x="1103" y="2352"/>
                        <a:pt x="1683" y="2454"/>
                      </a:cubicBezTo>
                      <a:lnTo>
                        <a:pt x="1683" y="8153"/>
                      </a:lnTo>
                      <a:lnTo>
                        <a:pt x="46" y="9790"/>
                      </a:lnTo>
                      <a:cubicBezTo>
                        <a:pt x="17" y="9819"/>
                        <a:pt x="1" y="9858"/>
                        <a:pt x="1" y="9899"/>
                      </a:cubicBezTo>
                      <a:lnTo>
                        <a:pt x="1" y="13697"/>
                      </a:lnTo>
                      <a:cubicBezTo>
                        <a:pt x="1" y="13738"/>
                        <a:pt x="17" y="13778"/>
                        <a:pt x="46" y="13806"/>
                      </a:cubicBezTo>
                      <a:lnTo>
                        <a:pt x="9090" y="22849"/>
                      </a:lnTo>
                      <a:cubicBezTo>
                        <a:pt x="9119" y="22879"/>
                        <a:pt x="9158" y="22894"/>
                        <a:pt x="9198" y="22894"/>
                      </a:cubicBezTo>
                      <a:cubicBezTo>
                        <a:pt x="9237" y="22894"/>
                        <a:pt x="9276" y="22879"/>
                        <a:pt x="9307" y="22849"/>
                      </a:cubicBezTo>
                      <a:cubicBezTo>
                        <a:pt x="9366" y="22790"/>
                        <a:pt x="9366" y="22692"/>
                        <a:pt x="9307" y="22631"/>
                      </a:cubicBezTo>
                      <a:lnTo>
                        <a:pt x="308" y="13634"/>
                      </a:lnTo>
                      <a:lnTo>
                        <a:pt x="308" y="9963"/>
                      </a:lnTo>
                      <a:lnTo>
                        <a:pt x="1946" y="8326"/>
                      </a:lnTo>
                      <a:cubicBezTo>
                        <a:pt x="1974" y="8297"/>
                        <a:pt x="1991" y="8258"/>
                        <a:pt x="1991" y="8217"/>
                      </a:cubicBezTo>
                      <a:lnTo>
                        <a:pt x="1991" y="2466"/>
                      </a:lnTo>
                      <a:cubicBezTo>
                        <a:pt x="2629" y="2417"/>
                        <a:pt x="3135" y="1890"/>
                        <a:pt x="3135" y="1238"/>
                      </a:cubicBezTo>
                      <a:cubicBezTo>
                        <a:pt x="3135" y="555"/>
                        <a:pt x="2580" y="1"/>
                        <a:pt x="18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8" name="Google Shape;1438;p27"/>
                <p:cNvSpPr/>
                <p:nvPr/>
              </p:nvSpPr>
              <p:spPr>
                <a:xfrm>
                  <a:off x="436467" y="4006272"/>
                  <a:ext cx="57368" cy="57258"/>
                </a:xfrm>
                <a:custGeom>
                  <a:rect b="b" l="l" r="r" t="t"/>
                  <a:pathLst>
                    <a:path extrusionOk="0" h="1042" w="1044">
                      <a:moveTo>
                        <a:pt x="522" y="0"/>
                      </a:moveTo>
                      <a:cubicBezTo>
                        <a:pt x="235" y="0"/>
                        <a:pt x="1" y="233"/>
                        <a:pt x="1" y="521"/>
                      </a:cubicBezTo>
                      <a:cubicBezTo>
                        <a:pt x="1" y="809"/>
                        <a:pt x="235" y="1042"/>
                        <a:pt x="522" y="1042"/>
                      </a:cubicBezTo>
                      <a:cubicBezTo>
                        <a:pt x="811" y="1042"/>
                        <a:pt x="1043" y="809"/>
                        <a:pt x="1043" y="521"/>
                      </a:cubicBezTo>
                      <a:cubicBezTo>
                        <a:pt x="1043" y="233"/>
                        <a:pt x="811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9" name="Google Shape;1439;p27"/>
                <p:cNvSpPr/>
                <p:nvPr/>
              </p:nvSpPr>
              <p:spPr>
                <a:xfrm>
                  <a:off x="161171" y="4102378"/>
                  <a:ext cx="200238" cy="1122574"/>
                </a:xfrm>
                <a:custGeom>
                  <a:rect b="b" l="l" r="r" t="t"/>
                  <a:pathLst>
                    <a:path extrusionOk="0" h="20429" w="3644">
                      <a:moveTo>
                        <a:pt x="2406" y="1"/>
                      </a:moveTo>
                      <a:cubicBezTo>
                        <a:pt x="1723" y="1"/>
                        <a:pt x="1169" y="555"/>
                        <a:pt x="1169" y="1238"/>
                      </a:cubicBezTo>
                      <a:cubicBezTo>
                        <a:pt x="1169" y="1525"/>
                        <a:pt x="1270" y="1785"/>
                        <a:pt x="1434" y="1994"/>
                      </a:cubicBezTo>
                      <a:lnTo>
                        <a:pt x="46" y="3382"/>
                      </a:lnTo>
                      <a:cubicBezTo>
                        <a:pt x="17" y="3410"/>
                        <a:pt x="1" y="3449"/>
                        <a:pt x="1" y="3491"/>
                      </a:cubicBezTo>
                      <a:lnTo>
                        <a:pt x="1" y="13384"/>
                      </a:lnTo>
                      <a:cubicBezTo>
                        <a:pt x="1" y="13424"/>
                        <a:pt x="17" y="13463"/>
                        <a:pt x="46" y="13493"/>
                      </a:cubicBezTo>
                      <a:lnTo>
                        <a:pt x="2189" y="15636"/>
                      </a:lnTo>
                      <a:lnTo>
                        <a:pt x="2189" y="20275"/>
                      </a:lnTo>
                      <a:cubicBezTo>
                        <a:pt x="2189" y="20359"/>
                        <a:pt x="2258" y="20429"/>
                        <a:pt x="2343" y="20429"/>
                      </a:cubicBezTo>
                      <a:cubicBezTo>
                        <a:pt x="2428" y="20429"/>
                        <a:pt x="2496" y="20359"/>
                        <a:pt x="2496" y="20275"/>
                      </a:cubicBezTo>
                      <a:lnTo>
                        <a:pt x="2496" y="15572"/>
                      </a:lnTo>
                      <a:cubicBezTo>
                        <a:pt x="2496" y="15531"/>
                        <a:pt x="2480" y="15492"/>
                        <a:pt x="2451" y="15464"/>
                      </a:cubicBezTo>
                      <a:lnTo>
                        <a:pt x="308" y="13320"/>
                      </a:lnTo>
                      <a:lnTo>
                        <a:pt x="308" y="3554"/>
                      </a:lnTo>
                      <a:lnTo>
                        <a:pt x="1650" y="2211"/>
                      </a:lnTo>
                      <a:lnTo>
                        <a:pt x="1651" y="2211"/>
                      </a:lnTo>
                      <a:cubicBezTo>
                        <a:pt x="1860" y="2375"/>
                        <a:pt x="2120" y="2476"/>
                        <a:pt x="2406" y="2476"/>
                      </a:cubicBezTo>
                      <a:cubicBezTo>
                        <a:pt x="3090" y="2476"/>
                        <a:pt x="3643" y="1922"/>
                        <a:pt x="3643" y="1238"/>
                      </a:cubicBezTo>
                      <a:cubicBezTo>
                        <a:pt x="3643" y="555"/>
                        <a:pt x="3090" y="1"/>
                        <a:pt x="240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0" name="Google Shape;1440;p27"/>
                <p:cNvSpPr/>
                <p:nvPr/>
              </p:nvSpPr>
              <p:spPr>
                <a:xfrm>
                  <a:off x="264751" y="4141777"/>
                  <a:ext cx="57313" cy="57313"/>
                </a:xfrm>
                <a:custGeom>
                  <a:rect b="b" l="l" r="r" t="t"/>
                  <a:pathLst>
                    <a:path extrusionOk="0" h="1043" w="1043">
                      <a:moveTo>
                        <a:pt x="521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09"/>
                        <a:pt x="233" y="1043"/>
                        <a:pt x="521" y="1043"/>
                      </a:cubicBezTo>
                      <a:cubicBezTo>
                        <a:pt x="809" y="1043"/>
                        <a:pt x="1043" y="809"/>
                        <a:pt x="1043" y="521"/>
                      </a:cubicBezTo>
                      <a:cubicBezTo>
                        <a:pt x="1043" y="234"/>
                        <a:pt x="809" y="0"/>
                        <a:pt x="5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1" name="Google Shape;1441;p27"/>
                <p:cNvSpPr/>
                <p:nvPr/>
              </p:nvSpPr>
              <p:spPr>
                <a:xfrm>
                  <a:off x="243595" y="4591427"/>
                  <a:ext cx="251671" cy="251616"/>
                </a:xfrm>
                <a:custGeom>
                  <a:rect b="b" l="l" r="r" t="t"/>
                  <a:pathLst>
                    <a:path extrusionOk="0" h="4579" w="4580">
                      <a:moveTo>
                        <a:pt x="2290" y="154"/>
                      </a:moveTo>
                      <a:cubicBezTo>
                        <a:pt x="3467" y="154"/>
                        <a:pt x="4426" y="1111"/>
                        <a:pt x="4426" y="2290"/>
                      </a:cubicBezTo>
                      <a:cubicBezTo>
                        <a:pt x="4426" y="3468"/>
                        <a:pt x="3467" y="4425"/>
                        <a:pt x="2290" y="4425"/>
                      </a:cubicBezTo>
                      <a:cubicBezTo>
                        <a:pt x="1112" y="4425"/>
                        <a:pt x="155" y="3468"/>
                        <a:pt x="155" y="2290"/>
                      </a:cubicBezTo>
                      <a:cubicBezTo>
                        <a:pt x="155" y="1113"/>
                        <a:pt x="1112" y="154"/>
                        <a:pt x="2290" y="154"/>
                      </a:cubicBezTo>
                      <a:close/>
                      <a:moveTo>
                        <a:pt x="2290" y="0"/>
                      </a:moveTo>
                      <a:cubicBezTo>
                        <a:pt x="1027" y="0"/>
                        <a:pt x="1" y="1028"/>
                        <a:pt x="1" y="2290"/>
                      </a:cubicBezTo>
                      <a:cubicBezTo>
                        <a:pt x="1" y="3553"/>
                        <a:pt x="1027" y="4579"/>
                        <a:pt x="2290" y="4579"/>
                      </a:cubicBezTo>
                      <a:cubicBezTo>
                        <a:pt x="3552" y="4579"/>
                        <a:pt x="4580" y="3551"/>
                        <a:pt x="4580" y="2290"/>
                      </a:cubicBezTo>
                      <a:cubicBezTo>
                        <a:pt x="4580" y="1028"/>
                        <a:pt x="3552" y="0"/>
                        <a:pt x="229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2" name="Google Shape;1442;p27"/>
                <p:cNvSpPr/>
                <p:nvPr/>
              </p:nvSpPr>
              <p:spPr>
                <a:xfrm rot="-2700000">
                  <a:off x="693649" y="4629449"/>
                  <a:ext cx="57367" cy="57367"/>
                </a:xfrm>
                <a:custGeom>
                  <a:rect b="b" l="l" r="r" t="t"/>
                  <a:pathLst>
                    <a:path extrusionOk="0" h="1044" w="1044">
                      <a:moveTo>
                        <a:pt x="522" y="1"/>
                      </a:moveTo>
                      <a:cubicBezTo>
                        <a:pt x="235" y="1"/>
                        <a:pt x="1" y="234"/>
                        <a:pt x="1" y="522"/>
                      </a:cubicBezTo>
                      <a:cubicBezTo>
                        <a:pt x="1" y="809"/>
                        <a:pt x="235" y="1044"/>
                        <a:pt x="522" y="1044"/>
                      </a:cubicBezTo>
                      <a:cubicBezTo>
                        <a:pt x="809" y="1044"/>
                        <a:pt x="1043" y="809"/>
                        <a:pt x="1043" y="522"/>
                      </a:cubicBezTo>
                      <a:cubicBezTo>
                        <a:pt x="1043" y="234"/>
                        <a:pt x="809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3" name="Google Shape;1443;p27"/>
                <p:cNvSpPr/>
                <p:nvPr/>
              </p:nvSpPr>
              <p:spPr>
                <a:xfrm rot="-2700000">
                  <a:off x="879376" y="4496878"/>
                  <a:ext cx="147044" cy="799182"/>
                </a:xfrm>
                <a:custGeom>
                  <a:rect b="b" l="l" r="r" t="t"/>
                  <a:pathLst>
                    <a:path extrusionOk="0" h="14544" w="2676">
                      <a:moveTo>
                        <a:pt x="1438" y="0"/>
                      </a:moveTo>
                      <a:cubicBezTo>
                        <a:pt x="755" y="0"/>
                        <a:pt x="200" y="555"/>
                        <a:pt x="200" y="1238"/>
                      </a:cubicBezTo>
                      <a:cubicBezTo>
                        <a:pt x="200" y="1525"/>
                        <a:pt x="302" y="1786"/>
                        <a:pt x="466" y="1996"/>
                      </a:cubicBezTo>
                      <a:lnTo>
                        <a:pt x="45" y="2417"/>
                      </a:lnTo>
                      <a:cubicBezTo>
                        <a:pt x="17" y="2445"/>
                        <a:pt x="1" y="2484"/>
                        <a:pt x="1" y="2526"/>
                      </a:cubicBezTo>
                      <a:lnTo>
                        <a:pt x="1" y="8856"/>
                      </a:lnTo>
                      <a:cubicBezTo>
                        <a:pt x="1" y="8896"/>
                        <a:pt x="17" y="8935"/>
                        <a:pt x="45" y="8965"/>
                      </a:cubicBezTo>
                      <a:lnTo>
                        <a:pt x="1990" y="10908"/>
                      </a:lnTo>
                      <a:lnTo>
                        <a:pt x="1990" y="14390"/>
                      </a:lnTo>
                      <a:cubicBezTo>
                        <a:pt x="1990" y="14475"/>
                        <a:pt x="2059" y="14544"/>
                        <a:pt x="2144" y="14544"/>
                      </a:cubicBezTo>
                      <a:cubicBezTo>
                        <a:pt x="2229" y="14544"/>
                        <a:pt x="2297" y="14475"/>
                        <a:pt x="2297" y="14390"/>
                      </a:cubicBezTo>
                      <a:lnTo>
                        <a:pt x="2297" y="10846"/>
                      </a:lnTo>
                      <a:cubicBezTo>
                        <a:pt x="2297" y="10804"/>
                        <a:pt x="2281" y="10765"/>
                        <a:pt x="2253" y="10737"/>
                      </a:cubicBezTo>
                      <a:lnTo>
                        <a:pt x="308" y="8792"/>
                      </a:lnTo>
                      <a:lnTo>
                        <a:pt x="308" y="2589"/>
                      </a:lnTo>
                      <a:lnTo>
                        <a:pt x="684" y="2213"/>
                      </a:lnTo>
                      <a:lnTo>
                        <a:pt x="685" y="2213"/>
                      </a:lnTo>
                      <a:cubicBezTo>
                        <a:pt x="894" y="2375"/>
                        <a:pt x="1153" y="2475"/>
                        <a:pt x="1438" y="2475"/>
                      </a:cubicBezTo>
                      <a:cubicBezTo>
                        <a:pt x="2121" y="2475"/>
                        <a:pt x="2676" y="1921"/>
                        <a:pt x="2676" y="1238"/>
                      </a:cubicBezTo>
                      <a:cubicBezTo>
                        <a:pt x="2676" y="555"/>
                        <a:pt x="2121" y="0"/>
                        <a:pt x="143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4" name="Google Shape;1444;p27"/>
                <p:cNvSpPr/>
                <p:nvPr/>
              </p:nvSpPr>
              <p:spPr>
                <a:xfrm>
                  <a:off x="326404" y="4674181"/>
                  <a:ext cx="86052" cy="86107"/>
                </a:xfrm>
                <a:custGeom>
                  <a:rect b="b" l="l" r="r" t="t"/>
                  <a:pathLst>
                    <a:path extrusionOk="0" h="1567" w="1566">
                      <a:moveTo>
                        <a:pt x="783" y="0"/>
                      </a:moveTo>
                      <a:cubicBezTo>
                        <a:pt x="350" y="0"/>
                        <a:pt x="0" y="351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5" y="1567"/>
                        <a:pt x="1565" y="1216"/>
                        <a:pt x="1565" y="784"/>
                      </a:cubicBezTo>
                      <a:cubicBezTo>
                        <a:pt x="1565" y="351"/>
                        <a:pt x="1215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45" name="Google Shape;1445;p27"/>
              <p:cNvSpPr/>
              <p:nvPr/>
            </p:nvSpPr>
            <p:spPr>
              <a:xfrm>
                <a:off x="693676" y="4635002"/>
                <a:ext cx="57313" cy="57313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7"/>
            <p:cNvGrpSpPr/>
            <p:nvPr/>
          </p:nvGrpSpPr>
          <p:grpSpPr>
            <a:xfrm rot="5400000">
              <a:off x="7350095" y="-281046"/>
              <a:ext cx="1715377" cy="1720041"/>
              <a:chOff x="-358879" y="54318"/>
              <a:chExt cx="1715377" cy="1720041"/>
            </a:xfrm>
          </p:grpSpPr>
          <p:sp>
            <p:nvSpPr>
              <p:cNvPr id="1447" name="Google Shape;1447;p27"/>
              <p:cNvSpPr/>
              <p:nvPr/>
            </p:nvSpPr>
            <p:spPr>
              <a:xfrm flipH="1" rot="-535015">
                <a:off x="-267838" y="407841"/>
                <a:ext cx="1283260" cy="1274767"/>
              </a:xfrm>
              <a:custGeom>
                <a:rect b="b" l="l" r="r" t="t"/>
                <a:pathLst>
                  <a:path extrusionOk="0" h="30469" w="30672">
                    <a:moveTo>
                      <a:pt x="217" y="1"/>
                    </a:moveTo>
                    <a:cubicBezTo>
                      <a:pt x="167" y="1"/>
                      <a:pt x="116" y="20"/>
                      <a:pt x="78" y="59"/>
                    </a:cubicBezTo>
                    <a:cubicBezTo>
                      <a:pt x="1" y="136"/>
                      <a:pt x="1" y="261"/>
                      <a:pt x="78" y="340"/>
                    </a:cubicBezTo>
                    <a:lnTo>
                      <a:pt x="4122" y="4384"/>
                    </a:lnTo>
                    <a:cubicBezTo>
                      <a:pt x="4159" y="4420"/>
                      <a:pt x="4209" y="4442"/>
                      <a:pt x="4261" y="4442"/>
                    </a:cubicBezTo>
                    <a:lnTo>
                      <a:pt x="11938" y="4442"/>
                    </a:lnTo>
                    <a:lnTo>
                      <a:pt x="18041" y="10543"/>
                    </a:lnTo>
                    <a:lnTo>
                      <a:pt x="18041" y="18056"/>
                    </a:lnTo>
                    <a:cubicBezTo>
                      <a:pt x="18041" y="18109"/>
                      <a:pt x="18062" y="18159"/>
                      <a:pt x="18099" y="18195"/>
                    </a:cubicBezTo>
                    <a:lnTo>
                      <a:pt x="30314" y="30411"/>
                    </a:lnTo>
                    <a:cubicBezTo>
                      <a:pt x="30353" y="30450"/>
                      <a:pt x="30403" y="30469"/>
                      <a:pt x="30454" y="30469"/>
                    </a:cubicBezTo>
                    <a:cubicBezTo>
                      <a:pt x="30505" y="30469"/>
                      <a:pt x="30555" y="30449"/>
                      <a:pt x="30593" y="30411"/>
                    </a:cubicBezTo>
                    <a:cubicBezTo>
                      <a:pt x="30671" y="30333"/>
                      <a:pt x="30671" y="30207"/>
                      <a:pt x="30593" y="30130"/>
                    </a:cubicBezTo>
                    <a:lnTo>
                      <a:pt x="18437" y="17974"/>
                    </a:lnTo>
                    <a:lnTo>
                      <a:pt x="18437" y="10461"/>
                    </a:lnTo>
                    <a:cubicBezTo>
                      <a:pt x="18437" y="10408"/>
                      <a:pt x="18416" y="10359"/>
                      <a:pt x="18379" y="10322"/>
                    </a:cubicBezTo>
                    <a:lnTo>
                      <a:pt x="12161" y="4104"/>
                    </a:lnTo>
                    <a:cubicBezTo>
                      <a:pt x="12124" y="4066"/>
                      <a:pt x="12073" y="4046"/>
                      <a:pt x="12021" y="4046"/>
                    </a:cubicBezTo>
                    <a:lnTo>
                      <a:pt x="4344" y="4046"/>
                    </a:lnTo>
                    <a:lnTo>
                      <a:pt x="358" y="59"/>
                    </a:lnTo>
                    <a:cubicBezTo>
                      <a:pt x="319" y="20"/>
                      <a:pt x="268" y="1"/>
                      <a:pt x="2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7"/>
              <p:cNvSpPr/>
              <p:nvPr/>
            </p:nvSpPr>
            <p:spPr>
              <a:xfrm flipH="1" rot="-535015">
                <a:off x="-269234" y="193863"/>
                <a:ext cx="690999" cy="1136994"/>
              </a:xfrm>
              <a:custGeom>
                <a:rect b="b" l="l" r="r" t="t"/>
                <a:pathLst>
                  <a:path extrusionOk="0" h="27176" w="16516">
                    <a:moveTo>
                      <a:pt x="199" y="1"/>
                    </a:moveTo>
                    <a:cubicBezTo>
                      <a:pt x="89" y="1"/>
                      <a:pt x="0" y="89"/>
                      <a:pt x="0" y="198"/>
                    </a:cubicBezTo>
                    <a:lnTo>
                      <a:pt x="0" y="3234"/>
                    </a:lnTo>
                    <a:cubicBezTo>
                      <a:pt x="0" y="3287"/>
                      <a:pt x="22" y="3337"/>
                      <a:pt x="58" y="3375"/>
                    </a:cubicBezTo>
                    <a:lnTo>
                      <a:pt x="8117" y="11432"/>
                    </a:lnTo>
                    <a:lnTo>
                      <a:pt x="8117" y="18999"/>
                    </a:lnTo>
                    <a:cubicBezTo>
                      <a:pt x="8117" y="20426"/>
                      <a:pt x="15344" y="26448"/>
                      <a:pt x="16168" y="27129"/>
                    </a:cubicBezTo>
                    <a:cubicBezTo>
                      <a:pt x="16205" y="27160"/>
                      <a:pt x="16249" y="27175"/>
                      <a:pt x="16293" y="27175"/>
                    </a:cubicBezTo>
                    <a:cubicBezTo>
                      <a:pt x="16350" y="27175"/>
                      <a:pt x="16407" y="27151"/>
                      <a:pt x="16446" y="27103"/>
                    </a:cubicBezTo>
                    <a:cubicBezTo>
                      <a:pt x="16515" y="27019"/>
                      <a:pt x="16504" y="26895"/>
                      <a:pt x="16420" y="26826"/>
                    </a:cubicBezTo>
                    <a:cubicBezTo>
                      <a:pt x="13363" y="24296"/>
                      <a:pt x="8513" y="19933"/>
                      <a:pt x="8513" y="18999"/>
                    </a:cubicBezTo>
                    <a:lnTo>
                      <a:pt x="8513" y="11351"/>
                    </a:lnTo>
                    <a:cubicBezTo>
                      <a:pt x="8513" y="11298"/>
                      <a:pt x="8492" y="11248"/>
                      <a:pt x="8455" y="11210"/>
                    </a:cubicBezTo>
                    <a:lnTo>
                      <a:pt x="396" y="3152"/>
                    </a:lnTo>
                    <a:lnTo>
                      <a:pt x="396" y="198"/>
                    </a:lnTo>
                    <a:cubicBezTo>
                      <a:pt x="396" y="89"/>
                      <a:pt x="308" y="1"/>
                      <a:pt x="1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7"/>
              <p:cNvSpPr/>
              <p:nvPr/>
            </p:nvSpPr>
            <p:spPr>
              <a:xfrm flipH="1" rot="-535015">
                <a:off x="189852" y="1570640"/>
                <a:ext cx="84388" cy="84388"/>
              </a:xfrm>
              <a:custGeom>
                <a:rect b="b" l="l" r="r" t="t"/>
                <a:pathLst>
                  <a:path extrusionOk="0" h="2017" w="2017">
                    <a:moveTo>
                      <a:pt x="1009" y="1"/>
                    </a:moveTo>
                    <a:cubicBezTo>
                      <a:pt x="453" y="1"/>
                      <a:pt x="1" y="452"/>
                      <a:pt x="1" y="1008"/>
                    </a:cubicBezTo>
                    <a:cubicBezTo>
                      <a:pt x="1" y="1565"/>
                      <a:pt x="453" y="2016"/>
                      <a:pt x="1009" y="2016"/>
                    </a:cubicBezTo>
                    <a:cubicBezTo>
                      <a:pt x="1566" y="2016"/>
                      <a:pt x="2017" y="1565"/>
                      <a:pt x="2017" y="1008"/>
                    </a:cubicBezTo>
                    <a:cubicBezTo>
                      <a:pt x="2017" y="452"/>
                      <a:pt x="1566" y="1"/>
                      <a:pt x="1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7"/>
              <p:cNvSpPr/>
              <p:nvPr/>
            </p:nvSpPr>
            <p:spPr>
              <a:xfrm flipH="1" rot="-535015">
                <a:off x="108684" y="1489480"/>
                <a:ext cx="246636" cy="246678"/>
              </a:xfrm>
              <a:custGeom>
                <a:rect b="b" l="l" r="r" t="t"/>
                <a:pathLst>
                  <a:path extrusionOk="0" h="5896" w="5895">
                    <a:moveTo>
                      <a:pt x="2947" y="199"/>
                    </a:moveTo>
                    <a:cubicBezTo>
                      <a:pt x="4463" y="199"/>
                      <a:pt x="5696" y="1432"/>
                      <a:pt x="5696" y="2948"/>
                    </a:cubicBezTo>
                    <a:cubicBezTo>
                      <a:pt x="5696" y="4465"/>
                      <a:pt x="4463" y="5698"/>
                      <a:pt x="2947" y="5698"/>
                    </a:cubicBezTo>
                    <a:cubicBezTo>
                      <a:pt x="1432" y="5698"/>
                      <a:pt x="199" y="4465"/>
                      <a:pt x="199" y="2948"/>
                    </a:cubicBezTo>
                    <a:cubicBezTo>
                      <a:pt x="199" y="1432"/>
                      <a:pt x="1432" y="199"/>
                      <a:pt x="2947" y="199"/>
                    </a:cubicBezTo>
                    <a:close/>
                    <a:moveTo>
                      <a:pt x="2947" y="1"/>
                    </a:moveTo>
                    <a:cubicBezTo>
                      <a:pt x="1322" y="1"/>
                      <a:pt x="0" y="1324"/>
                      <a:pt x="0" y="2948"/>
                    </a:cubicBezTo>
                    <a:cubicBezTo>
                      <a:pt x="0" y="4573"/>
                      <a:pt x="1322" y="5895"/>
                      <a:pt x="2947" y="5895"/>
                    </a:cubicBezTo>
                    <a:cubicBezTo>
                      <a:pt x="4573" y="5895"/>
                      <a:pt x="5895" y="4573"/>
                      <a:pt x="5895" y="2948"/>
                    </a:cubicBezTo>
                    <a:cubicBezTo>
                      <a:pt x="5895" y="1324"/>
                      <a:pt x="4572" y="1"/>
                      <a:pt x="2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27"/>
              <p:cNvSpPr/>
              <p:nvPr/>
            </p:nvSpPr>
            <p:spPr>
              <a:xfrm flipH="1" rot="-535015">
                <a:off x="20168" y="628184"/>
                <a:ext cx="84388" cy="84388"/>
              </a:xfrm>
              <a:custGeom>
                <a:rect b="b" l="l" r="r" t="t"/>
                <a:pathLst>
                  <a:path extrusionOk="0" h="2017" w="2017">
                    <a:moveTo>
                      <a:pt x="1009" y="1"/>
                    </a:moveTo>
                    <a:cubicBezTo>
                      <a:pt x="452" y="1"/>
                      <a:pt x="1" y="452"/>
                      <a:pt x="1" y="1009"/>
                    </a:cubicBezTo>
                    <a:cubicBezTo>
                      <a:pt x="1" y="1566"/>
                      <a:pt x="452" y="2016"/>
                      <a:pt x="1009" y="2016"/>
                    </a:cubicBezTo>
                    <a:cubicBezTo>
                      <a:pt x="1566" y="2016"/>
                      <a:pt x="2016" y="1566"/>
                      <a:pt x="2016" y="1009"/>
                    </a:cubicBezTo>
                    <a:cubicBezTo>
                      <a:pt x="2016" y="452"/>
                      <a:pt x="1566" y="1"/>
                      <a:pt x="1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27"/>
              <p:cNvSpPr/>
              <p:nvPr/>
            </p:nvSpPr>
            <p:spPr>
              <a:xfrm flipH="1" rot="-535015">
                <a:off x="-60994" y="547062"/>
                <a:ext cx="246678" cy="246678"/>
              </a:xfrm>
              <a:custGeom>
                <a:rect b="b" l="l" r="r" t="t"/>
                <a:pathLst>
                  <a:path extrusionOk="0" h="5896" w="5896">
                    <a:moveTo>
                      <a:pt x="2948" y="198"/>
                    </a:moveTo>
                    <a:cubicBezTo>
                      <a:pt x="4464" y="198"/>
                      <a:pt x="5697" y="1431"/>
                      <a:pt x="5697" y="2948"/>
                    </a:cubicBezTo>
                    <a:cubicBezTo>
                      <a:pt x="5697" y="4463"/>
                      <a:pt x="4464" y="5697"/>
                      <a:pt x="2948" y="5697"/>
                    </a:cubicBezTo>
                    <a:cubicBezTo>
                      <a:pt x="1433" y="5697"/>
                      <a:pt x="200" y="4463"/>
                      <a:pt x="200" y="2948"/>
                    </a:cubicBezTo>
                    <a:cubicBezTo>
                      <a:pt x="200" y="1432"/>
                      <a:pt x="1433" y="198"/>
                      <a:pt x="2948" y="198"/>
                    </a:cubicBezTo>
                    <a:close/>
                    <a:moveTo>
                      <a:pt x="2948" y="1"/>
                    </a:moveTo>
                    <a:cubicBezTo>
                      <a:pt x="1324" y="1"/>
                      <a:pt x="1" y="1322"/>
                      <a:pt x="1" y="2948"/>
                    </a:cubicBezTo>
                    <a:cubicBezTo>
                      <a:pt x="1" y="4572"/>
                      <a:pt x="1324" y="5895"/>
                      <a:pt x="2948" y="5895"/>
                    </a:cubicBezTo>
                    <a:cubicBezTo>
                      <a:pt x="4574" y="5895"/>
                      <a:pt x="5895" y="4572"/>
                      <a:pt x="5895" y="2948"/>
                    </a:cubicBezTo>
                    <a:cubicBezTo>
                      <a:pt x="5895" y="1322"/>
                      <a:pt x="4574" y="1"/>
                      <a:pt x="2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7"/>
              <p:cNvSpPr/>
              <p:nvPr/>
            </p:nvSpPr>
            <p:spPr>
              <a:xfrm flipH="1" rot="-535015">
                <a:off x="850580" y="240886"/>
                <a:ext cx="133338" cy="133296"/>
              </a:xfrm>
              <a:custGeom>
                <a:rect b="b" l="l" r="r" t="t"/>
                <a:pathLst>
                  <a:path extrusionOk="0" h="3186" w="3187">
                    <a:moveTo>
                      <a:pt x="1593" y="0"/>
                    </a:moveTo>
                    <a:cubicBezTo>
                      <a:pt x="714" y="0"/>
                      <a:pt x="1" y="713"/>
                      <a:pt x="1" y="1593"/>
                    </a:cubicBezTo>
                    <a:cubicBezTo>
                      <a:pt x="1" y="2472"/>
                      <a:pt x="714" y="3185"/>
                      <a:pt x="1593" y="3185"/>
                    </a:cubicBezTo>
                    <a:cubicBezTo>
                      <a:pt x="2473" y="3185"/>
                      <a:pt x="3187" y="2472"/>
                      <a:pt x="3187" y="1593"/>
                    </a:cubicBezTo>
                    <a:cubicBezTo>
                      <a:pt x="3187" y="713"/>
                      <a:pt x="2473" y="0"/>
                      <a:pt x="15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7"/>
              <p:cNvSpPr/>
              <p:nvPr/>
            </p:nvSpPr>
            <p:spPr>
              <a:xfrm flipH="1" rot="-535015">
                <a:off x="889154" y="279461"/>
                <a:ext cx="56189" cy="56147"/>
              </a:xfrm>
              <a:custGeom>
                <a:rect b="b" l="l" r="r" t="t"/>
                <a:pathLst>
                  <a:path extrusionOk="0" h="1342" w="1343">
                    <a:moveTo>
                      <a:pt x="671" y="1"/>
                    </a:moveTo>
                    <a:cubicBezTo>
                      <a:pt x="301" y="1"/>
                      <a:pt x="1" y="301"/>
                      <a:pt x="1" y="671"/>
                    </a:cubicBezTo>
                    <a:cubicBezTo>
                      <a:pt x="1" y="1041"/>
                      <a:pt x="301" y="1341"/>
                      <a:pt x="671" y="1341"/>
                    </a:cubicBezTo>
                    <a:cubicBezTo>
                      <a:pt x="1042" y="1341"/>
                      <a:pt x="1343" y="1041"/>
                      <a:pt x="1343" y="671"/>
                    </a:cubicBezTo>
                    <a:cubicBezTo>
                      <a:pt x="1343" y="301"/>
                      <a:pt x="1042" y="1"/>
                      <a:pt x="6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7"/>
              <p:cNvSpPr/>
              <p:nvPr/>
            </p:nvSpPr>
            <p:spPr>
              <a:xfrm flipH="1" rot="-535015">
                <a:off x="251777" y="63843"/>
                <a:ext cx="133296" cy="133296"/>
              </a:xfrm>
              <a:custGeom>
                <a:rect b="b" l="l" r="r" t="t"/>
                <a:pathLst>
                  <a:path extrusionOk="0" h="3186" w="3186">
                    <a:moveTo>
                      <a:pt x="1593" y="0"/>
                    </a:moveTo>
                    <a:cubicBezTo>
                      <a:pt x="713" y="0"/>
                      <a:pt x="1" y="713"/>
                      <a:pt x="1" y="1592"/>
                    </a:cubicBezTo>
                    <a:cubicBezTo>
                      <a:pt x="1" y="2472"/>
                      <a:pt x="713" y="3186"/>
                      <a:pt x="1593" y="3186"/>
                    </a:cubicBezTo>
                    <a:cubicBezTo>
                      <a:pt x="2473" y="3186"/>
                      <a:pt x="3185" y="2472"/>
                      <a:pt x="3185" y="1592"/>
                    </a:cubicBezTo>
                    <a:cubicBezTo>
                      <a:pt x="3185" y="713"/>
                      <a:pt x="2473" y="0"/>
                      <a:pt x="15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27"/>
              <p:cNvSpPr/>
              <p:nvPr/>
            </p:nvSpPr>
            <p:spPr>
              <a:xfrm flipH="1" rot="-535015">
                <a:off x="290351" y="102418"/>
                <a:ext cx="56147" cy="56147"/>
              </a:xfrm>
              <a:custGeom>
                <a:rect b="b" l="l" r="r" t="t"/>
                <a:pathLst>
                  <a:path extrusionOk="0" h="1342" w="1342">
                    <a:moveTo>
                      <a:pt x="671" y="0"/>
                    </a:moveTo>
                    <a:cubicBezTo>
                      <a:pt x="301" y="0"/>
                      <a:pt x="1" y="300"/>
                      <a:pt x="1" y="670"/>
                    </a:cubicBezTo>
                    <a:cubicBezTo>
                      <a:pt x="1" y="1042"/>
                      <a:pt x="301" y="1342"/>
                      <a:pt x="671" y="1342"/>
                    </a:cubicBezTo>
                    <a:cubicBezTo>
                      <a:pt x="1041" y="1342"/>
                      <a:pt x="1341" y="1042"/>
                      <a:pt x="1341" y="670"/>
                    </a:cubicBezTo>
                    <a:cubicBezTo>
                      <a:pt x="1341" y="300"/>
                      <a:pt x="1041" y="0"/>
                      <a:pt x="6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27"/>
              <p:cNvSpPr/>
              <p:nvPr/>
            </p:nvSpPr>
            <p:spPr>
              <a:xfrm flipH="1" rot="-535015">
                <a:off x="1173403" y="234575"/>
                <a:ext cx="84388" cy="84388"/>
              </a:xfrm>
              <a:custGeom>
                <a:rect b="b" l="l" r="r" t="t"/>
                <a:pathLst>
                  <a:path extrusionOk="0" h="2017" w="2017">
                    <a:moveTo>
                      <a:pt x="1009" y="1"/>
                    </a:moveTo>
                    <a:cubicBezTo>
                      <a:pt x="453" y="1"/>
                      <a:pt x="1" y="452"/>
                      <a:pt x="1" y="1008"/>
                    </a:cubicBezTo>
                    <a:cubicBezTo>
                      <a:pt x="1" y="1565"/>
                      <a:pt x="453" y="2016"/>
                      <a:pt x="1009" y="2016"/>
                    </a:cubicBezTo>
                    <a:cubicBezTo>
                      <a:pt x="1566" y="2016"/>
                      <a:pt x="2017" y="1565"/>
                      <a:pt x="2017" y="1008"/>
                    </a:cubicBezTo>
                    <a:cubicBezTo>
                      <a:pt x="2017" y="452"/>
                      <a:pt x="1566" y="1"/>
                      <a:pt x="1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7"/>
              <p:cNvSpPr/>
              <p:nvPr/>
            </p:nvSpPr>
            <p:spPr>
              <a:xfrm flipH="1" rot="-535015">
                <a:off x="1092235" y="153415"/>
                <a:ext cx="246636" cy="246678"/>
              </a:xfrm>
              <a:custGeom>
                <a:rect b="b" l="l" r="r" t="t"/>
                <a:pathLst>
                  <a:path extrusionOk="0" h="5896" w="5895">
                    <a:moveTo>
                      <a:pt x="2947" y="199"/>
                    </a:moveTo>
                    <a:cubicBezTo>
                      <a:pt x="4463" y="199"/>
                      <a:pt x="5696" y="1432"/>
                      <a:pt x="5696" y="2948"/>
                    </a:cubicBezTo>
                    <a:cubicBezTo>
                      <a:pt x="5696" y="4465"/>
                      <a:pt x="4463" y="5698"/>
                      <a:pt x="2947" y="5698"/>
                    </a:cubicBezTo>
                    <a:cubicBezTo>
                      <a:pt x="1432" y="5698"/>
                      <a:pt x="199" y="4465"/>
                      <a:pt x="199" y="2948"/>
                    </a:cubicBezTo>
                    <a:cubicBezTo>
                      <a:pt x="199" y="1432"/>
                      <a:pt x="1432" y="199"/>
                      <a:pt x="2947" y="199"/>
                    </a:cubicBezTo>
                    <a:close/>
                    <a:moveTo>
                      <a:pt x="2947" y="1"/>
                    </a:moveTo>
                    <a:cubicBezTo>
                      <a:pt x="1322" y="1"/>
                      <a:pt x="0" y="1324"/>
                      <a:pt x="0" y="2948"/>
                    </a:cubicBezTo>
                    <a:cubicBezTo>
                      <a:pt x="0" y="4573"/>
                      <a:pt x="1322" y="5895"/>
                      <a:pt x="2947" y="5895"/>
                    </a:cubicBezTo>
                    <a:cubicBezTo>
                      <a:pt x="4573" y="5895"/>
                      <a:pt x="5895" y="4573"/>
                      <a:pt x="5895" y="2948"/>
                    </a:cubicBezTo>
                    <a:cubicBezTo>
                      <a:pt x="5895" y="1324"/>
                      <a:pt x="4572" y="1"/>
                      <a:pt x="2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59" name="Google Shape;1459;p27"/>
          <p:cNvGrpSpPr/>
          <p:nvPr/>
        </p:nvGrpSpPr>
        <p:grpSpPr>
          <a:xfrm>
            <a:off x="169303" y="108322"/>
            <a:ext cx="8781286" cy="4733034"/>
            <a:chOff x="169303" y="108322"/>
            <a:chExt cx="8781286" cy="4733034"/>
          </a:xfrm>
        </p:grpSpPr>
        <p:grpSp>
          <p:nvGrpSpPr>
            <p:cNvPr id="1460" name="Google Shape;1460;p27"/>
            <p:cNvGrpSpPr/>
            <p:nvPr/>
          </p:nvGrpSpPr>
          <p:grpSpPr>
            <a:xfrm>
              <a:off x="169303" y="3485776"/>
              <a:ext cx="1028297" cy="1355579"/>
              <a:chOff x="169303" y="3485776"/>
              <a:chExt cx="1028297" cy="1355579"/>
            </a:xfrm>
          </p:grpSpPr>
          <p:sp>
            <p:nvSpPr>
              <p:cNvPr id="1461" name="Google Shape;1461;p27"/>
              <p:cNvSpPr/>
              <p:nvPr/>
            </p:nvSpPr>
            <p:spPr>
              <a:xfrm>
                <a:off x="169303" y="3485776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7"/>
              <p:cNvSpPr/>
              <p:nvPr/>
            </p:nvSpPr>
            <p:spPr>
              <a:xfrm>
                <a:off x="264915" y="3581388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7"/>
              <p:cNvSpPr/>
              <p:nvPr/>
            </p:nvSpPr>
            <p:spPr>
              <a:xfrm>
                <a:off x="357889" y="3674417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27"/>
              <p:cNvSpPr/>
              <p:nvPr/>
            </p:nvSpPr>
            <p:spPr>
              <a:xfrm>
                <a:off x="949394" y="459309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27"/>
              <p:cNvSpPr/>
              <p:nvPr/>
            </p:nvSpPr>
            <p:spPr>
              <a:xfrm>
                <a:off x="1045006" y="4688705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7"/>
              <p:cNvSpPr/>
              <p:nvPr/>
            </p:nvSpPr>
            <p:spPr>
              <a:xfrm>
                <a:off x="1137980" y="4781734"/>
                <a:ext cx="59621" cy="59621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7" name="Google Shape;1467;p27"/>
            <p:cNvGrpSpPr/>
            <p:nvPr/>
          </p:nvGrpSpPr>
          <p:grpSpPr>
            <a:xfrm rot="5400000">
              <a:off x="7555487" y="-503250"/>
              <a:ext cx="783530" cy="2006674"/>
              <a:chOff x="28157" y="171532"/>
              <a:chExt cx="783530" cy="2006674"/>
            </a:xfrm>
          </p:grpSpPr>
          <p:sp>
            <p:nvSpPr>
              <p:cNvPr id="1468" name="Google Shape;1468;p27"/>
              <p:cNvSpPr/>
              <p:nvPr/>
            </p:nvSpPr>
            <p:spPr>
              <a:xfrm flipH="1" rot="-535015">
                <a:off x="595074" y="387016"/>
                <a:ext cx="58448" cy="58406"/>
              </a:xfrm>
              <a:custGeom>
                <a:rect b="b" l="l" r="r" t="t"/>
                <a:pathLst>
                  <a:path extrusionOk="0" h="1396" w="1397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3"/>
                      <a:pt x="313" y="1396"/>
                      <a:pt x="698" y="1396"/>
                    </a:cubicBezTo>
                    <a:cubicBezTo>
                      <a:pt x="1084" y="1396"/>
                      <a:pt x="1397" y="1083"/>
                      <a:pt x="1397" y="698"/>
                    </a:cubicBezTo>
                    <a:cubicBezTo>
                      <a:pt x="1397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27"/>
              <p:cNvSpPr/>
              <p:nvPr/>
            </p:nvSpPr>
            <p:spPr>
              <a:xfrm flipH="1" rot="-535015">
                <a:off x="671004" y="282782"/>
                <a:ext cx="58406" cy="58448"/>
              </a:xfrm>
              <a:custGeom>
                <a:rect b="b" l="l" r="r" t="t"/>
                <a:pathLst>
                  <a:path extrusionOk="0" h="1397" w="1396">
                    <a:moveTo>
                      <a:pt x="698" y="1"/>
                    </a:moveTo>
                    <a:cubicBezTo>
                      <a:pt x="312" y="1"/>
                      <a:pt x="0" y="314"/>
                      <a:pt x="0" y="699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699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7"/>
              <p:cNvSpPr/>
              <p:nvPr/>
            </p:nvSpPr>
            <p:spPr>
              <a:xfrm flipH="1" rot="-535015">
                <a:off x="749065" y="175709"/>
                <a:ext cx="58448" cy="58406"/>
              </a:xfrm>
              <a:custGeom>
                <a:rect b="b" l="l" r="r" t="t"/>
                <a:pathLst>
                  <a:path extrusionOk="0" h="1396" w="1397">
                    <a:moveTo>
                      <a:pt x="700" y="1"/>
                    </a:moveTo>
                    <a:cubicBezTo>
                      <a:pt x="314" y="1"/>
                      <a:pt x="1" y="313"/>
                      <a:pt x="1" y="698"/>
                    </a:cubicBezTo>
                    <a:cubicBezTo>
                      <a:pt x="1" y="1083"/>
                      <a:pt x="314" y="1396"/>
                      <a:pt x="700" y="1396"/>
                    </a:cubicBezTo>
                    <a:cubicBezTo>
                      <a:pt x="1085" y="1396"/>
                      <a:pt x="1397" y="1083"/>
                      <a:pt x="1397" y="698"/>
                    </a:cubicBezTo>
                    <a:cubicBezTo>
                      <a:pt x="1397" y="313"/>
                      <a:pt x="1085" y="1"/>
                      <a:pt x="7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7"/>
              <p:cNvSpPr/>
              <p:nvPr/>
            </p:nvSpPr>
            <p:spPr>
              <a:xfrm flipH="1" rot="-535015">
                <a:off x="32336" y="2115540"/>
                <a:ext cx="58448" cy="58490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27"/>
              <p:cNvSpPr/>
              <p:nvPr/>
            </p:nvSpPr>
            <p:spPr>
              <a:xfrm flipH="1" rot="-535015">
                <a:off x="108270" y="2011387"/>
                <a:ext cx="58448" cy="58406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27"/>
              <p:cNvSpPr/>
              <p:nvPr/>
            </p:nvSpPr>
            <p:spPr>
              <a:xfrm flipH="1" rot="-535015">
                <a:off x="186328" y="1904237"/>
                <a:ext cx="58406" cy="58490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27"/>
              <p:cNvSpPr/>
              <p:nvPr/>
            </p:nvSpPr>
            <p:spPr>
              <a:xfrm flipH="1" rot="-535015">
                <a:off x="355453" y="934079"/>
                <a:ext cx="58448" cy="58490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27"/>
              <p:cNvSpPr/>
              <p:nvPr/>
            </p:nvSpPr>
            <p:spPr>
              <a:xfrm flipH="1" rot="-535015">
                <a:off x="431386" y="829926"/>
                <a:ext cx="58448" cy="58406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27"/>
              <p:cNvSpPr/>
              <p:nvPr/>
            </p:nvSpPr>
            <p:spPr>
              <a:xfrm flipH="1" rot="-535015">
                <a:off x="509445" y="722776"/>
                <a:ext cx="58406" cy="58490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77" name="Google Shape;1477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p28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0" name="Google Shape;1480;p28"/>
          <p:cNvGrpSpPr/>
          <p:nvPr/>
        </p:nvGrpSpPr>
        <p:grpSpPr>
          <a:xfrm>
            <a:off x="107100" y="297091"/>
            <a:ext cx="8828225" cy="4620334"/>
            <a:chOff x="107100" y="297091"/>
            <a:chExt cx="8828225" cy="4620334"/>
          </a:xfrm>
        </p:grpSpPr>
        <p:grpSp>
          <p:nvGrpSpPr>
            <p:cNvPr id="1481" name="Google Shape;1481;p28"/>
            <p:cNvGrpSpPr/>
            <p:nvPr/>
          </p:nvGrpSpPr>
          <p:grpSpPr>
            <a:xfrm rot="-5400000">
              <a:off x="7963500" y="3945600"/>
              <a:ext cx="1439100" cy="504550"/>
              <a:chOff x="2539675" y="122850"/>
              <a:chExt cx="1439100" cy="504550"/>
            </a:xfrm>
          </p:grpSpPr>
          <p:sp>
            <p:nvSpPr>
              <p:cNvPr id="1482" name="Google Shape;1482;p28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28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4" name="Google Shape;1484;p28"/>
            <p:cNvGrpSpPr/>
            <p:nvPr/>
          </p:nvGrpSpPr>
          <p:grpSpPr>
            <a:xfrm flipH="1" rot="10800000">
              <a:off x="107100" y="297091"/>
              <a:ext cx="902722" cy="1668111"/>
              <a:chOff x="107100" y="3364289"/>
              <a:chExt cx="902722" cy="1668111"/>
            </a:xfrm>
          </p:grpSpPr>
          <p:sp>
            <p:nvSpPr>
              <p:cNvPr id="1485" name="Google Shape;1485;p28"/>
              <p:cNvSpPr/>
              <p:nvPr/>
            </p:nvSpPr>
            <p:spPr>
              <a:xfrm>
                <a:off x="390481" y="3697977"/>
                <a:ext cx="271201" cy="723536"/>
              </a:xfrm>
              <a:custGeom>
                <a:rect b="b" l="l" r="r" t="t"/>
                <a:pathLst>
                  <a:path extrusionOk="0" h="6835" w="2562">
                    <a:moveTo>
                      <a:pt x="2344" y="1"/>
                    </a:moveTo>
                    <a:cubicBezTo>
                      <a:pt x="2293" y="1"/>
                      <a:pt x="2242" y="20"/>
                      <a:pt x="2204" y="58"/>
                    </a:cubicBezTo>
                    <a:lnTo>
                      <a:pt x="58" y="2205"/>
                    </a:lnTo>
                    <a:cubicBezTo>
                      <a:pt x="21" y="2242"/>
                      <a:pt x="0" y="2292"/>
                      <a:pt x="0" y="2345"/>
                    </a:cubicBezTo>
                    <a:lnTo>
                      <a:pt x="0" y="6636"/>
                    </a:lnTo>
                    <a:cubicBezTo>
                      <a:pt x="0" y="6746"/>
                      <a:pt x="89" y="6835"/>
                      <a:pt x="198" y="6835"/>
                    </a:cubicBezTo>
                    <a:cubicBezTo>
                      <a:pt x="308" y="6835"/>
                      <a:pt x="395" y="6746"/>
                      <a:pt x="395" y="6636"/>
                    </a:cubicBezTo>
                    <a:lnTo>
                      <a:pt x="395" y="2426"/>
                    </a:lnTo>
                    <a:lnTo>
                      <a:pt x="2484" y="339"/>
                    </a:lnTo>
                    <a:cubicBezTo>
                      <a:pt x="2561" y="262"/>
                      <a:pt x="2561" y="135"/>
                      <a:pt x="2484" y="58"/>
                    </a:cubicBezTo>
                    <a:cubicBezTo>
                      <a:pt x="2445" y="20"/>
                      <a:pt x="2394" y="1"/>
                      <a:pt x="2344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28"/>
              <p:cNvSpPr/>
              <p:nvPr/>
            </p:nvSpPr>
            <p:spPr>
              <a:xfrm>
                <a:off x="250291" y="45629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28"/>
              <p:cNvSpPr/>
              <p:nvPr/>
            </p:nvSpPr>
            <p:spPr>
              <a:xfrm>
                <a:off x="107100" y="441980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28"/>
              <p:cNvSpPr/>
              <p:nvPr/>
            </p:nvSpPr>
            <p:spPr>
              <a:xfrm>
                <a:off x="592822" y="3364289"/>
                <a:ext cx="417000" cy="4167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89" name="Google Shape;148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90" name="Google Shape;1490;p28"/>
          <p:cNvSpPr txBox="1"/>
          <p:nvPr>
            <p:ph idx="1" type="subTitle"/>
          </p:nvPr>
        </p:nvSpPr>
        <p:spPr>
          <a:xfrm>
            <a:off x="1900900" y="2128575"/>
            <a:ext cx="22938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1" name="Google Shape;1491;p28"/>
          <p:cNvSpPr txBox="1"/>
          <p:nvPr>
            <p:ph idx="2" type="subTitle"/>
          </p:nvPr>
        </p:nvSpPr>
        <p:spPr>
          <a:xfrm>
            <a:off x="4949300" y="2128575"/>
            <a:ext cx="22938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2" name="Google Shape;1492;p28"/>
          <p:cNvSpPr txBox="1"/>
          <p:nvPr>
            <p:ph idx="3" type="subTitle"/>
          </p:nvPr>
        </p:nvSpPr>
        <p:spPr>
          <a:xfrm>
            <a:off x="1900900" y="3561975"/>
            <a:ext cx="22938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3" name="Google Shape;1493;p28"/>
          <p:cNvSpPr txBox="1"/>
          <p:nvPr>
            <p:ph idx="4" type="subTitle"/>
          </p:nvPr>
        </p:nvSpPr>
        <p:spPr>
          <a:xfrm>
            <a:off x="4949300" y="3561975"/>
            <a:ext cx="22938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4" name="Google Shape;1494;p28"/>
          <p:cNvSpPr txBox="1"/>
          <p:nvPr>
            <p:ph idx="5" type="subTitle"/>
          </p:nvPr>
        </p:nvSpPr>
        <p:spPr>
          <a:xfrm>
            <a:off x="1900900" y="1766975"/>
            <a:ext cx="2293800" cy="4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495" name="Google Shape;1495;p28"/>
          <p:cNvSpPr txBox="1"/>
          <p:nvPr>
            <p:ph idx="6" type="subTitle"/>
          </p:nvPr>
        </p:nvSpPr>
        <p:spPr>
          <a:xfrm>
            <a:off x="1900900" y="3200400"/>
            <a:ext cx="2293800" cy="4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496" name="Google Shape;1496;p28"/>
          <p:cNvSpPr txBox="1"/>
          <p:nvPr>
            <p:ph idx="7" type="subTitle"/>
          </p:nvPr>
        </p:nvSpPr>
        <p:spPr>
          <a:xfrm>
            <a:off x="4949298" y="1766975"/>
            <a:ext cx="2293800" cy="4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497" name="Google Shape;1497;p28"/>
          <p:cNvSpPr txBox="1"/>
          <p:nvPr>
            <p:ph idx="8" type="subTitle"/>
          </p:nvPr>
        </p:nvSpPr>
        <p:spPr>
          <a:xfrm>
            <a:off x="4949298" y="3200400"/>
            <a:ext cx="2293800" cy="4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grpSp>
        <p:nvGrpSpPr>
          <p:cNvPr id="1498" name="Google Shape;1498;p28"/>
          <p:cNvGrpSpPr/>
          <p:nvPr/>
        </p:nvGrpSpPr>
        <p:grpSpPr>
          <a:xfrm>
            <a:off x="90860" y="-82702"/>
            <a:ext cx="9067137" cy="5454796"/>
            <a:chOff x="90860" y="-82702"/>
            <a:chExt cx="9067137" cy="5454796"/>
          </a:xfrm>
        </p:grpSpPr>
        <p:grpSp>
          <p:nvGrpSpPr>
            <p:cNvPr id="1499" name="Google Shape;1499;p28"/>
            <p:cNvGrpSpPr/>
            <p:nvPr/>
          </p:nvGrpSpPr>
          <p:grpSpPr>
            <a:xfrm>
              <a:off x="7794365" y="3589274"/>
              <a:ext cx="1363631" cy="1782819"/>
              <a:chOff x="7794365" y="3589274"/>
              <a:chExt cx="1363631" cy="1782819"/>
            </a:xfrm>
          </p:grpSpPr>
          <p:sp>
            <p:nvSpPr>
              <p:cNvPr id="1500" name="Google Shape;1500;p28"/>
              <p:cNvSpPr/>
              <p:nvPr/>
            </p:nvSpPr>
            <p:spPr>
              <a:xfrm>
                <a:off x="8349320" y="4892096"/>
                <a:ext cx="111063" cy="296297"/>
              </a:xfrm>
              <a:custGeom>
                <a:rect b="b" l="l" r="r" t="t"/>
                <a:pathLst>
                  <a:path extrusionOk="0" h="6835" w="2562">
                    <a:moveTo>
                      <a:pt x="2344" y="1"/>
                    </a:moveTo>
                    <a:cubicBezTo>
                      <a:pt x="2293" y="1"/>
                      <a:pt x="2242" y="20"/>
                      <a:pt x="2204" y="58"/>
                    </a:cubicBezTo>
                    <a:lnTo>
                      <a:pt x="58" y="2205"/>
                    </a:lnTo>
                    <a:cubicBezTo>
                      <a:pt x="21" y="2242"/>
                      <a:pt x="0" y="2292"/>
                      <a:pt x="0" y="2345"/>
                    </a:cubicBezTo>
                    <a:lnTo>
                      <a:pt x="0" y="6636"/>
                    </a:lnTo>
                    <a:cubicBezTo>
                      <a:pt x="0" y="6746"/>
                      <a:pt x="89" y="6835"/>
                      <a:pt x="198" y="6835"/>
                    </a:cubicBezTo>
                    <a:cubicBezTo>
                      <a:pt x="308" y="6835"/>
                      <a:pt x="395" y="6746"/>
                      <a:pt x="395" y="6636"/>
                    </a:cubicBezTo>
                    <a:lnTo>
                      <a:pt x="395" y="2426"/>
                    </a:lnTo>
                    <a:lnTo>
                      <a:pt x="2484" y="339"/>
                    </a:lnTo>
                    <a:cubicBezTo>
                      <a:pt x="2561" y="262"/>
                      <a:pt x="2561" y="135"/>
                      <a:pt x="2484" y="58"/>
                    </a:cubicBezTo>
                    <a:cubicBezTo>
                      <a:pt x="2445" y="20"/>
                      <a:pt x="2394" y="1"/>
                      <a:pt x="23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28"/>
              <p:cNvSpPr/>
              <p:nvPr/>
            </p:nvSpPr>
            <p:spPr>
              <a:xfrm>
                <a:off x="7853970" y="4734112"/>
                <a:ext cx="160568" cy="637982"/>
              </a:xfrm>
              <a:custGeom>
                <a:rect b="b" l="l" r="r" t="t"/>
                <a:pathLst>
                  <a:path extrusionOk="0" h="14717" w="3704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28"/>
              <p:cNvSpPr/>
              <p:nvPr/>
            </p:nvSpPr>
            <p:spPr>
              <a:xfrm>
                <a:off x="7794365" y="4673682"/>
                <a:ext cx="138113" cy="138070"/>
              </a:xfrm>
              <a:custGeom>
                <a:rect b="b" l="l" r="r" t="t"/>
                <a:pathLst>
                  <a:path extrusionOk="0" h="3185" w="3186">
                    <a:moveTo>
                      <a:pt x="1593" y="0"/>
                    </a:moveTo>
                    <a:cubicBezTo>
                      <a:pt x="714" y="0"/>
                      <a:pt x="1" y="713"/>
                      <a:pt x="1" y="1593"/>
                    </a:cubicBezTo>
                    <a:cubicBezTo>
                      <a:pt x="1" y="2472"/>
                      <a:pt x="714" y="3185"/>
                      <a:pt x="1593" y="3185"/>
                    </a:cubicBezTo>
                    <a:cubicBezTo>
                      <a:pt x="2473" y="3185"/>
                      <a:pt x="3186" y="2472"/>
                      <a:pt x="3186" y="1593"/>
                    </a:cubicBezTo>
                    <a:cubicBezTo>
                      <a:pt x="3186" y="713"/>
                      <a:pt x="2473" y="0"/>
                      <a:pt x="15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28"/>
              <p:cNvSpPr/>
              <p:nvPr/>
            </p:nvSpPr>
            <p:spPr>
              <a:xfrm>
                <a:off x="7834333" y="4713651"/>
                <a:ext cx="58176" cy="58132"/>
              </a:xfrm>
              <a:custGeom>
                <a:rect b="b" l="l" r="r" t="t"/>
                <a:pathLst>
                  <a:path extrusionOk="0" h="1341" w="1342">
                    <a:moveTo>
                      <a:pt x="671" y="0"/>
                    </a:moveTo>
                    <a:cubicBezTo>
                      <a:pt x="301" y="0"/>
                      <a:pt x="1" y="301"/>
                      <a:pt x="1" y="671"/>
                    </a:cubicBezTo>
                    <a:cubicBezTo>
                      <a:pt x="1" y="1041"/>
                      <a:pt x="301" y="1341"/>
                      <a:pt x="671" y="1341"/>
                    </a:cubicBezTo>
                    <a:cubicBezTo>
                      <a:pt x="1041" y="1341"/>
                      <a:pt x="1341" y="1041"/>
                      <a:pt x="1341" y="671"/>
                    </a:cubicBezTo>
                    <a:cubicBezTo>
                      <a:pt x="1341" y="301"/>
                      <a:pt x="1041" y="0"/>
                      <a:pt x="6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28"/>
              <p:cNvSpPr/>
              <p:nvPr/>
            </p:nvSpPr>
            <p:spPr>
              <a:xfrm>
                <a:off x="8384952" y="4824123"/>
                <a:ext cx="138156" cy="138113"/>
              </a:xfrm>
              <a:custGeom>
                <a:rect b="b" l="l" r="r" t="t"/>
                <a:pathLst>
                  <a:path extrusionOk="0" h="3186" w="3187">
                    <a:moveTo>
                      <a:pt x="1593" y="1"/>
                    </a:moveTo>
                    <a:cubicBezTo>
                      <a:pt x="713" y="1"/>
                      <a:pt x="0" y="714"/>
                      <a:pt x="0" y="1593"/>
                    </a:cubicBezTo>
                    <a:cubicBezTo>
                      <a:pt x="0" y="2473"/>
                      <a:pt x="713" y="3186"/>
                      <a:pt x="1593" y="3186"/>
                    </a:cubicBezTo>
                    <a:cubicBezTo>
                      <a:pt x="2472" y="3186"/>
                      <a:pt x="3186" y="2473"/>
                      <a:pt x="3186" y="1593"/>
                    </a:cubicBezTo>
                    <a:cubicBezTo>
                      <a:pt x="3186" y="714"/>
                      <a:pt x="2472" y="1"/>
                      <a:pt x="15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28"/>
              <p:cNvSpPr/>
              <p:nvPr/>
            </p:nvSpPr>
            <p:spPr>
              <a:xfrm>
                <a:off x="8424919" y="4864092"/>
                <a:ext cx="58176" cy="58176"/>
              </a:xfrm>
              <a:custGeom>
                <a:rect b="b" l="l" r="r" t="t"/>
                <a:pathLst>
                  <a:path extrusionOk="0" h="1342" w="1342">
                    <a:moveTo>
                      <a:pt x="671" y="1"/>
                    </a:moveTo>
                    <a:cubicBezTo>
                      <a:pt x="300" y="1"/>
                      <a:pt x="0" y="301"/>
                      <a:pt x="0" y="671"/>
                    </a:cubicBezTo>
                    <a:cubicBezTo>
                      <a:pt x="0" y="1041"/>
                      <a:pt x="300" y="1342"/>
                      <a:pt x="671" y="1342"/>
                    </a:cubicBezTo>
                    <a:cubicBezTo>
                      <a:pt x="1042" y="1342"/>
                      <a:pt x="1342" y="1041"/>
                      <a:pt x="1342" y="671"/>
                    </a:cubicBezTo>
                    <a:cubicBezTo>
                      <a:pt x="1342" y="301"/>
                      <a:pt x="1042" y="1"/>
                      <a:pt x="6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28"/>
              <p:cNvSpPr/>
              <p:nvPr/>
            </p:nvSpPr>
            <p:spPr>
              <a:xfrm>
                <a:off x="8448102" y="3654597"/>
                <a:ext cx="709894" cy="1646861"/>
              </a:xfrm>
              <a:custGeom>
                <a:rect b="b" l="l" r="r" t="t"/>
                <a:pathLst>
                  <a:path extrusionOk="0" h="37213" w="16041">
                    <a:moveTo>
                      <a:pt x="218" y="1"/>
                    </a:moveTo>
                    <a:cubicBezTo>
                      <a:pt x="167" y="1"/>
                      <a:pt x="117" y="20"/>
                      <a:pt x="78" y="59"/>
                    </a:cubicBezTo>
                    <a:cubicBezTo>
                      <a:pt x="0" y="136"/>
                      <a:pt x="0" y="261"/>
                      <a:pt x="78" y="340"/>
                    </a:cubicBezTo>
                    <a:lnTo>
                      <a:pt x="3490" y="3751"/>
                    </a:lnTo>
                    <a:lnTo>
                      <a:pt x="3490" y="7570"/>
                    </a:lnTo>
                    <a:cubicBezTo>
                      <a:pt x="3490" y="7622"/>
                      <a:pt x="3511" y="7673"/>
                      <a:pt x="3548" y="7709"/>
                    </a:cubicBezTo>
                    <a:lnTo>
                      <a:pt x="11586" y="15747"/>
                    </a:lnTo>
                    <a:lnTo>
                      <a:pt x="11586" y="21264"/>
                    </a:lnTo>
                    <a:cubicBezTo>
                      <a:pt x="11586" y="21316"/>
                      <a:pt x="11607" y="21366"/>
                      <a:pt x="11644" y="21404"/>
                    </a:cubicBezTo>
                    <a:lnTo>
                      <a:pt x="15643" y="25403"/>
                    </a:lnTo>
                    <a:cubicBezTo>
                      <a:pt x="15535" y="36986"/>
                      <a:pt x="15626" y="37079"/>
                      <a:pt x="15700" y="37153"/>
                    </a:cubicBezTo>
                    <a:cubicBezTo>
                      <a:pt x="15737" y="37190"/>
                      <a:pt x="15789" y="37213"/>
                      <a:pt x="15841" y="37213"/>
                    </a:cubicBezTo>
                    <a:cubicBezTo>
                      <a:pt x="15951" y="37213"/>
                      <a:pt x="16040" y="37124"/>
                      <a:pt x="16040" y="37014"/>
                    </a:cubicBezTo>
                    <a:cubicBezTo>
                      <a:pt x="16040" y="36990"/>
                      <a:pt x="16035" y="36966"/>
                      <a:pt x="16027" y="36943"/>
                    </a:cubicBezTo>
                    <a:cubicBezTo>
                      <a:pt x="15961" y="36429"/>
                      <a:pt x="15999" y="29745"/>
                      <a:pt x="16040" y="25324"/>
                    </a:cubicBezTo>
                    <a:cubicBezTo>
                      <a:pt x="16040" y="25271"/>
                      <a:pt x="16019" y="25220"/>
                      <a:pt x="15982" y="25182"/>
                    </a:cubicBezTo>
                    <a:lnTo>
                      <a:pt x="11982" y="21181"/>
                    </a:lnTo>
                    <a:lnTo>
                      <a:pt x="11982" y="15665"/>
                    </a:lnTo>
                    <a:cubicBezTo>
                      <a:pt x="11982" y="15612"/>
                      <a:pt x="11960" y="15562"/>
                      <a:pt x="11924" y="15525"/>
                    </a:cubicBezTo>
                    <a:lnTo>
                      <a:pt x="3886" y="7487"/>
                    </a:lnTo>
                    <a:lnTo>
                      <a:pt x="3886" y="3670"/>
                    </a:lnTo>
                    <a:cubicBezTo>
                      <a:pt x="3886" y="3617"/>
                      <a:pt x="3865" y="3567"/>
                      <a:pt x="3828" y="3529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28"/>
              <p:cNvSpPr/>
              <p:nvPr/>
            </p:nvSpPr>
            <p:spPr>
              <a:xfrm>
                <a:off x="8614072" y="4433417"/>
                <a:ext cx="89218" cy="89218"/>
              </a:xfrm>
              <a:custGeom>
                <a:rect b="b" l="l" r="r" t="t"/>
                <a:pathLst>
                  <a:path extrusionOk="0" h="2016" w="2016">
                    <a:moveTo>
                      <a:pt x="1007" y="0"/>
                    </a:moveTo>
                    <a:cubicBezTo>
                      <a:pt x="451" y="0"/>
                      <a:pt x="0" y="452"/>
                      <a:pt x="0" y="1007"/>
                    </a:cubicBezTo>
                    <a:cubicBezTo>
                      <a:pt x="0" y="1564"/>
                      <a:pt x="451" y="2016"/>
                      <a:pt x="1007" y="2016"/>
                    </a:cubicBezTo>
                    <a:cubicBezTo>
                      <a:pt x="1564" y="2016"/>
                      <a:pt x="2016" y="1564"/>
                      <a:pt x="2016" y="1007"/>
                    </a:cubicBezTo>
                    <a:cubicBezTo>
                      <a:pt x="2016" y="452"/>
                      <a:pt x="1564" y="0"/>
                      <a:pt x="10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28"/>
              <p:cNvSpPr/>
              <p:nvPr/>
            </p:nvSpPr>
            <p:spPr>
              <a:xfrm>
                <a:off x="8528260" y="4347604"/>
                <a:ext cx="260839" cy="260839"/>
              </a:xfrm>
              <a:custGeom>
                <a:rect b="b" l="l" r="r" t="t"/>
                <a:pathLst>
                  <a:path extrusionOk="0" h="5894" w="5894">
                    <a:moveTo>
                      <a:pt x="2946" y="198"/>
                    </a:moveTo>
                    <a:cubicBezTo>
                      <a:pt x="4463" y="198"/>
                      <a:pt x="5696" y="1432"/>
                      <a:pt x="5696" y="2948"/>
                    </a:cubicBezTo>
                    <a:cubicBezTo>
                      <a:pt x="5696" y="4463"/>
                      <a:pt x="4463" y="5696"/>
                      <a:pt x="2946" y="5696"/>
                    </a:cubicBezTo>
                    <a:cubicBezTo>
                      <a:pt x="1431" y="5696"/>
                      <a:pt x="198" y="4463"/>
                      <a:pt x="198" y="2948"/>
                    </a:cubicBezTo>
                    <a:cubicBezTo>
                      <a:pt x="198" y="1431"/>
                      <a:pt x="1431" y="198"/>
                      <a:pt x="2946" y="198"/>
                    </a:cubicBezTo>
                    <a:close/>
                    <a:moveTo>
                      <a:pt x="2946" y="0"/>
                    </a:moveTo>
                    <a:cubicBezTo>
                      <a:pt x="1322" y="0"/>
                      <a:pt x="0" y="1322"/>
                      <a:pt x="0" y="2948"/>
                    </a:cubicBezTo>
                    <a:cubicBezTo>
                      <a:pt x="0" y="4572"/>
                      <a:pt x="1322" y="5894"/>
                      <a:pt x="2946" y="5894"/>
                    </a:cubicBezTo>
                    <a:cubicBezTo>
                      <a:pt x="4572" y="5894"/>
                      <a:pt x="5894" y="4572"/>
                      <a:pt x="5894" y="2948"/>
                    </a:cubicBezTo>
                    <a:cubicBezTo>
                      <a:pt x="5894" y="1322"/>
                      <a:pt x="4572" y="0"/>
                      <a:pt x="29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p28"/>
              <p:cNvSpPr/>
              <p:nvPr/>
            </p:nvSpPr>
            <p:spPr>
              <a:xfrm>
                <a:off x="8387250" y="3589274"/>
                <a:ext cx="140996" cy="141041"/>
              </a:xfrm>
              <a:custGeom>
                <a:rect b="b" l="l" r="r" t="t"/>
                <a:pathLst>
                  <a:path extrusionOk="0" h="3187" w="3186">
                    <a:moveTo>
                      <a:pt x="1593" y="1"/>
                    </a:moveTo>
                    <a:cubicBezTo>
                      <a:pt x="713" y="1"/>
                      <a:pt x="0" y="715"/>
                      <a:pt x="0" y="1594"/>
                    </a:cubicBezTo>
                    <a:cubicBezTo>
                      <a:pt x="0" y="2474"/>
                      <a:pt x="713" y="3187"/>
                      <a:pt x="1593" y="3187"/>
                    </a:cubicBezTo>
                    <a:cubicBezTo>
                      <a:pt x="2472" y="3187"/>
                      <a:pt x="3185" y="2474"/>
                      <a:pt x="3185" y="1594"/>
                    </a:cubicBezTo>
                    <a:cubicBezTo>
                      <a:pt x="3185" y="715"/>
                      <a:pt x="2472" y="1"/>
                      <a:pt x="15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28"/>
              <p:cNvSpPr/>
              <p:nvPr/>
            </p:nvSpPr>
            <p:spPr>
              <a:xfrm>
                <a:off x="8428054" y="3630079"/>
                <a:ext cx="59390" cy="59434"/>
              </a:xfrm>
              <a:custGeom>
                <a:rect b="b" l="l" r="r" t="t"/>
                <a:pathLst>
                  <a:path extrusionOk="0" h="1343" w="1342">
                    <a:moveTo>
                      <a:pt x="671" y="1"/>
                    </a:moveTo>
                    <a:cubicBezTo>
                      <a:pt x="301" y="1"/>
                      <a:pt x="0" y="301"/>
                      <a:pt x="0" y="672"/>
                    </a:cubicBezTo>
                    <a:cubicBezTo>
                      <a:pt x="0" y="1042"/>
                      <a:pt x="301" y="1343"/>
                      <a:pt x="671" y="1343"/>
                    </a:cubicBezTo>
                    <a:cubicBezTo>
                      <a:pt x="1041" y="1343"/>
                      <a:pt x="1341" y="1042"/>
                      <a:pt x="1341" y="672"/>
                    </a:cubicBezTo>
                    <a:cubicBezTo>
                      <a:pt x="1341" y="301"/>
                      <a:pt x="1041" y="1"/>
                      <a:pt x="6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11" name="Google Shape;1511;p28"/>
            <p:cNvGrpSpPr/>
            <p:nvPr/>
          </p:nvGrpSpPr>
          <p:grpSpPr>
            <a:xfrm>
              <a:off x="90860" y="-82702"/>
              <a:ext cx="617358" cy="1172452"/>
              <a:chOff x="14660" y="-82702"/>
              <a:chExt cx="617358" cy="1172452"/>
            </a:xfrm>
          </p:grpSpPr>
          <p:sp>
            <p:nvSpPr>
              <p:cNvPr id="1512" name="Google Shape;1512;p28"/>
              <p:cNvSpPr/>
              <p:nvPr/>
            </p:nvSpPr>
            <p:spPr>
              <a:xfrm rot="-5400000">
                <a:off x="135873" y="207201"/>
                <a:ext cx="786047" cy="206242"/>
              </a:xfrm>
              <a:custGeom>
                <a:rect b="b" l="l" r="r" t="t"/>
                <a:pathLst>
                  <a:path extrusionOk="0" h="3773" w="14380">
                    <a:moveTo>
                      <a:pt x="3670" y="0"/>
                    </a:moveTo>
                    <a:cubicBezTo>
                      <a:pt x="3629" y="0"/>
                      <a:pt x="3590" y="17"/>
                      <a:pt x="3562" y="45"/>
                    </a:cubicBezTo>
                    <a:lnTo>
                      <a:pt x="2021" y="1585"/>
                    </a:lnTo>
                    <a:cubicBezTo>
                      <a:pt x="1807" y="1408"/>
                      <a:pt x="1538" y="1297"/>
                      <a:pt x="1237" y="1297"/>
                    </a:cubicBezTo>
                    <a:cubicBezTo>
                      <a:pt x="554" y="1297"/>
                      <a:pt x="1" y="1852"/>
                      <a:pt x="1" y="2535"/>
                    </a:cubicBezTo>
                    <a:cubicBezTo>
                      <a:pt x="1" y="3218"/>
                      <a:pt x="554" y="3773"/>
                      <a:pt x="1237" y="3773"/>
                    </a:cubicBezTo>
                    <a:cubicBezTo>
                      <a:pt x="1921" y="3773"/>
                      <a:pt x="2475" y="3218"/>
                      <a:pt x="2475" y="2535"/>
                    </a:cubicBezTo>
                    <a:cubicBezTo>
                      <a:pt x="2475" y="2262"/>
                      <a:pt x="2384" y="2011"/>
                      <a:pt x="2234" y="1807"/>
                    </a:cubicBezTo>
                    <a:lnTo>
                      <a:pt x="3734" y="308"/>
                    </a:lnTo>
                    <a:lnTo>
                      <a:pt x="14226" y="308"/>
                    </a:lnTo>
                    <a:cubicBezTo>
                      <a:pt x="14311" y="308"/>
                      <a:pt x="14380" y="239"/>
                      <a:pt x="14380" y="154"/>
                    </a:cubicBezTo>
                    <a:cubicBezTo>
                      <a:pt x="14380" y="69"/>
                      <a:pt x="14311" y="0"/>
                      <a:pt x="142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3" name="Google Shape;1513;p28"/>
              <p:cNvSpPr/>
              <p:nvPr/>
            </p:nvSpPr>
            <p:spPr>
              <a:xfrm rot="-5400000">
                <a:off x="535866" y="607140"/>
                <a:ext cx="56958" cy="57068"/>
              </a:xfrm>
              <a:custGeom>
                <a:rect b="b" l="l" r="r" t="t"/>
                <a:pathLst>
                  <a:path extrusionOk="0" h="1044" w="1042">
                    <a:moveTo>
                      <a:pt x="522" y="1"/>
                    </a:moveTo>
                    <a:cubicBezTo>
                      <a:pt x="233" y="1"/>
                      <a:pt x="0" y="235"/>
                      <a:pt x="0" y="522"/>
                    </a:cubicBezTo>
                    <a:cubicBezTo>
                      <a:pt x="0" y="809"/>
                      <a:pt x="233" y="1043"/>
                      <a:pt x="522" y="1043"/>
                    </a:cubicBezTo>
                    <a:cubicBezTo>
                      <a:pt x="809" y="1043"/>
                      <a:pt x="1042" y="809"/>
                      <a:pt x="1042" y="522"/>
                    </a:cubicBezTo>
                    <a:cubicBezTo>
                      <a:pt x="1042" y="235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28"/>
              <p:cNvSpPr/>
              <p:nvPr/>
            </p:nvSpPr>
            <p:spPr>
              <a:xfrm rot="-5400000">
                <a:off x="-199563" y="273479"/>
                <a:ext cx="1114951" cy="402589"/>
              </a:xfrm>
              <a:custGeom>
                <a:rect b="b" l="l" r="r" t="t"/>
                <a:pathLst>
                  <a:path extrusionOk="0" h="7365" w="20397">
                    <a:moveTo>
                      <a:pt x="14368" y="1"/>
                    </a:moveTo>
                    <a:cubicBezTo>
                      <a:pt x="14327" y="1"/>
                      <a:pt x="14288" y="16"/>
                      <a:pt x="14259" y="46"/>
                    </a:cubicBezTo>
                    <a:lnTo>
                      <a:pt x="11461" y="2844"/>
                    </a:lnTo>
                    <a:lnTo>
                      <a:pt x="4342" y="2844"/>
                    </a:lnTo>
                    <a:cubicBezTo>
                      <a:pt x="4301" y="2844"/>
                      <a:pt x="4262" y="2859"/>
                      <a:pt x="4233" y="2889"/>
                    </a:cubicBezTo>
                    <a:lnTo>
                      <a:pt x="1980" y="5142"/>
                    </a:lnTo>
                    <a:cubicBezTo>
                      <a:pt x="1771" y="4986"/>
                      <a:pt x="1517" y="4890"/>
                      <a:pt x="1237" y="4890"/>
                    </a:cubicBezTo>
                    <a:cubicBezTo>
                      <a:pt x="554" y="4890"/>
                      <a:pt x="1" y="5445"/>
                      <a:pt x="1" y="6128"/>
                    </a:cubicBezTo>
                    <a:cubicBezTo>
                      <a:pt x="1" y="6811"/>
                      <a:pt x="554" y="7364"/>
                      <a:pt x="1237" y="7364"/>
                    </a:cubicBezTo>
                    <a:cubicBezTo>
                      <a:pt x="1920" y="7364"/>
                      <a:pt x="2475" y="6811"/>
                      <a:pt x="2475" y="6128"/>
                    </a:cubicBezTo>
                    <a:cubicBezTo>
                      <a:pt x="2475" y="5835"/>
                      <a:pt x="2368" y="5569"/>
                      <a:pt x="2199" y="5357"/>
                    </a:cubicBezTo>
                    <a:lnTo>
                      <a:pt x="4405" y="3151"/>
                    </a:lnTo>
                    <a:lnTo>
                      <a:pt x="11524" y="3151"/>
                    </a:lnTo>
                    <a:cubicBezTo>
                      <a:pt x="11566" y="3151"/>
                      <a:pt x="11605" y="3135"/>
                      <a:pt x="11633" y="3106"/>
                    </a:cubicBezTo>
                    <a:lnTo>
                      <a:pt x="14431" y="308"/>
                    </a:lnTo>
                    <a:lnTo>
                      <a:pt x="20243" y="308"/>
                    </a:lnTo>
                    <a:cubicBezTo>
                      <a:pt x="20328" y="308"/>
                      <a:pt x="20397" y="239"/>
                      <a:pt x="20397" y="154"/>
                    </a:cubicBezTo>
                    <a:cubicBezTo>
                      <a:pt x="20397" y="69"/>
                      <a:pt x="20328" y="1"/>
                      <a:pt x="20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28"/>
              <p:cNvSpPr/>
              <p:nvPr/>
            </p:nvSpPr>
            <p:spPr>
              <a:xfrm rot="-5400000">
                <a:off x="463055" y="936098"/>
                <a:ext cx="57013" cy="57013"/>
              </a:xfrm>
              <a:custGeom>
                <a:rect b="b" l="l" r="r" t="t"/>
                <a:pathLst>
                  <a:path extrusionOk="0" h="1043" w="1043">
                    <a:moveTo>
                      <a:pt x="522" y="1"/>
                    </a:moveTo>
                    <a:cubicBezTo>
                      <a:pt x="234" y="1"/>
                      <a:pt x="1" y="233"/>
                      <a:pt x="1" y="522"/>
                    </a:cubicBezTo>
                    <a:cubicBezTo>
                      <a:pt x="1" y="809"/>
                      <a:pt x="234" y="1042"/>
                      <a:pt x="522" y="1042"/>
                    </a:cubicBezTo>
                    <a:cubicBezTo>
                      <a:pt x="810" y="1042"/>
                      <a:pt x="1042" y="809"/>
                      <a:pt x="1042" y="522"/>
                    </a:cubicBezTo>
                    <a:cubicBezTo>
                      <a:pt x="1042" y="233"/>
                      <a:pt x="810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28"/>
              <p:cNvSpPr/>
              <p:nvPr/>
            </p:nvSpPr>
            <p:spPr>
              <a:xfrm rot="-5400000">
                <a:off x="-227413" y="159372"/>
                <a:ext cx="702140" cy="217994"/>
              </a:xfrm>
              <a:custGeom>
                <a:rect b="b" l="l" r="r" t="t"/>
                <a:pathLst>
                  <a:path extrusionOk="0" h="3988" w="12845">
                    <a:moveTo>
                      <a:pt x="4160" y="0"/>
                    </a:moveTo>
                    <a:cubicBezTo>
                      <a:pt x="4119" y="0"/>
                      <a:pt x="4080" y="16"/>
                      <a:pt x="4052" y="45"/>
                    </a:cubicBezTo>
                    <a:lnTo>
                      <a:pt x="2161" y="1934"/>
                    </a:lnTo>
                    <a:cubicBezTo>
                      <a:pt x="1934" y="1678"/>
                      <a:pt x="1607" y="1514"/>
                      <a:pt x="1238" y="1514"/>
                    </a:cubicBezTo>
                    <a:cubicBezTo>
                      <a:pt x="555" y="1514"/>
                      <a:pt x="0" y="2068"/>
                      <a:pt x="0" y="2751"/>
                    </a:cubicBezTo>
                    <a:cubicBezTo>
                      <a:pt x="0" y="3435"/>
                      <a:pt x="555" y="3988"/>
                      <a:pt x="1238" y="3988"/>
                    </a:cubicBezTo>
                    <a:cubicBezTo>
                      <a:pt x="1921" y="3988"/>
                      <a:pt x="2476" y="3435"/>
                      <a:pt x="2476" y="2751"/>
                    </a:cubicBezTo>
                    <a:cubicBezTo>
                      <a:pt x="2476" y="2549"/>
                      <a:pt x="2423" y="2362"/>
                      <a:pt x="2338" y="2193"/>
                    </a:cubicBezTo>
                    <a:lnTo>
                      <a:pt x="4223" y="308"/>
                    </a:lnTo>
                    <a:lnTo>
                      <a:pt x="12691" y="308"/>
                    </a:lnTo>
                    <a:cubicBezTo>
                      <a:pt x="12776" y="308"/>
                      <a:pt x="12845" y="239"/>
                      <a:pt x="12845" y="154"/>
                    </a:cubicBezTo>
                    <a:cubicBezTo>
                      <a:pt x="12845" y="69"/>
                      <a:pt x="12776" y="0"/>
                      <a:pt x="126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28"/>
              <p:cNvSpPr/>
              <p:nvPr/>
            </p:nvSpPr>
            <p:spPr>
              <a:xfrm rot="-5400000">
                <a:off x="136475" y="523260"/>
                <a:ext cx="57068" cy="57013"/>
              </a:xfrm>
              <a:custGeom>
                <a:rect b="b" l="l" r="r" t="t"/>
                <a:pathLst>
                  <a:path extrusionOk="0" h="1043" w="1044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10"/>
                      <a:pt x="235" y="1042"/>
                      <a:pt x="522" y="1042"/>
                    </a:cubicBezTo>
                    <a:cubicBezTo>
                      <a:pt x="811" y="1042"/>
                      <a:pt x="1043" y="810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28"/>
              <p:cNvSpPr/>
              <p:nvPr/>
            </p:nvSpPr>
            <p:spPr>
              <a:xfrm rot="-5400000">
                <a:off x="122222" y="921800"/>
                <a:ext cx="85601" cy="85656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3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6" y="1567"/>
                      <a:pt x="1566" y="1216"/>
                      <a:pt x="1566" y="783"/>
                    </a:cubicBezTo>
                    <a:cubicBezTo>
                      <a:pt x="1566" y="351"/>
                      <a:pt x="1216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28"/>
              <p:cNvSpPr/>
              <p:nvPr/>
            </p:nvSpPr>
            <p:spPr>
              <a:xfrm rot="-5400000">
                <a:off x="39873" y="839450"/>
                <a:ext cx="250300" cy="250300"/>
              </a:xfrm>
              <a:custGeom>
                <a:rect b="b" l="l" r="r" t="t"/>
                <a:pathLst>
                  <a:path extrusionOk="0" h="4579" w="4579">
                    <a:moveTo>
                      <a:pt x="2289" y="154"/>
                    </a:moveTo>
                    <a:cubicBezTo>
                      <a:pt x="3466" y="154"/>
                      <a:pt x="4425" y="1111"/>
                      <a:pt x="4425" y="2289"/>
                    </a:cubicBezTo>
                    <a:cubicBezTo>
                      <a:pt x="4425" y="3468"/>
                      <a:pt x="3466" y="4425"/>
                      <a:pt x="2289" y="4425"/>
                    </a:cubicBezTo>
                    <a:cubicBezTo>
                      <a:pt x="1112" y="4425"/>
                      <a:pt x="154" y="3466"/>
                      <a:pt x="154" y="2289"/>
                    </a:cubicBezTo>
                    <a:cubicBezTo>
                      <a:pt x="154" y="1111"/>
                      <a:pt x="1112" y="154"/>
                      <a:pt x="2289" y="154"/>
                    </a:cubicBezTo>
                    <a:close/>
                    <a:moveTo>
                      <a:pt x="2289" y="0"/>
                    </a:moveTo>
                    <a:cubicBezTo>
                      <a:pt x="1026" y="0"/>
                      <a:pt x="0" y="1027"/>
                      <a:pt x="0" y="2289"/>
                    </a:cubicBezTo>
                    <a:cubicBezTo>
                      <a:pt x="0" y="3551"/>
                      <a:pt x="1026" y="4579"/>
                      <a:pt x="2289" y="4579"/>
                    </a:cubicBezTo>
                    <a:cubicBezTo>
                      <a:pt x="3552" y="4579"/>
                      <a:pt x="4579" y="3551"/>
                      <a:pt x="4579" y="2289"/>
                    </a:cubicBezTo>
                    <a:cubicBezTo>
                      <a:pt x="4579" y="1027"/>
                      <a:pt x="3552" y="0"/>
                      <a:pt x="22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20" name="Google Shape;1520;p28"/>
          <p:cNvGrpSpPr/>
          <p:nvPr/>
        </p:nvGrpSpPr>
        <p:grpSpPr>
          <a:xfrm>
            <a:off x="232813" y="144887"/>
            <a:ext cx="8756098" cy="4932295"/>
            <a:chOff x="232813" y="144887"/>
            <a:chExt cx="8756098" cy="4932295"/>
          </a:xfrm>
        </p:grpSpPr>
        <p:grpSp>
          <p:nvGrpSpPr>
            <p:cNvPr id="1521" name="Google Shape;1521;p28"/>
            <p:cNvGrpSpPr/>
            <p:nvPr/>
          </p:nvGrpSpPr>
          <p:grpSpPr>
            <a:xfrm>
              <a:off x="232813" y="144887"/>
              <a:ext cx="680090" cy="1411840"/>
              <a:chOff x="156613" y="144887"/>
              <a:chExt cx="680090" cy="1411840"/>
            </a:xfrm>
          </p:grpSpPr>
          <p:sp>
            <p:nvSpPr>
              <p:cNvPr id="1522" name="Google Shape;1522;p28"/>
              <p:cNvSpPr/>
              <p:nvPr/>
            </p:nvSpPr>
            <p:spPr>
              <a:xfrm rot="-5400000">
                <a:off x="777394" y="332543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4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1"/>
                      <a:pt x="244" y="1085"/>
                      <a:pt x="544" y="1085"/>
                    </a:cubicBezTo>
                    <a:cubicBezTo>
                      <a:pt x="843" y="1085"/>
                      <a:pt x="1085" y="841"/>
                      <a:pt x="1085" y="542"/>
                    </a:cubicBezTo>
                    <a:cubicBezTo>
                      <a:pt x="1085" y="243"/>
                      <a:pt x="843" y="1"/>
                      <a:pt x="5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28"/>
              <p:cNvSpPr/>
              <p:nvPr/>
            </p:nvSpPr>
            <p:spPr>
              <a:xfrm rot="-5400000">
                <a:off x="684905" y="240000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3" y="0"/>
                    </a:moveTo>
                    <a:cubicBezTo>
                      <a:pt x="243" y="0"/>
                      <a:pt x="1" y="242"/>
                      <a:pt x="1" y="541"/>
                    </a:cubicBezTo>
                    <a:cubicBezTo>
                      <a:pt x="1" y="841"/>
                      <a:pt x="243" y="1084"/>
                      <a:pt x="543" y="1084"/>
                    </a:cubicBezTo>
                    <a:cubicBezTo>
                      <a:pt x="842" y="1084"/>
                      <a:pt x="1085" y="841"/>
                      <a:pt x="1085" y="541"/>
                    </a:cubicBezTo>
                    <a:cubicBezTo>
                      <a:pt x="1085" y="242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28"/>
              <p:cNvSpPr/>
              <p:nvPr/>
            </p:nvSpPr>
            <p:spPr>
              <a:xfrm rot="-5400000">
                <a:off x="589738" y="144887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3"/>
                      <a:pt x="243" y="1085"/>
                      <a:pt x="542" y="1085"/>
                    </a:cubicBezTo>
                    <a:cubicBezTo>
                      <a:pt x="843" y="1085"/>
                      <a:pt x="1085" y="843"/>
                      <a:pt x="1085" y="542"/>
                    </a:cubicBezTo>
                    <a:cubicBezTo>
                      <a:pt x="1085" y="243"/>
                      <a:pt x="843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28"/>
              <p:cNvSpPr/>
              <p:nvPr/>
            </p:nvSpPr>
            <p:spPr>
              <a:xfrm rot="-5400000">
                <a:off x="344269" y="1497418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4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1"/>
                      <a:pt x="244" y="1085"/>
                      <a:pt x="544" y="1085"/>
                    </a:cubicBezTo>
                    <a:cubicBezTo>
                      <a:pt x="843" y="1085"/>
                      <a:pt x="1085" y="841"/>
                      <a:pt x="1085" y="542"/>
                    </a:cubicBezTo>
                    <a:cubicBezTo>
                      <a:pt x="1085" y="243"/>
                      <a:pt x="843" y="1"/>
                      <a:pt x="5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28"/>
              <p:cNvSpPr/>
              <p:nvPr/>
            </p:nvSpPr>
            <p:spPr>
              <a:xfrm rot="-5400000">
                <a:off x="251780" y="1404875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3" y="0"/>
                    </a:moveTo>
                    <a:cubicBezTo>
                      <a:pt x="243" y="0"/>
                      <a:pt x="1" y="242"/>
                      <a:pt x="1" y="541"/>
                    </a:cubicBezTo>
                    <a:cubicBezTo>
                      <a:pt x="1" y="841"/>
                      <a:pt x="243" y="1084"/>
                      <a:pt x="543" y="1084"/>
                    </a:cubicBezTo>
                    <a:cubicBezTo>
                      <a:pt x="842" y="1084"/>
                      <a:pt x="1085" y="841"/>
                      <a:pt x="1085" y="541"/>
                    </a:cubicBezTo>
                    <a:cubicBezTo>
                      <a:pt x="1085" y="242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28"/>
              <p:cNvSpPr/>
              <p:nvPr/>
            </p:nvSpPr>
            <p:spPr>
              <a:xfrm rot="-5400000">
                <a:off x="156613" y="1309762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3"/>
                      <a:pt x="243" y="1085"/>
                      <a:pt x="542" y="1085"/>
                    </a:cubicBezTo>
                    <a:cubicBezTo>
                      <a:pt x="843" y="1085"/>
                      <a:pt x="1085" y="843"/>
                      <a:pt x="1085" y="542"/>
                    </a:cubicBezTo>
                    <a:cubicBezTo>
                      <a:pt x="1085" y="243"/>
                      <a:pt x="843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8" name="Google Shape;1528;p28"/>
            <p:cNvGrpSpPr/>
            <p:nvPr/>
          </p:nvGrpSpPr>
          <p:grpSpPr>
            <a:xfrm>
              <a:off x="7645550" y="3883667"/>
              <a:ext cx="1343360" cy="1193515"/>
              <a:chOff x="7645550" y="3883667"/>
              <a:chExt cx="1343360" cy="1193515"/>
            </a:xfrm>
          </p:grpSpPr>
          <p:sp>
            <p:nvSpPr>
              <p:cNvPr id="1529" name="Google Shape;1529;p28"/>
              <p:cNvSpPr/>
              <p:nvPr/>
            </p:nvSpPr>
            <p:spPr>
              <a:xfrm>
                <a:off x="7837107" y="5016665"/>
                <a:ext cx="60517" cy="60517"/>
              </a:xfrm>
              <a:custGeom>
                <a:rect b="b" l="l" r="r" t="t"/>
                <a:pathLst>
                  <a:path extrusionOk="0" h="1396" w="1396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3"/>
                      <a:pt x="313" y="1395"/>
                      <a:pt x="698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28"/>
              <p:cNvSpPr/>
              <p:nvPr/>
            </p:nvSpPr>
            <p:spPr>
              <a:xfrm>
                <a:off x="7742651" y="4922206"/>
                <a:ext cx="60517" cy="60517"/>
              </a:xfrm>
              <a:custGeom>
                <a:rect b="b" l="l" r="r" t="t"/>
                <a:pathLst>
                  <a:path extrusionOk="0" h="1396" w="1396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4"/>
                      <a:pt x="313" y="1396"/>
                      <a:pt x="698" y="1396"/>
                    </a:cubicBezTo>
                    <a:cubicBezTo>
                      <a:pt x="1084" y="1396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28"/>
              <p:cNvSpPr/>
              <p:nvPr/>
            </p:nvSpPr>
            <p:spPr>
              <a:xfrm>
                <a:off x="7645550" y="4825103"/>
                <a:ext cx="60560" cy="60517"/>
              </a:xfrm>
              <a:custGeom>
                <a:rect b="b" l="l" r="r" t="t"/>
                <a:pathLst>
                  <a:path extrusionOk="0" h="1396" w="1397">
                    <a:moveTo>
                      <a:pt x="699" y="1"/>
                    </a:moveTo>
                    <a:cubicBezTo>
                      <a:pt x="314" y="1"/>
                      <a:pt x="1" y="313"/>
                      <a:pt x="1" y="698"/>
                    </a:cubicBezTo>
                    <a:cubicBezTo>
                      <a:pt x="1" y="1083"/>
                      <a:pt x="314" y="1395"/>
                      <a:pt x="699" y="1395"/>
                    </a:cubicBezTo>
                    <a:cubicBezTo>
                      <a:pt x="1085" y="1395"/>
                      <a:pt x="1397" y="1083"/>
                      <a:pt x="1397" y="698"/>
                    </a:cubicBezTo>
                    <a:cubicBezTo>
                      <a:pt x="1397" y="313"/>
                      <a:pt x="1085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28"/>
              <p:cNvSpPr/>
              <p:nvPr/>
            </p:nvSpPr>
            <p:spPr>
              <a:xfrm>
                <a:off x="8927086" y="4079235"/>
                <a:ext cx="61824" cy="61868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28"/>
              <p:cNvSpPr/>
              <p:nvPr/>
            </p:nvSpPr>
            <p:spPr>
              <a:xfrm>
                <a:off x="8830652" y="3982845"/>
                <a:ext cx="61824" cy="61780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28"/>
              <p:cNvSpPr/>
              <p:nvPr/>
            </p:nvSpPr>
            <p:spPr>
              <a:xfrm>
                <a:off x="8731563" y="3883667"/>
                <a:ext cx="61780" cy="61868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35" name="Google Shape;153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TITLE_AND_TWO_COLUMNS_1_1_1"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" name="Google Shape;1537;p29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39" name="Google Shape;1539;p29"/>
          <p:cNvSpPr txBox="1"/>
          <p:nvPr>
            <p:ph idx="1" type="subTitle"/>
          </p:nvPr>
        </p:nvSpPr>
        <p:spPr>
          <a:xfrm>
            <a:off x="4697450" y="1439025"/>
            <a:ext cx="3438900" cy="14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0" name="Google Shape;1540;p29"/>
          <p:cNvSpPr txBox="1"/>
          <p:nvPr>
            <p:ph idx="2" type="subTitle"/>
          </p:nvPr>
        </p:nvSpPr>
        <p:spPr>
          <a:xfrm>
            <a:off x="1007650" y="1439025"/>
            <a:ext cx="3438900" cy="14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1" name="Google Shape;1541;p29"/>
          <p:cNvSpPr txBox="1"/>
          <p:nvPr>
            <p:ph idx="3" type="subTitle"/>
          </p:nvPr>
        </p:nvSpPr>
        <p:spPr>
          <a:xfrm>
            <a:off x="4697450" y="3087500"/>
            <a:ext cx="3438900" cy="14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2" name="Google Shape;1542;p29"/>
          <p:cNvSpPr txBox="1"/>
          <p:nvPr>
            <p:ph idx="4" type="subTitle"/>
          </p:nvPr>
        </p:nvSpPr>
        <p:spPr>
          <a:xfrm>
            <a:off x="1007650" y="3087500"/>
            <a:ext cx="3438900" cy="14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43" name="Google Shape;1543;p29"/>
          <p:cNvGrpSpPr/>
          <p:nvPr/>
        </p:nvGrpSpPr>
        <p:grpSpPr>
          <a:xfrm>
            <a:off x="107100" y="297091"/>
            <a:ext cx="8828225" cy="4620334"/>
            <a:chOff x="107100" y="297091"/>
            <a:chExt cx="8828225" cy="4620334"/>
          </a:xfrm>
        </p:grpSpPr>
        <p:grpSp>
          <p:nvGrpSpPr>
            <p:cNvPr id="1544" name="Google Shape;1544;p29"/>
            <p:cNvGrpSpPr/>
            <p:nvPr/>
          </p:nvGrpSpPr>
          <p:grpSpPr>
            <a:xfrm rot="-5400000">
              <a:off x="7963500" y="3945600"/>
              <a:ext cx="1439100" cy="504550"/>
              <a:chOff x="2539675" y="122850"/>
              <a:chExt cx="1439100" cy="504550"/>
            </a:xfrm>
          </p:grpSpPr>
          <p:sp>
            <p:nvSpPr>
              <p:cNvPr id="1545" name="Google Shape;1545;p29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29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7" name="Google Shape;1547;p29"/>
            <p:cNvGrpSpPr/>
            <p:nvPr/>
          </p:nvGrpSpPr>
          <p:grpSpPr>
            <a:xfrm flipH="1" rot="10800000">
              <a:off x="107100" y="297091"/>
              <a:ext cx="612900" cy="1328860"/>
              <a:chOff x="107100" y="3703540"/>
              <a:chExt cx="612900" cy="1328860"/>
            </a:xfrm>
          </p:grpSpPr>
          <p:sp>
            <p:nvSpPr>
              <p:cNvPr id="1548" name="Google Shape;1548;p29"/>
              <p:cNvSpPr/>
              <p:nvPr/>
            </p:nvSpPr>
            <p:spPr>
              <a:xfrm>
                <a:off x="385525" y="3703540"/>
                <a:ext cx="271201" cy="723536"/>
              </a:xfrm>
              <a:custGeom>
                <a:rect b="b" l="l" r="r" t="t"/>
                <a:pathLst>
                  <a:path extrusionOk="0" h="6835" w="2562">
                    <a:moveTo>
                      <a:pt x="2344" y="1"/>
                    </a:moveTo>
                    <a:cubicBezTo>
                      <a:pt x="2293" y="1"/>
                      <a:pt x="2242" y="20"/>
                      <a:pt x="2204" y="58"/>
                    </a:cubicBezTo>
                    <a:lnTo>
                      <a:pt x="58" y="2205"/>
                    </a:lnTo>
                    <a:cubicBezTo>
                      <a:pt x="21" y="2242"/>
                      <a:pt x="0" y="2292"/>
                      <a:pt x="0" y="2345"/>
                    </a:cubicBezTo>
                    <a:lnTo>
                      <a:pt x="0" y="6636"/>
                    </a:lnTo>
                    <a:cubicBezTo>
                      <a:pt x="0" y="6746"/>
                      <a:pt x="89" y="6835"/>
                      <a:pt x="198" y="6835"/>
                    </a:cubicBezTo>
                    <a:cubicBezTo>
                      <a:pt x="308" y="6835"/>
                      <a:pt x="395" y="6746"/>
                      <a:pt x="395" y="6636"/>
                    </a:cubicBezTo>
                    <a:lnTo>
                      <a:pt x="395" y="2426"/>
                    </a:lnTo>
                    <a:lnTo>
                      <a:pt x="2484" y="339"/>
                    </a:lnTo>
                    <a:cubicBezTo>
                      <a:pt x="2561" y="262"/>
                      <a:pt x="2561" y="135"/>
                      <a:pt x="2484" y="58"/>
                    </a:cubicBezTo>
                    <a:cubicBezTo>
                      <a:pt x="2445" y="20"/>
                      <a:pt x="2394" y="1"/>
                      <a:pt x="2344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29"/>
              <p:cNvSpPr/>
              <p:nvPr/>
            </p:nvSpPr>
            <p:spPr>
              <a:xfrm>
                <a:off x="250291" y="45629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29"/>
              <p:cNvSpPr/>
              <p:nvPr/>
            </p:nvSpPr>
            <p:spPr>
              <a:xfrm>
                <a:off x="107100" y="441980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51" name="Google Shape;1551;p29"/>
          <p:cNvGrpSpPr/>
          <p:nvPr/>
        </p:nvGrpSpPr>
        <p:grpSpPr>
          <a:xfrm>
            <a:off x="90860" y="-82702"/>
            <a:ext cx="9067137" cy="5454796"/>
            <a:chOff x="90860" y="-82702"/>
            <a:chExt cx="9067137" cy="5454796"/>
          </a:xfrm>
        </p:grpSpPr>
        <p:grpSp>
          <p:nvGrpSpPr>
            <p:cNvPr id="1552" name="Google Shape;1552;p29"/>
            <p:cNvGrpSpPr/>
            <p:nvPr/>
          </p:nvGrpSpPr>
          <p:grpSpPr>
            <a:xfrm>
              <a:off x="7794365" y="3589274"/>
              <a:ext cx="1363631" cy="1782819"/>
              <a:chOff x="7794365" y="3589274"/>
              <a:chExt cx="1363631" cy="1782819"/>
            </a:xfrm>
          </p:grpSpPr>
          <p:sp>
            <p:nvSpPr>
              <p:cNvPr id="1553" name="Google Shape;1553;p29"/>
              <p:cNvSpPr/>
              <p:nvPr/>
            </p:nvSpPr>
            <p:spPr>
              <a:xfrm>
                <a:off x="8349320" y="4892096"/>
                <a:ext cx="111063" cy="296297"/>
              </a:xfrm>
              <a:custGeom>
                <a:rect b="b" l="l" r="r" t="t"/>
                <a:pathLst>
                  <a:path extrusionOk="0" h="6835" w="2562">
                    <a:moveTo>
                      <a:pt x="2344" y="1"/>
                    </a:moveTo>
                    <a:cubicBezTo>
                      <a:pt x="2293" y="1"/>
                      <a:pt x="2242" y="20"/>
                      <a:pt x="2204" y="58"/>
                    </a:cubicBezTo>
                    <a:lnTo>
                      <a:pt x="58" y="2205"/>
                    </a:lnTo>
                    <a:cubicBezTo>
                      <a:pt x="21" y="2242"/>
                      <a:pt x="0" y="2292"/>
                      <a:pt x="0" y="2345"/>
                    </a:cubicBezTo>
                    <a:lnTo>
                      <a:pt x="0" y="6636"/>
                    </a:lnTo>
                    <a:cubicBezTo>
                      <a:pt x="0" y="6746"/>
                      <a:pt x="89" y="6835"/>
                      <a:pt x="198" y="6835"/>
                    </a:cubicBezTo>
                    <a:cubicBezTo>
                      <a:pt x="308" y="6835"/>
                      <a:pt x="395" y="6746"/>
                      <a:pt x="395" y="6636"/>
                    </a:cubicBezTo>
                    <a:lnTo>
                      <a:pt x="395" y="2426"/>
                    </a:lnTo>
                    <a:lnTo>
                      <a:pt x="2484" y="339"/>
                    </a:lnTo>
                    <a:cubicBezTo>
                      <a:pt x="2561" y="262"/>
                      <a:pt x="2561" y="135"/>
                      <a:pt x="2484" y="58"/>
                    </a:cubicBezTo>
                    <a:cubicBezTo>
                      <a:pt x="2445" y="20"/>
                      <a:pt x="2394" y="1"/>
                      <a:pt x="23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29"/>
              <p:cNvSpPr/>
              <p:nvPr/>
            </p:nvSpPr>
            <p:spPr>
              <a:xfrm>
                <a:off x="7853970" y="4734112"/>
                <a:ext cx="160568" cy="637982"/>
              </a:xfrm>
              <a:custGeom>
                <a:rect b="b" l="l" r="r" t="t"/>
                <a:pathLst>
                  <a:path extrusionOk="0" h="14717" w="3704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29"/>
              <p:cNvSpPr/>
              <p:nvPr/>
            </p:nvSpPr>
            <p:spPr>
              <a:xfrm>
                <a:off x="7794365" y="4673682"/>
                <a:ext cx="138113" cy="138070"/>
              </a:xfrm>
              <a:custGeom>
                <a:rect b="b" l="l" r="r" t="t"/>
                <a:pathLst>
                  <a:path extrusionOk="0" h="3185" w="3186">
                    <a:moveTo>
                      <a:pt x="1593" y="0"/>
                    </a:moveTo>
                    <a:cubicBezTo>
                      <a:pt x="714" y="0"/>
                      <a:pt x="1" y="713"/>
                      <a:pt x="1" y="1593"/>
                    </a:cubicBezTo>
                    <a:cubicBezTo>
                      <a:pt x="1" y="2472"/>
                      <a:pt x="714" y="3185"/>
                      <a:pt x="1593" y="3185"/>
                    </a:cubicBezTo>
                    <a:cubicBezTo>
                      <a:pt x="2473" y="3185"/>
                      <a:pt x="3186" y="2472"/>
                      <a:pt x="3186" y="1593"/>
                    </a:cubicBezTo>
                    <a:cubicBezTo>
                      <a:pt x="3186" y="713"/>
                      <a:pt x="2473" y="0"/>
                      <a:pt x="15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29"/>
              <p:cNvSpPr/>
              <p:nvPr/>
            </p:nvSpPr>
            <p:spPr>
              <a:xfrm>
                <a:off x="7834333" y="4713651"/>
                <a:ext cx="58176" cy="58132"/>
              </a:xfrm>
              <a:custGeom>
                <a:rect b="b" l="l" r="r" t="t"/>
                <a:pathLst>
                  <a:path extrusionOk="0" h="1341" w="1342">
                    <a:moveTo>
                      <a:pt x="671" y="0"/>
                    </a:moveTo>
                    <a:cubicBezTo>
                      <a:pt x="301" y="0"/>
                      <a:pt x="1" y="301"/>
                      <a:pt x="1" y="671"/>
                    </a:cubicBezTo>
                    <a:cubicBezTo>
                      <a:pt x="1" y="1041"/>
                      <a:pt x="301" y="1341"/>
                      <a:pt x="671" y="1341"/>
                    </a:cubicBezTo>
                    <a:cubicBezTo>
                      <a:pt x="1041" y="1341"/>
                      <a:pt x="1341" y="1041"/>
                      <a:pt x="1341" y="671"/>
                    </a:cubicBezTo>
                    <a:cubicBezTo>
                      <a:pt x="1341" y="301"/>
                      <a:pt x="1041" y="0"/>
                      <a:pt x="6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29"/>
              <p:cNvSpPr/>
              <p:nvPr/>
            </p:nvSpPr>
            <p:spPr>
              <a:xfrm>
                <a:off x="8384952" y="4824123"/>
                <a:ext cx="138156" cy="138113"/>
              </a:xfrm>
              <a:custGeom>
                <a:rect b="b" l="l" r="r" t="t"/>
                <a:pathLst>
                  <a:path extrusionOk="0" h="3186" w="3187">
                    <a:moveTo>
                      <a:pt x="1593" y="1"/>
                    </a:moveTo>
                    <a:cubicBezTo>
                      <a:pt x="713" y="1"/>
                      <a:pt x="0" y="714"/>
                      <a:pt x="0" y="1593"/>
                    </a:cubicBezTo>
                    <a:cubicBezTo>
                      <a:pt x="0" y="2473"/>
                      <a:pt x="713" y="3186"/>
                      <a:pt x="1593" y="3186"/>
                    </a:cubicBezTo>
                    <a:cubicBezTo>
                      <a:pt x="2472" y="3186"/>
                      <a:pt x="3186" y="2473"/>
                      <a:pt x="3186" y="1593"/>
                    </a:cubicBezTo>
                    <a:cubicBezTo>
                      <a:pt x="3186" y="714"/>
                      <a:pt x="2472" y="1"/>
                      <a:pt x="15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29"/>
              <p:cNvSpPr/>
              <p:nvPr/>
            </p:nvSpPr>
            <p:spPr>
              <a:xfrm>
                <a:off x="8424919" y="4864092"/>
                <a:ext cx="58176" cy="58176"/>
              </a:xfrm>
              <a:custGeom>
                <a:rect b="b" l="l" r="r" t="t"/>
                <a:pathLst>
                  <a:path extrusionOk="0" h="1342" w="1342">
                    <a:moveTo>
                      <a:pt x="671" y="1"/>
                    </a:moveTo>
                    <a:cubicBezTo>
                      <a:pt x="300" y="1"/>
                      <a:pt x="0" y="301"/>
                      <a:pt x="0" y="671"/>
                    </a:cubicBezTo>
                    <a:cubicBezTo>
                      <a:pt x="0" y="1041"/>
                      <a:pt x="300" y="1342"/>
                      <a:pt x="671" y="1342"/>
                    </a:cubicBezTo>
                    <a:cubicBezTo>
                      <a:pt x="1042" y="1342"/>
                      <a:pt x="1342" y="1041"/>
                      <a:pt x="1342" y="671"/>
                    </a:cubicBezTo>
                    <a:cubicBezTo>
                      <a:pt x="1342" y="301"/>
                      <a:pt x="1042" y="1"/>
                      <a:pt x="6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29"/>
              <p:cNvSpPr/>
              <p:nvPr/>
            </p:nvSpPr>
            <p:spPr>
              <a:xfrm>
                <a:off x="8448102" y="3654597"/>
                <a:ext cx="709894" cy="1646861"/>
              </a:xfrm>
              <a:custGeom>
                <a:rect b="b" l="l" r="r" t="t"/>
                <a:pathLst>
                  <a:path extrusionOk="0" h="37213" w="16041">
                    <a:moveTo>
                      <a:pt x="218" y="1"/>
                    </a:moveTo>
                    <a:cubicBezTo>
                      <a:pt x="167" y="1"/>
                      <a:pt x="117" y="20"/>
                      <a:pt x="78" y="59"/>
                    </a:cubicBezTo>
                    <a:cubicBezTo>
                      <a:pt x="0" y="136"/>
                      <a:pt x="0" y="261"/>
                      <a:pt x="78" y="340"/>
                    </a:cubicBezTo>
                    <a:lnTo>
                      <a:pt x="3490" y="3751"/>
                    </a:lnTo>
                    <a:lnTo>
                      <a:pt x="3490" y="7570"/>
                    </a:lnTo>
                    <a:cubicBezTo>
                      <a:pt x="3490" y="7622"/>
                      <a:pt x="3511" y="7673"/>
                      <a:pt x="3548" y="7709"/>
                    </a:cubicBezTo>
                    <a:lnTo>
                      <a:pt x="11586" y="15747"/>
                    </a:lnTo>
                    <a:lnTo>
                      <a:pt x="11586" y="21264"/>
                    </a:lnTo>
                    <a:cubicBezTo>
                      <a:pt x="11586" y="21316"/>
                      <a:pt x="11607" y="21366"/>
                      <a:pt x="11644" y="21404"/>
                    </a:cubicBezTo>
                    <a:lnTo>
                      <a:pt x="15643" y="25403"/>
                    </a:lnTo>
                    <a:cubicBezTo>
                      <a:pt x="15535" y="36986"/>
                      <a:pt x="15626" y="37079"/>
                      <a:pt x="15700" y="37153"/>
                    </a:cubicBezTo>
                    <a:cubicBezTo>
                      <a:pt x="15737" y="37190"/>
                      <a:pt x="15789" y="37213"/>
                      <a:pt x="15841" y="37213"/>
                    </a:cubicBezTo>
                    <a:cubicBezTo>
                      <a:pt x="15951" y="37213"/>
                      <a:pt x="16040" y="37124"/>
                      <a:pt x="16040" y="37014"/>
                    </a:cubicBezTo>
                    <a:cubicBezTo>
                      <a:pt x="16040" y="36990"/>
                      <a:pt x="16035" y="36966"/>
                      <a:pt x="16027" y="36943"/>
                    </a:cubicBezTo>
                    <a:cubicBezTo>
                      <a:pt x="15961" y="36429"/>
                      <a:pt x="15999" y="29745"/>
                      <a:pt x="16040" y="25324"/>
                    </a:cubicBezTo>
                    <a:cubicBezTo>
                      <a:pt x="16040" y="25271"/>
                      <a:pt x="16019" y="25220"/>
                      <a:pt x="15982" y="25182"/>
                    </a:cubicBezTo>
                    <a:lnTo>
                      <a:pt x="11982" y="21181"/>
                    </a:lnTo>
                    <a:lnTo>
                      <a:pt x="11982" y="15665"/>
                    </a:lnTo>
                    <a:cubicBezTo>
                      <a:pt x="11982" y="15612"/>
                      <a:pt x="11960" y="15562"/>
                      <a:pt x="11924" y="15525"/>
                    </a:cubicBezTo>
                    <a:lnTo>
                      <a:pt x="3886" y="7487"/>
                    </a:lnTo>
                    <a:lnTo>
                      <a:pt x="3886" y="3670"/>
                    </a:lnTo>
                    <a:cubicBezTo>
                      <a:pt x="3886" y="3617"/>
                      <a:pt x="3865" y="3567"/>
                      <a:pt x="3828" y="3529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29"/>
              <p:cNvSpPr/>
              <p:nvPr/>
            </p:nvSpPr>
            <p:spPr>
              <a:xfrm>
                <a:off x="8614072" y="4433417"/>
                <a:ext cx="89218" cy="89218"/>
              </a:xfrm>
              <a:custGeom>
                <a:rect b="b" l="l" r="r" t="t"/>
                <a:pathLst>
                  <a:path extrusionOk="0" h="2016" w="2016">
                    <a:moveTo>
                      <a:pt x="1007" y="0"/>
                    </a:moveTo>
                    <a:cubicBezTo>
                      <a:pt x="451" y="0"/>
                      <a:pt x="0" y="452"/>
                      <a:pt x="0" y="1007"/>
                    </a:cubicBezTo>
                    <a:cubicBezTo>
                      <a:pt x="0" y="1564"/>
                      <a:pt x="451" y="2016"/>
                      <a:pt x="1007" y="2016"/>
                    </a:cubicBezTo>
                    <a:cubicBezTo>
                      <a:pt x="1564" y="2016"/>
                      <a:pt x="2016" y="1564"/>
                      <a:pt x="2016" y="1007"/>
                    </a:cubicBezTo>
                    <a:cubicBezTo>
                      <a:pt x="2016" y="452"/>
                      <a:pt x="1564" y="0"/>
                      <a:pt x="10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29"/>
              <p:cNvSpPr/>
              <p:nvPr/>
            </p:nvSpPr>
            <p:spPr>
              <a:xfrm>
                <a:off x="8528260" y="4347604"/>
                <a:ext cx="260839" cy="260839"/>
              </a:xfrm>
              <a:custGeom>
                <a:rect b="b" l="l" r="r" t="t"/>
                <a:pathLst>
                  <a:path extrusionOk="0" h="5894" w="5894">
                    <a:moveTo>
                      <a:pt x="2946" y="198"/>
                    </a:moveTo>
                    <a:cubicBezTo>
                      <a:pt x="4463" y="198"/>
                      <a:pt x="5696" y="1432"/>
                      <a:pt x="5696" y="2948"/>
                    </a:cubicBezTo>
                    <a:cubicBezTo>
                      <a:pt x="5696" y="4463"/>
                      <a:pt x="4463" y="5696"/>
                      <a:pt x="2946" y="5696"/>
                    </a:cubicBezTo>
                    <a:cubicBezTo>
                      <a:pt x="1431" y="5696"/>
                      <a:pt x="198" y="4463"/>
                      <a:pt x="198" y="2948"/>
                    </a:cubicBezTo>
                    <a:cubicBezTo>
                      <a:pt x="198" y="1431"/>
                      <a:pt x="1431" y="198"/>
                      <a:pt x="2946" y="198"/>
                    </a:cubicBezTo>
                    <a:close/>
                    <a:moveTo>
                      <a:pt x="2946" y="0"/>
                    </a:moveTo>
                    <a:cubicBezTo>
                      <a:pt x="1322" y="0"/>
                      <a:pt x="0" y="1322"/>
                      <a:pt x="0" y="2948"/>
                    </a:cubicBezTo>
                    <a:cubicBezTo>
                      <a:pt x="0" y="4572"/>
                      <a:pt x="1322" y="5894"/>
                      <a:pt x="2946" y="5894"/>
                    </a:cubicBezTo>
                    <a:cubicBezTo>
                      <a:pt x="4572" y="5894"/>
                      <a:pt x="5894" y="4572"/>
                      <a:pt x="5894" y="2948"/>
                    </a:cubicBezTo>
                    <a:cubicBezTo>
                      <a:pt x="5894" y="1322"/>
                      <a:pt x="4572" y="0"/>
                      <a:pt x="29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29"/>
              <p:cNvSpPr/>
              <p:nvPr/>
            </p:nvSpPr>
            <p:spPr>
              <a:xfrm>
                <a:off x="8387250" y="3589274"/>
                <a:ext cx="140996" cy="141041"/>
              </a:xfrm>
              <a:custGeom>
                <a:rect b="b" l="l" r="r" t="t"/>
                <a:pathLst>
                  <a:path extrusionOk="0" h="3187" w="3186">
                    <a:moveTo>
                      <a:pt x="1593" y="1"/>
                    </a:moveTo>
                    <a:cubicBezTo>
                      <a:pt x="713" y="1"/>
                      <a:pt x="0" y="715"/>
                      <a:pt x="0" y="1594"/>
                    </a:cubicBezTo>
                    <a:cubicBezTo>
                      <a:pt x="0" y="2474"/>
                      <a:pt x="713" y="3187"/>
                      <a:pt x="1593" y="3187"/>
                    </a:cubicBezTo>
                    <a:cubicBezTo>
                      <a:pt x="2472" y="3187"/>
                      <a:pt x="3185" y="2474"/>
                      <a:pt x="3185" y="1594"/>
                    </a:cubicBezTo>
                    <a:cubicBezTo>
                      <a:pt x="3185" y="715"/>
                      <a:pt x="2472" y="1"/>
                      <a:pt x="15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29"/>
              <p:cNvSpPr/>
              <p:nvPr/>
            </p:nvSpPr>
            <p:spPr>
              <a:xfrm>
                <a:off x="8428054" y="3630079"/>
                <a:ext cx="59390" cy="59434"/>
              </a:xfrm>
              <a:custGeom>
                <a:rect b="b" l="l" r="r" t="t"/>
                <a:pathLst>
                  <a:path extrusionOk="0" h="1343" w="1342">
                    <a:moveTo>
                      <a:pt x="671" y="1"/>
                    </a:moveTo>
                    <a:cubicBezTo>
                      <a:pt x="301" y="1"/>
                      <a:pt x="0" y="301"/>
                      <a:pt x="0" y="672"/>
                    </a:cubicBezTo>
                    <a:cubicBezTo>
                      <a:pt x="0" y="1042"/>
                      <a:pt x="301" y="1343"/>
                      <a:pt x="671" y="1343"/>
                    </a:cubicBezTo>
                    <a:cubicBezTo>
                      <a:pt x="1041" y="1343"/>
                      <a:pt x="1341" y="1042"/>
                      <a:pt x="1341" y="672"/>
                    </a:cubicBezTo>
                    <a:cubicBezTo>
                      <a:pt x="1341" y="301"/>
                      <a:pt x="1041" y="1"/>
                      <a:pt x="6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4" name="Google Shape;1564;p29"/>
            <p:cNvGrpSpPr/>
            <p:nvPr/>
          </p:nvGrpSpPr>
          <p:grpSpPr>
            <a:xfrm>
              <a:off x="90860" y="-82702"/>
              <a:ext cx="617358" cy="1172452"/>
              <a:chOff x="14660" y="-82702"/>
              <a:chExt cx="617358" cy="1172452"/>
            </a:xfrm>
          </p:grpSpPr>
          <p:sp>
            <p:nvSpPr>
              <p:cNvPr id="1565" name="Google Shape;1565;p29"/>
              <p:cNvSpPr/>
              <p:nvPr/>
            </p:nvSpPr>
            <p:spPr>
              <a:xfrm rot="-5400000">
                <a:off x="135873" y="207201"/>
                <a:ext cx="786047" cy="206242"/>
              </a:xfrm>
              <a:custGeom>
                <a:rect b="b" l="l" r="r" t="t"/>
                <a:pathLst>
                  <a:path extrusionOk="0" h="3773" w="14380">
                    <a:moveTo>
                      <a:pt x="3670" y="0"/>
                    </a:moveTo>
                    <a:cubicBezTo>
                      <a:pt x="3629" y="0"/>
                      <a:pt x="3590" y="17"/>
                      <a:pt x="3562" y="45"/>
                    </a:cubicBezTo>
                    <a:lnTo>
                      <a:pt x="2021" y="1585"/>
                    </a:lnTo>
                    <a:cubicBezTo>
                      <a:pt x="1807" y="1408"/>
                      <a:pt x="1538" y="1297"/>
                      <a:pt x="1237" y="1297"/>
                    </a:cubicBezTo>
                    <a:cubicBezTo>
                      <a:pt x="554" y="1297"/>
                      <a:pt x="1" y="1852"/>
                      <a:pt x="1" y="2535"/>
                    </a:cubicBezTo>
                    <a:cubicBezTo>
                      <a:pt x="1" y="3218"/>
                      <a:pt x="554" y="3773"/>
                      <a:pt x="1237" y="3773"/>
                    </a:cubicBezTo>
                    <a:cubicBezTo>
                      <a:pt x="1921" y="3773"/>
                      <a:pt x="2475" y="3218"/>
                      <a:pt x="2475" y="2535"/>
                    </a:cubicBezTo>
                    <a:cubicBezTo>
                      <a:pt x="2475" y="2262"/>
                      <a:pt x="2384" y="2011"/>
                      <a:pt x="2234" y="1807"/>
                    </a:cubicBezTo>
                    <a:lnTo>
                      <a:pt x="3734" y="308"/>
                    </a:lnTo>
                    <a:lnTo>
                      <a:pt x="14226" y="308"/>
                    </a:lnTo>
                    <a:cubicBezTo>
                      <a:pt x="14311" y="308"/>
                      <a:pt x="14380" y="239"/>
                      <a:pt x="14380" y="154"/>
                    </a:cubicBezTo>
                    <a:cubicBezTo>
                      <a:pt x="14380" y="69"/>
                      <a:pt x="14311" y="0"/>
                      <a:pt x="142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29"/>
              <p:cNvSpPr/>
              <p:nvPr/>
            </p:nvSpPr>
            <p:spPr>
              <a:xfrm rot="-5400000">
                <a:off x="535866" y="607140"/>
                <a:ext cx="56958" cy="57068"/>
              </a:xfrm>
              <a:custGeom>
                <a:rect b="b" l="l" r="r" t="t"/>
                <a:pathLst>
                  <a:path extrusionOk="0" h="1044" w="1042">
                    <a:moveTo>
                      <a:pt x="522" y="1"/>
                    </a:moveTo>
                    <a:cubicBezTo>
                      <a:pt x="233" y="1"/>
                      <a:pt x="0" y="235"/>
                      <a:pt x="0" y="522"/>
                    </a:cubicBezTo>
                    <a:cubicBezTo>
                      <a:pt x="0" y="809"/>
                      <a:pt x="233" y="1043"/>
                      <a:pt x="522" y="1043"/>
                    </a:cubicBezTo>
                    <a:cubicBezTo>
                      <a:pt x="809" y="1043"/>
                      <a:pt x="1042" y="809"/>
                      <a:pt x="1042" y="522"/>
                    </a:cubicBezTo>
                    <a:cubicBezTo>
                      <a:pt x="1042" y="235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29"/>
              <p:cNvSpPr/>
              <p:nvPr/>
            </p:nvSpPr>
            <p:spPr>
              <a:xfrm rot="-5400000">
                <a:off x="-199563" y="273479"/>
                <a:ext cx="1114951" cy="402589"/>
              </a:xfrm>
              <a:custGeom>
                <a:rect b="b" l="l" r="r" t="t"/>
                <a:pathLst>
                  <a:path extrusionOk="0" h="7365" w="20397">
                    <a:moveTo>
                      <a:pt x="14368" y="1"/>
                    </a:moveTo>
                    <a:cubicBezTo>
                      <a:pt x="14327" y="1"/>
                      <a:pt x="14288" y="16"/>
                      <a:pt x="14259" y="46"/>
                    </a:cubicBezTo>
                    <a:lnTo>
                      <a:pt x="11461" y="2844"/>
                    </a:lnTo>
                    <a:lnTo>
                      <a:pt x="4342" y="2844"/>
                    </a:lnTo>
                    <a:cubicBezTo>
                      <a:pt x="4301" y="2844"/>
                      <a:pt x="4262" y="2859"/>
                      <a:pt x="4233" y="2889"/>
                    </a:cubicBezTo>
                    <a:lnTo>
                      <a:pt x="1980" y="5142"/>
                    </a:lnTo>
                    <a:cubicBezTo>
                      <a:pt x="1771" y="4986"/>
                      <a:pt x="1517" y="4890"/>
                      <a:pt x="1237" y="4890"/>
                    </a:cubicBezTo>
                    <a:cubicBezTo>
                      <a:pt x="554" y="4890"/>
                      <a:pt x="1" y="5445"/>
                      <a:pt x="1" y="6128"/>
                    </a:cubicBezTo>
                    <a:cubicBezTo>
                      <a:pt x="1" y="6811"/>
                      <a:pt x="554" y="7364"/>
                      <a:pt x="1237" y="7364"/>
                    </a:cubicBezTo>
                    <a:cubicBezTo>
                      <a:pt x="1920" y="7364"/>
                      <a:pt x="2475" y="6811"/>
                      <a:pt x="2475" y="6128"/>
                    </a:cubicBezTo>
                    <a:cubicBezTo>
                      <a:pt x="2475" y="5835"/>
                      <a:pt x="2368" y="5569"/>
                      <a:pt x="2199" y="5357"/>
                    </a:cubicBezTo>
                    <a:lnTo>
                      <a:pt x="4405" y="3151"/>
                    </a:lnTo>
                    <a:lnTo>
                      <a:pt x="11524" y="3151"/>
                    </a:lnTo>
                    <a:cubicBezTo>
                      <a:pt x="11566" y="3151"/>
                      <a:pt x="11605" y="3135"/>
                      <a:pt x="11633" y="3106"/>
                    </a:cubicBezTo>
                    <a:lnTo>
                      <a:pt x="14431" y="308"/>
                    </a:lnTo>
                    <a:lnTo>
                      <a:pt x="20243" y="308"/>
                    </a:lnTo>
                    <a:cubicBezTo>
                      <a:pt x="20328" y="308"/>
                      <a:pt x="20397" y="239"/>
                      <a:pt x="20397" y="154"/>
                    </a:cubicBezTo>
                    <a:cubicBezTo>
                      <a:pt x="20397" y="69"/>
                      <a:pt x="20328" y="1"/>
                      <a:pt x="20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29"/>
              <p:cNvSpPr/>
              <p:nvPr/>
            </p:nvSpPr>
            <p:spPr>
              <a:xfrm rot="-5400000">
                <a:off x="463055" y="936098"/>
                <a:ext cx="57013" cy="57013"/>
              </a:xfrm>
              <a:custGeom>
                <a:rect b="b" l="l" r="r" t="t"/>
                <a:pathLst>
                  <a:path extrusionOk="0" h="1043" w="1043">
                    <a:moveTo>
                      <a:pt x="522" y="1"/>
                    </a:moveTo>
                    <a:cubicBezTo>
                      <a:pt x="234" y="1"/>
                      <a:pt x="1" y="233"/>
                      <a:pt x="1" y="522"/>
                    </a:cubicBezTo>
                    <a:cubicBezTo>
                      <a:pt x="1" y="809"/>
                      <a:pt x="234" y="1042"/>
                      <a:pt x="522" y="1042"/>
                    </a:cubicBezTo>
                    <a:cubicBezTo>
                      <a:pt x="810" y="1042"/>
                      <a:pt x="1042" y="809"/>
                      <a:pt x="1042" y="522"/>
                    </a:cubicBezTo>
                    <a:cubicBezTo>
                      <a:pt x="1042" y="233"/>
                      <a:pt x="810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29"/>
              <p:cNvSpPr/>
              <p:nvPr/>
            </p:nvSpPr>
            <p:spPr>
              <a:xfrm rot="-5400000">
                <a:off x="-227413" y="159372"/>
                <a:ext cx="702140" cy="217994"/>
              </a:xfrm>
              <a:custGeom>
                <a:rect b="b" l="l" r="r" t="t"/>
                <a:pathLst>
                  <a:path extrusionOk="0" h="3988" w="12845">
                    <a:moveTo>
                      <a:pt x="4160" y="0"/>
                    </a:moveTo>
                    <a:cubicBezTo>
                      <a:pt x="4119" y="0"/>
                      <a:pt x="4080" y="16"/>
                      <a:pt x="4052" y="45"/>
                    </a:cubicBezTo>
                    <a:lnTo>
                      <a:pt x="2161" y="1934"/>
                    </a:lnTo>
                    <a:cubicBezTo>
                      <a:pt x="1934" y="1678"/>
                      <a:pt x="1607" y="1514"/>
                      <a:pt x="1238" y="1514"/>
                    </a:cubicBezTo>
                    <a:cubicBezTo>
                      <a:pt x="555" y="1514"/>
                      <a:pt x="0" y="2068"/>
                      <a:pt x="0" y="2751"/>
                    </a:cubicBezTo>
                    <a:cubicBezTo>
                      <a:pt x="0" y="3435"/>
                      <a:pt x="555" y="3988"/>
                      <a:pt x="1238" y="3988"/>
                    </a:cubicBezTo>
                    <a:cubicBezTo>
                      <a:pt x="1921" y="3988"/>
                      <a:pt x="2476" y="3435"/>
                      <a:pt x="2476" y="2751"/>
                    </a:cubicBezTo>
                    <a:cubicBezTo>
                      <a:pt x="2476" y="2549"/>
                      <a:pt x="2423" y="2362"/>
                      <a:pt x="2338" y="2193"/>
                    </a:cubicBezTo>
                    <a:lnTo>
                      <a:pt x="4223" y="308"/>
                    </a:lnTo>
                    <a:lnTo>
                      <a:pt x="12691" y="308"/>
                    </a:lnTo>
                    <a:cubicBezTo>
                      <a:pt x="12776" y="308"/>
                      <a:pt x="12845" y="239"/>
                      <a:pt x="12845" y="154"/>
                    </a:cubicBezTo>
                    <a:cubicBezTo>
                      <a:pt x="12845" y="69"/>
                      <a:pt x="12776" y="0"/>
                      <a:pt x="126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29"/>
              <p:cNvSpPr/>
              <p:nvPr/>
            </p:nvSpPr>
            <p:spPr>
              <a:xfrm rot="-5400000">
                <a:off x="136475" y="523260"/>
                <a:ext cx="57068" cy="57013"/>
              </a:xfrm>
              <a:custGeom>
                <a:rect b="b" l="l" r="r" t="t"/>
                <a:pathLst>
                  <a:path extrusionOk="0" h="1043" w="1044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10"/>
                      <a:pt x="235" y="1042"/>
                      <a:pt x="522" y="1042"/>
                    </a:cubicBezTo>
                    <a:cubicBezTo>
                      <a:pt x="811" y="1042"/>
                      <a:pt x="1043" y="810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29"/>
              <p:cNvSpPr/>
              <p:nvPr/>
            </p:nvSpPr>
            <p:spPr>
              <a:xfrm rot="-5400000">
                <a:off x="122222" y="921800"/>
                <a:ext cx="85601" cy="85656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3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6" y="1567"/>
                      <a:pt x="1566" y="1216"/>
                      <a:pt x="1566" y="783"/>
                    </a:cubicBezTo>
                    <a:cubicBezTo>
                      <a:pt x="1566" y="351"/>
                      <a:pt x="1216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29"/>
              <p:cNvSpPr/>
              <p:nvPr/>
            </p:nvSpPr>
            <p:spPr>
              <a:xfrm rot="-5400000">
                <a:off x="39873" y="839450"/>
                <a:ext cx="250300" cy="250300"/>
              </a:xfrm>
              <a:custGeom>
                <a:rect b="b" l="l" r="r" t="t"/>
                <a:pathLst>
                  <a:path extrusionOk="0" h="4579" w="4579">
                    <a:moveTo>
                      <a:pt x="2289" y="154"/>
                    </a:moveTo>
                    <a:cubicBezTo>
                      <a:pt x="3466" y="154"/>
                      <a:pt x="4425" y="1111"/>
                      <a:pt x="4425" y="2289"/>
                    </a:cubicBezTo>
                    <a:cubicBezTo>
                      <a:pt x="4425" y="3468"/>
                      <a:pt x="3466" y="4425"/>
                      <a:pt x="2289" y="4425"/>
                    </a:cubicBezTo>
                    <a:cubicBezTo>
                      <a:pt x="1112" y="4425"/>
                      <a:pt x="154" y="3466"/>
                      <a:pt x="154" y="2289"/>
                    </a:cubicBezTo>
                    <a:cubicBezTo>
                      <a:pt x="154" y="1111"/>
                      <a:pt x="1112" y="154"/>
                      <a:pt x="2289" y="154"/>
                    </a:cubicBezTo>
                    <a:close/>
                    <a:moveTo>
                      <a:pt x="2289" y="0"/>
                    </a:moveTo>
                    <a:cubicBezTo>
                      <a:pt x="1026" y="0"/>
                      <a:pt x="0" y="1027"/>
                      <a:pt x="0" y="2289"/>
                    </a:cubicBezTo>
                    <a:cubicBezTo>
                      <a:pt x="0" y="3551"/>
                      <a:pt x="1026" y="4579"/>
                      <a:pt x="2289" y="4579"/>
                    </a:cubicBezTo>
                    <a:cubicBezTo>
                      <a:pt x="3552" y="4579"/>
                      <a:pt x="4579" y="3551"/>
                      <a:pt x="4579" y="2289"/>
                    </a:cubicBezTo>
                    <a:cubicBezTo>
                      <a:pt x="4579" y="1027"/>
                      <a:pt x="3552" y="0"/>
                      <a:pt x="22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73" name="Google Shape;1573;p29"/>
          <p:cNvGrpSpPr/>
          <p:nvPr/>
        </p:nvGrpSpPr>
        <p:grpSpPr>
          <a:xfrm>
            <a:off x="232813" y="144887"/>
            <a:ext cx="8756098" cy="4932295"/>
            <a:chOff x="232813" y="144887"/>
            <a:chExt cx="8756098" cy="4932295"/>
          </a:xfrm>
        </p:grpSpPr>
        <p:grpSp>
          <p:nvGrpSpPr>
            <p:cNvPr id="1574" name="Google Shape;1574;p29"/>
            <p:cNvGrpSpPr/>
            <p:nvPr/>
          </p:nvGrpSpPr>
          <p:grpSpPr>
            <a:xfrm>
              <a:off x="232813" y="144887"/>
              <a:ext cx="680090" cy="1411840"/>
              <a:chOff x="156613" y="144887"/>
              <a:chExt cx="680090" cy="1411840"/>
            </a:xfrm>
          </p:grpSpPr>
          <p:sp>
            <p:nvSpPr>
              <p:cNvPr id="1575" name="Google Shape;1575;p29"/>
              <p:cNvSpPr/>
              <p:nvPr/>
            </p:nvSpPr>
            <p:spPr>
              <a:xfrm rot="-5400000">
                <a:off x="777394" y="332543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4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1"/>
                      <a:pt x="244" y="1085"/>
                      <a:pt x="544" y="1085"/>
                    </a:cubicBezTo>
                    <a:cubicBezTo>
                      <a:pt x="843" y="1085"/>
                      <a:pt x="1085" y="841"/>
                      <a:pt x="1085" y="542"/>
                    </a:cubicBezTo>
                    <a:cubicBezTo>
                      <a:pt x="1085" y="243"/>
                      <a:pt x="843" y="1"/>
                      <a:pt x="5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29"/>
              <p:cNvSpPr/>
              <p:nvPr/>
            </p:nvSpPr>
            <p:spPr>
              <a:xfrm rot="-5400000">
                <a:off x="684905" y="240000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3" y="0"/>
                    </a:moveTo>
                    <a:cubicBezTo>
                      <a:pt x="243" y="0"/>
                      <a:pt x="1" y="242"/>
                      <a:pt x="1" y="541"/>
                    </a:cubicBezTo>
                    <a:cubicBezTo>
                      <a:pt x="1" y="841"/>
                      <a:pt x="243" y="1084"/>
                      <a:pt x="543" y="1084"/>
                    </a:cubicBezTo>
                    <a:cubicBezTo>
                      <a:pt x="842" y="1084"/>
                      <a:pt x="1085" y="841"/>
                      <a:pt x="1085" y="541"/>
                    </a:cubicBezTo>
                    <a:cubicBezTo>
                      <a:pt x="1085" y="242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29"/>
              <p:cNvSpPr/>
              <p:nvPr/>
            </p:nvSpPr>
            <p:spPr>
              <a:xfrm rot="-5400000">
                <a:off x="589738" y="144887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3"/>
                      <a:pt x="243" y="1085"/>
                      <a:pt x="542" y="1085"/>
                    </a:cubicBezTo>
                    <a:cubicBezTo>
                      <a:pt x="843" y="1085"/>
                      <a:pt x="1085" y="843"/>
                      <a:pt x="1085" y="542"/>
                    </a:cubicBezTo>
                    <a:cubicBezTo>
                      <a:pt x="1085" y="243"/>
                      <a:pt x="843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29"/>
              <p:cNvSpPr/>
              <p:nvPr/>
            </p:nvSpPr>
            <p:spPr>
              <a:xfrm rot="-5400000">
                <a:off x="344269" y="1497418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4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1"/>
                      <a:pt x="244" y="1085"/>
                      <a:pt x="544" y="1085"/>
                    </a:cubicBezTo>
                    <a:cubicBezTo>
                      <a:pt x="843" y="1085"/>
                      <a:pt x="1085" y="841"/>
                      <a:pt x="1085" y="542"/>
                    </a:cubicBezTo>
                    <a:cubicBezTo>
                      <a:pt x="1085" y="243"/>
                      <a:pt x="843" y="1"/>
                      <a:pt x="5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29"/>
              <p:cNvSpPr/>
              <p:nvPr/>
            </p:nvSpPr>
            <p:spPr>
              <a:xfrm rot="-5400000">
                <a:off x="251780" y="1404875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3" y="0"/>
                    </a:moveTo>
                    <a:cubicBezTo>
                      <a:pt x="243" y="0"/>
                      <a:pt x="1" y="242"/>
                      <a:pt x="1" y="541"/>
                    </a:cubicBezTo>
                    <a:cubicBezTo>
                      <a:pt x="1" y="841"/>
                      <a:pt x="243" y="1084"/>
                      <a:pt x="543" y="1084"/>
                    </a:cubicBezTo>
                    <a:cubicBezTo>
                      <a:pt x="842" y="1084"/>
                      <a:pt x="1085" y="841"/>
                      <a:pt x="1085" y="541"/>
                    </a:cubicBezTo>
                    <a:cubicBezTo>
                      <a:pt x="1085" y="242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0" name="Google Shape;1580;p29"/>
              <p:cNvSpPr/>
              <p:nvPr/>
            </p:nvSpPr>
            <p:spPr>
              <a:xfrm rot="-5400000">
                <a:off x="156613" y="1309762"/>
                <a:ext cx="59309" cy="5930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3"/>
                      <a:pt x="243" y="1085"/>
                      <a:pt x="542" y="1085"/>
                    </a:cubicBezTo>
                    <a:cubicBezTo>
                      <a:pt x="843" y="1085"/>
                      <a:pt x="1085" y="843"/>
                      <a:pt x="1085" y="542"/>
                    </a:cubicBezTo>
                    <a:cubicBezTo>
                      <a:pt x="1085" y="243"/>
                      <a:pt x="843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1" name="Google Shape;1581;p29"/>
            <p:cNvGrpSpPr/>
            <p:nvPr/>
          </p:nvGrpSpPr>
          <p:grpSpPr>
            <a:xfrm>
              <a:off x="7645550" y="3883667"/>
              <a:ext cx="1343360" cy="1193515"/>
              <a:chOff x="7645550" y="3883667"/>
              <a:chExt cx="1343360" cy="1193515"/>
            </a:xfrm>
          </p:grpSpPr>
          <p:sp>
            <p:nvSpPr>
              <p:cNvPr id="1582" name="Google Shape;1582;p29"/>
              <p:cNvSpPr/>
              <p:nvPr/>
            </p:nvSpPr>
            <p:spPr>
              <a:xfrm>
                <a:off x="7837107" y="5016665"/>
                <a:ext cx="60517" cy="60517"/>
              </a:xfrm>
              <a:custGeom>
                <a:rect b="b" l="l" r="r" t="t"/>
                <a:pathLst>
                  <a:path extrusionOk="0" h="1396" w="1396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3"/>
                      <a:pt x="313" y="1395"/>
                      <a:pt x="698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29"/>
              <p:cNvSpPr/>
              <p:nvPr/>
            </p:nvSpPr>
            <p:spPr>
              <a:xfrm>
                <a:off x="7742651" y="4922206"/>
                <a:ext cx="60517" cy="60517"/>
              </a:xfrm>
              <a:custGeom>
                <a:rect b="b" l="l" r="r" t="t"/>
                <a:pathLst>
                  <a:path extrusionOk="0" h="1396" w="1396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4"/>
                      <a:pt x="313" y="1396"/>
                      <a:pt x="698" y="1396"/>
                    </a:cubicBezTo>
                    <a:cubicBezTo>
                      <a:pt x="1084" y="1396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29"/>
              <p:cNvSpPr/>
              <p:nvPr/>
            </p:nvSpPr>
            <p:spPr>
              <a:xfrm>
                <a:off x="7645550" y="4825103"/>
                <a:ext cx="60560" cy="60517"/>
              </a:xfrm>
              <a:custGeom>
                <a:rect b="b" l="l" r="r" t="t"/>
                <a:pathLst>
                  <a:path extrusionOk="0" h="1396" w="1397">
                    <a:moveTo>
                      <a:pt x="699" y="1"/>
                    </a:moveTo>
                    <a:cubicBezTo>
                      <a:pt x="314" y="1"/>
                      <a:pt x="1" y="313"/>
                      <a:pt x="1" y="698"/>
                    </a:cubicBezTo>
                    <a:cubicBezTo>
                      <a:pt x="1" y="1083"/>
                      <a:pt x="314" y="1395"/>
                      <a:pt x="699" y="1395"/>
                    </a:cubicBezTo>
                    <a:cubicBezTo>
                      <a:pt x="1085" y="1395"/>
                      <a:pt x="1397" y="1083"/>
                      <a:pt x="1397" y="698"/>
                    </a:cubicBezTo>
                    <a:cubicBezTo>
                      <a:pt x="1397" y="313"/>
                      <a:pt x="1085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29"/>
              <p:cNvSpPr/>
              <p:nvPr/>
            </p:nvSpPr>
            <p:spPr>
              <a:xfrm>
                <a:off x="8927086" y="4079235"/>
                <a:ext cx="61824" cy="61868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29"/>
              <p:cNvSpPr/>
              <p:nvPr/>
            </p:nvSpPr>
            <p:spPr>
              <a:xfrm>
                <a:off x="8830652" y="3982845"/>
                <a:ext cx="61824" cy="61780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29"/>
              <p:cNvSpPr/>
              <p:nvPr/>
            </p:nvSpPr>
            <p:spPr>
              <a:xfrm>
                <a:off x="8731563" y="3883667"/>
                <a:ext cx="61780" cy="61868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88" name="Google Shape;1588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0" name="Google Shape;1590;p30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1" name="Google Shape;1591;p30"/>
          <p:cNvGrpSpPr/>
          <p:nvPr/>
        </p:nvGrpSpPr>
        <p:grpSpPr>
          <a:xfrm flipH="1">
            <a:off x="437735" y="539500"/>
            <a:ext cx="8628969" cy="4492900"/>
            <a:chOff x="107100" y="539500"/>
            <a:chExt cx="8628969" cy="4492900"/>
          </a:xfrm>
        </p:grpSpPr>
        <p:grpSp>
          <p:nvGrpSpPr>
            <p:cNvPr id="1592" name="Google Shape;1592;p30"/>
            <p:cNvGrpSpPr/>
            <p:nvPr/>
          </p:nvGrpSpPr>
          <p:grpSpPr>
            <a:xfrm>
              <a:off x="107100" y="3356518"/>
              <a:ext cx="884579" cy="1675882"/>
              <a:chOff x="107100" y="3356518"/>
              <a:chExt cx="884579" cy="1675882"/>
            </a:xfrm>
          </p:grpSpPr>
          <p:sp>
            <p:nvSpPr>
              <p:cNvPr id="1593" name="Google Shape;1593;p30"/>
              <p:cNvSpPr/>
              <p:nvPr/>
            </p:nvSpPr>
            <p:spPr>
              <a:xfrm>
                <a:off x="385525" y="3703073"/>
                <a:ext cx="271201" cy="723536"/>
              </a:xfrm>
              <a:custGeom>
                <a:rect b="b" l="l" r="r" t="t"/>
                <a:pathLst>
                  <a:path extrusionOk="0" h="6835" w="2562">
                    <a:moveTo>
                      <a:pt x="2344" y="1"/>
                    </a:moveTo>
                    <a:cubicBezTo>
                      <a:pt x="2293" y="1"/>
                      <a:pt x="2242" y="20"/>
                      <a:pt x="2204" y="58"/>
                    </a:cubicBezTo>
                    <a:lnTo>
                      <a:pt x="58" y="2205"/>
                    </a:lnTo>
                    <a:cubicBezTo>
                      <a:pt x="21" y="2242"/>
                      <a:pt x="0" y="2292"/>
                      <a:pt x="0" y="2345"/>
                    </a:cubicBezTo>
                    <a:lnTo>
                      <a:pt x="0" y="6636"/>
                    </a:lnTo>
                    <a:cubicBezTo>
                      <a:pt x="0" y="6746"/>
                      <a:pt x="89" y="6835"/>
                      <a:pt x="198" y="6835"/>
                    </a:cubicBezTo>
                    <a:cubicBezTo>
                      <a:pt x="308" y="6835"/>
                      <a:pt x="395" y="6746"/>
                      <a:pt x="395" y="6636"/>
                    </a:cubicBezTo>
                    <a:lnTo>
                      <a:pt x="395" y="2426"/>
                    </a:lnTo>
                    <a:lnTo>
                      <a:pt x="2484" y="339"/>
                    </a:lnTo>
                    <a:cubicBezTo>
                      <a:pt x="2561" y="262"/>
                      <a:pt x="2561" y="135"/>
                      <a:pt x="2484" y="58"/>
                    </a:cubicBezTo>
                    <a:cubicBezTo>
                      <a:pt x="2445" y="20"/>
                      <a:pt x="2394" y="1"/>
                      <a:pt x="2344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30"/>
              <p:cNvSpPr/>
              <p:nvPr/>
            </p:nvSpPr>
            <p:spPr>
              <a:xfrm>
                <a:off x="250291" y="45629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30"/>
              <p:cNvSpPr/>
              <p:nvPr/>
            </p:nvSpPr>
            <p:spPr>
              <a:xfrm>
                <a:off x="107100" y="441980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0"/>
              <p:cNvSpPr/>
              <p:nvPr/>
            </p:nvSpPr>
            <p:spPr>
              <a:xfrm>
                <a:off x="574679" y="3356518"/>
                <a:ext cx="417000" cy="4167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7" name="Google Shape;1597;p30"/>
            <p:cNvGrpSpPr/>
            <p:nvPr/>
          </p:nvGrpSpPr>
          <p:grpSpPr>
            <a:xfrm rot="5400000">
              <a:off x="7928269" y="1076100"/>
              <a:ext cx="1344400" cy="271200"/>
              <a:chOff x="3686625" y="4569856"/>
              <a:chExt cx="1344400" cy="271200"/>
            </a:xfrm>
          </p:grpSpPr>
          <p:sp>
            <p:nvSpPr>
              <p:cNvPr id="1598" name="Google Shape;1598;p30"/>
              <p:cNvSpPr/>
              <p:nvPr/>
            </p:nvSpPr>
            <p:spPr>
              <a:xfrm rot="-5400000">
                <a:off x="3638925" y="4617556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30"/>
              <p:cNvSpPr/>
              <p:nvPr/>
            </p:nvSpPr>
            <p:spPr>
              <a:xfrm rot="-5400000">
                <a:off x="3931075" y="4617556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30"/>
              <p:cNvSpPr/>
              <p:nvPr/>
            </p:nvSpPr>
            <p:spPr>
              <a:xfrm rot="-5400000">
                <a:off x="4223225" y="4617556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0"/>
              <p:cNvSpPr/>
              <p:nvPr/>
            </p:nvSpPr>
            <p:spPr>
              <a:xfrm rot="-5400000">
                <a:off x="4515375" y="4617556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0"/>
              <p:cNvSpPr/>
              <p:nvPr/>
            </p:nvSpPr>
            <p:spPr>
              <a:xfrm rot="-5400000">
                <a:off x="4807525" y="4617556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3" name="Google Shape;1603;p30"/>
            <p:cNvSpPr/>
            <p:nvPr/>
          </p:nvSpPr>
          <p:spPr>
            <a:xfrm rot="5400000">
              <a:off x="8226025" y="4175750"/>
              <a:ext cx="680700" cy="175800"/>
            </a:xfrm>
            <a:prstGeom prst="roundRect">
              <a:avLst>
                <a:gd fmla="val 50000" name="adj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4" name="Google Shape;1604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605" name="Google Shape;1605;p30"/>
          <p:cNvSpPr txBox="1"/>
          <p:nvPr>
            <p:ph idx="1" type="subTitle"/>
          </p:nvPr>
        </p:nvSpPr>
        <p:spPr>
          <a:xfrm>
            <a:off x="1023037" y="2128575"/>
            <a:ext cx="21582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6" name="Google Shape;1606;p30"/>
          <p:cNvSpPr txBox="1"/>
          <p:nvPr>
            <p:ph idx="2" type="subTitle"/>
          </p:nvPr>
        </p:nvSpPr>
        <p:spPr>
          <a:xfrm>
            <a:off x="3492900" y="2128575"/>
            <a:ext cx="21582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7" name="Google Shape;1607;p30"/>
          <p:cNvSpPr txBox="1"/>
          <p:nvPr>
            <p:ph idx="3" type="subTitle"/>
          </p:nvPr>
        </p:nvSpPr>
        <p:spPr>
          <a:xfrm>
            <a:off x="1023037" y="3561975"/>
            <a:ext cx="21582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8" name="Google Shape;1608;p30"/>
          <p:cNvSpPr txBox="1"/>
          <p:nvPr>
            <p:ph idx="4" type="subTitle"/>
          </p:nvPr>
        </p:nvSpPr>
        <p:spPr>
          <a:xfrm>
            <a:off x="3492900" y="3561975"/>
            <a:ext cx="21582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9" name="Google Shape;1609;p30"/>
          <p:cNvSpPr txBox="1"/>
          <p:nvPr>
            <p:ph idx="5" type="subTitle"/>
          </p:nvPr>
        </p:nvSpPr>
        <p:spPr>
          <a:xfrm>
            <a:off x="5962763" y="2128575"/>
            <a:ext cx="21582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0" name="Google Shape;1610;p30"/>
          <p:cNvSpPr txBox="1"/>
          <p:nvPr>
            <p:ph idx="6" type="subTitle"/>
          </p:nvPr>
        </p:nvSpPr>
        <p:spPr>
          <a:xfrm>
            <a:off x="5962763" y="3561975"/>
            <a:ext cx="21582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1" name="Google Shape;1611;p30"/>
          <p:cNvSpPr txBox="1"/>
          <p:nvPr>
            <p:ph idx="7" type="subTitle"/>
          </p:nvPr>
        </p:nvSpPr>
        <p:spPr>
          <a:xfrm>
            <a:off x="1023037" y="1766975"/>
            <a:ext cx="2158200" cy="4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612" name="Google Shape;1612;p30"/>
          <p:cNvSpPr txBox="1"/>
          <p:nvPr>
            <p:ph idx="8" type="subTitle"/>
          </p:nvPr>
        </p:nvSpPr>
        <p:spPr>
          <a:xfrm>
            <a:off x="3492900" y="1766975"/>
            <a:ext cx="2158200" cy="4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613" name="Google Shape;1613;p30"/>
          <p:cNvSpPr txBox="1"/>
          <p:nvPr>
            <p:ph idx="9" type="subTitle"/>
          </p:nvPr>
        </p:nvSpPr>
        <p:spPr>
          <a:xfrm>
            <a:off x="5962763" y="1766975"/>
            <a:ext cx="2158200" cy="4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614" name="Google Shape;1614;p30"/>
          <p:cNvSpPr txBox="1"/>
          <p:nvPr>
            <p:ph idx="13" type="subTitle"/>
          </p:nvPr>
        </p:nvSpPr>
        <p:spPr>
          <a:xfrm>
            <a:off x="1023037" y="3200400"/>
            <a:ext cx="2158200" cy="4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615" name="Google Shape;1615;p30"/>
          <p:cNvSpPr txBox="1"/>
          <p:nvPr>
            <p:ph idx="14" type="subTitle"/>
          </p:nvPr>
        </p:nvSpPr>
        <p:spPr>
          <a:xfrm>
            <a:off x="3492900" y="3200400"/>
            <a:ext cx="2158200" cy="4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616" name="Google Shape;1616;p30"/>
          <p:cNvSpPr txBox="1"/>
          <p:nvPr>
            <p:ph idx="15" type="subTitle"/>
          </p:nvPr>
        </p:nvSpPr>
        <p:spPr>
          <a:xfrm>
            <a:off x="5962763" y="3200400"/>
            <a:ext cx="2158200" cy="4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grpSp>
        <p:nvGrpSpPr>
          <p:cNvPr id="1617" name="Google Shape;1617;p30"/>
          <p:cNvGrpSpPr/>
          <p:nvPr/>
        </p:nvGrpSpPr>
        <p:grpSpPr>
          <a:xfrm flipH="1" rot="10800000">
            <a:off x="8555518" y="3528979"/>
            <a:ext cx="510681" cy="1614501"/>
            <a:chOff x="8555518" y="-51901"/>
            <a:chExt cx="510681" cy="1614501"/>
          </a:xfrm>
        </p:grpSpPr>
        <p:sp>
          <p:nvSpPr>
            <p:cNvPr id="1618" name="Google Shape;1618;p30"/>
            <p:cNvSpPr/>
            <p:nvPr/>
          </p:nvSpPr>
          <p:spPr>
            <a:xfrm rot="5400000">
              <a:off x="8470563" y="373037"/>
              <a:ext cx="1020574" cy="170698"/>
            </a:xfrm>
            <a:custGeom>
              <a:rect b="b" l="l" r="r" t="t"/>
              <a:pathLst>
                <a:path extrusionOk="0" h="2786" w="16657">
                  <a:moveTo>
                    <a:pt x="154" y="0"/>
                  </a:moveTo>
                  <a:cubicBezTo>
                    <a:pt x="69" y="0"/>
                    <a:pt x="0" y="69"/>
                    <a:pt x="0" y="154"/>
                  </a:cubicBezTo>
                  <a:cubicBezTo>
                    <a:pt x="0" y="239"/>
                    <a:pt x="69" y="308"/>
                    <a:pt x="154" y="308"/>
                  </a:cubicBezTo>
                  <a:lnTo>
                    <a:pt x="5453" y="308"/>
                  </a:lnTo>
                  <a:lnTo>
                    <a:pt x="7886" y="2740"/>
                  </a:lnTo>
                  <a:cubicBezTo>
                    <a:pt x="7916" y="2769"/>
                    <a:pt x="7955" y="2785"/>
                    <a:pt x="7995" y="2785"/>
                  </a:cubicBezTo>
                  <a:lnTo>
                    <a:pt x="16503" y="2785"/>
                  </a:lnTo>
                  <a:cubicBezTo>
                    <a:pt x="16588" y="2785"/>
                    <a:pt x="16657" y="2717"/>
                    <a:pt x="16657" y="2632"/>
                  </a:cubicBezTo>
                  <a:cubicBezTo>
                    <a:pt x="16657" y="2547"/>
                    <a:pt x="16588" y="2478"/>
                    <a:pt x="16503" y="2478"/>
                  </a:cubicBezTo>
                  <a:lnTo>
                    <a:pt x="8059" y="2478"/>
                  </a:lnTo>
                  <a:lnTo>
                    <a:pt x="5626" y="45"/>
                  </a:lnTo>
                  <a:cubicBezTo>
                    <a:pt x="5598" y="16"/>
                    <a:pt x="5557" y="0"/>
                    <a:pt x="55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30"/>
            <p:cNvSpPr/>
            <p:nvPr/>
          </p:nvSpPr>
          <p:spPr>
            <a:xfrm rot="5400000">
              <a:off x="7989565" y="577158"/>
              <a:ext cx="1499216" cy="241097"/>
            </a:xfrm>
            <a:custGeom>
              <a:rect b="b" l="l" r="r" t="t"/>
              <a:pathLst>
                <a:path extrusionOk="0" h="3935" w="24469">
                  <a:moveTo>
                    <a:pt x="20637" y="1"/>
                  </a:moveTo>
                  <a:cubicBezTo>
                    <a:pt x="20596" y="1"/>
                    <a:pt x="20557" y="17"/>
                    <a:pt x="20529" y="47"/>
                  </a:cubicBezTo>
                  <a:lnTo>
                    <a:pt x="16947" y="3627"/>
                  </a:lnTo>
                  <a:lnTo>
                    <a:pt x="6092" y="3627"/>
                  </a:lnTo>
                  <a:lnTo>
                    <a:pt x="4400" y="1936"/>
                  </a:lnTo>
                  <a:cubicBezTo>
                    <a:pt x="4372" y="1907"/>
                    <a:pt x="4332" y="1891"/>
                    <a:pt x="4291" y="1891"/>
                  </a:cubicBezTo>
                  <a:lnTo>
                    <a:pt x="154" y="1891"/>
                  </a:lnTo>
                  <a:cubicBezTo>
                    <a:pt x="69" y="1891"/>
                    <a:pt x="0" y="1959"/>
                    <a:pt x="0" y="2045"/>
                  </a:cubicBezTo>
                  <a:cubicBezTo>
                    <a:pt x="0" y="2130"/>
                    <a:pt x="69" y="2198"/>
                    <a:pt x="154" y="2198"/>
                  </a:cubicBezTo>
                  <a:lnTo>
                    <a:pt x="4227" y="2198"/>
                  </a:lnTo>
                  <a:lnTo>
                    <a:pt x="5919" y="3890"/>
                  </a:lnTo>
                  <a:cubicBezTo>
                    <a:pt x="5949" y="3918"/>
                    <a:pt x="5988" y="3935"/>
                    <a:pt x="6028" y="3935"/>
                  </a:cubicBezTo>
                  <a:lnTo>
                    <a:pt x="17010" y="3935"/>
                  </a:lnTo>
                  <a:cubicBezTo>
                    <a:pt x="17051" y="3935"/>
                    <a:pt x="17090" y="3918"/>
                    <a:pt x="17119" y="3890"/>
                  </a:cubicBezTo>
                  <a:lnTo>
                    <a:pt x="20701" y="308"/>
                  </a:lnTo>
                  <a:lnTo>
                    <a:pt x="24315" y="308"/>
                  </a:lnTo>
                  <a:cubicBezTo>
                    <a:pt x="24400" y="308"/>
                    <a:pt x="24469" y="239"/>
                    <a:pt x="24469" y="154"/>
                  </a:cubicBezTo>
                  <a:cubicBezTo>
                    <a:pt x="24469" y="70"/>
                    <a:pt x="24400" y="1"/>
                    <a:pt x="243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30"/>
            <p:cNvSpPr/>
            <p:nvPr/>
          </p:nvSpPr>
          <p:spPr>
            <a:xfrm rot="5400000">
              <a:off x="8856964" y="387949"/>
              <a:ext cx="95949" cy="95949"/>
            </a:xfrm>
            <a:custGeom>
              <a:rect b="b" l="l" r="r" t="t"/>
              <a:pathLst>
                <a:path extrusionOk="0" h="1566" w="1566">
                  <a:moveTo>
                    <a:pt x="783" y="0"/>
                  </a:moveTo>
                  <a:cubicBezTo>
                    <a:pt x="350" y="0"/>
                    <a:pt x="0" y="350"/>
                    <a:pt x="0" y="783"/>
                  </a:cubicBezTo>
                  <a:cubicBezTo>
                    <a:pt x="0" y="1215"/>
                    <a:pt x="350" y="1565"/>
                    <a:pt x="783" y="1565"/>
                  </a:cubicBezTo>
                  <a:cubicBezTo>
                    <a:pt x="1216" y="1565"/>
                    <a:pt x="1566" y="1215"/>
                    <a:pt x="1566" y="783"/>
                  </a:cubicBezTo>
                  <a:cubicBezTo>
                    <a:pt x="1566" y="350"/>
                    <a:pt x="1216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30"/>
            <p:cNvSpPr/>
            <p:nvPr/>
          </p:nvSpPr>
          <p:spPr>
            <a:xfrm rot="5400000">
              <a:off x="8764659" y="295647"/>
              <a:ext cx="280555" cy="280617"/>
            </a:xfrm>
            <a:custGeom>
              <a:rect b="b" l="l" r="r" t="t"/>
              <a:pathLst>
                <a:path extrusionOk="0" h="4580" w="4579">
                  <a:moveTo>
                    <a:pt x="2289" y="155"/>
                  </a:moveTo>
                  <a:cubicBezTo>
                    <a:pt x="3466" y="155"/>
                    <a:pt x="4425" y="1112"/>
                    <a:pt x="4425" y="2290"/>
                  </a:cubicBezTo>
                  <a:cubicBezTo>
                    <a:pt x="4425" y="3467"/>
                    <a:pt x="3466" y="4426"/>
                    <a:pt x="2289" y="4426"/>
                  </a:cubicBezTo>
                  <a:cubicBezTo>
                    <a:pt x="1112" y="4426"/>
                    <a:pt x="154" y="3467"/>
                    <a:pt x="154" y="2290"/>
                  </a:cubicBezTo>
                  <a:cubicBezTo>
                    <a:pt x="154" y="1112"/>
                    <a:pt x="1112" y="155"/>
                    <a:pt x="2289" y="155"/>
                  </a:cubicBezTo>
                  <a:close/>
                  <a:moveTo>
                    <a:pt x="2289" y="1"/>
                  </a:moveTo>
                  <a:cubicBezTo>
                    <a:pt x="1026" y="1"/>
                    <a:pt x="0" y="1028"/>
                    <a:pt x="0" y="2290"/>
                  </a:cubicBezTo>
                  <a:cubicBezTo>
                    <a:pt x="0" y="3552"/>
                    <a:pt x="1026" y="4580"/>
                    <a:pt x="2289" y="4580"/>
                  </a:cubicBezTo>
                  <a:cubicBezTo>
                    <a:pt x="3552" y="4580"/>
                    <a:pt x="4579" y="3552"/>
                    <a:pt x="4579" y="2290"/>
                  </a:cubicBezTo>
                  <a:cubicBezTo>
                    <a:pt x="4579" y="1028"/>
                    <a:pt x="3552" y="1"/>
                    <a:pt x="2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30"/>
            <p:cNvSpPr/>
            <p:nvPr/>
          </p:nvSpPr>
          <p:spPr>
            <a:xfrm rot="5400000">
              <a:off x="8802250" y="1171640"/>
              <a:ext cx="96010" cy="96010"/>
            </a:xfrm>
            <a:custGeom>
              <a:rect b="b" l="l" r="r" t="t"/>
              <a:pathLst>
                <a:path extrusionOk="0" h="1567" w="1567">
                  <a:moveTo>
                    <a:pt x="784" y="1"/>
                  </a:moveTo>
                  <a:cubicBezTo>
                    <a:pt x="352" y="1"/>
                    <a:pt x="1" y="352"/>
                    <a:pt x="1" y="783"/>
                  </a:cubicBezTo>
                  <a:cubicBezTo>
                    <a:pt x="1" y="1216"/>
                    <a:pt x="352" y="1567"/>
                    <a:pt x="784" y="1567"/>
                  </a:cubicBezTo>
                  <a:cubicBezTo>
                    <a:pt x="1216" y="1567"/>
                    <a:pt x="1567" y="1216"/>
                    <a:pt x="1567" y="783"/>
                  </a:cubicBezTo>
                  <a:cubicBezTo>
                    <a:pt x="1567" y="352"/>
                    <a:pt x="1216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30"/>
            <p:cNvSpPr/>
            <p:nvPr/>
          </p:nvSpPr>
          <p:spPr>
            <a:xfrm rot="5400000">
              <a:off x="8709915" y="1079369"/>
              <a:ext cx="280617" cy="280617"/>
            </a:xfrm>
            <a:custGeom>
              <a:rect b="b" l="l" r="r" t="t"/>
              <a:pathLst>
                <a:path extrusionOk="0" h="4580" w="4580">
                  <a:moveTo>
                    <a:pt x="2290" y="154"/>
                  </a:moveTo>
                  <a:cubicBezTo>
                    <a:pt x="3468" y="154"/>
                    <a:pt x="4425" y="1112"/>
                    <a:pt x="4425" y="2289"/>
                  </a:cubicBezTo>
                  <a:cubicBezTo>
                    <a:pt x="4425" y="3468"/>
                    <a:pt x="3468" y="4425"/>
                    <a:pt x="2290" y="4425"/>
                  </a:cubicBezTo>
                  <a:cubicBezTo>
                    <a:pt x="1113" y="4425"/>
                    <a:pt x="154" y="3468"/>
                    <a:pt x="154" y="2289"/>
                  </a:cubicBezTo>
                  <a:cubicBezTo>
                    <a:pt x="154" y="1112"/>
                    <a:pt x="1113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8" y="1"/>
                    <a:pt x="0" y="1028"/>
                    <a:pt x="0" y="2289"/>
                  </a:cubicBezTo>
                  <a:cubicBezTo>
                    <a:pt x="0" y="3552"/>
                    <a:pt x="1028" y="4579"/>
                    <a:pt x="2290" y="4579"/>
                  </a:cubicBezTo>
                  <a:cubicBezTo>
                    <a:pt x="3553" y="4579"/>
                    <a:pt x="4579" y="3552"/>
                    <a:pt x="4579" y="2289"/>
                  </a:cubicBezTo>
                  <a:cubicBezTo>
                    <a:pt x="4579" y="1028"/>
                    <a:pt x="3552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30"/>
            <p:cNvSpPr/>
            <p:nvPr/>
          </p:nvSpPr>
          <p:spPr>
            <a:xfrm rot="5400000">
              <a:off x="8555518" y="748211"/>
              <a:ext cx="145087" cy="145087"/>
            </a:xfrm>
            <a:custGeom>
              <a:rect b="b" l="l" r="r" t="t"/>
              <a:pathLst>
                <a:path extrusionOk="0" h="2368" w="2368">
                  <a:moveTo>
                    <a:pt x="1184" y="154"/>
                  </a:moveTo>
                  <a:cubicBezTo>
                    <a:pt x="1751" y="154"/>
                    <a:pt x="2214" y="617"/>
                    <a:pt x="2214" y="1184"/>
                  </a:cubicBezTo>
                  <a:cubicBezTo>
                    <a:pt x="2214" y="1752"/>
                    <a:pt x="1751" y="2214"/>
                    <a:pt x="1184" y="2214"/>
                  </a:cubicBezTo>
                  <a:cubicBezTo>
                    <a:pt x="616" y="2214"/>
                    <a:pt x="155" y="1752"/>
                    <a:pt x="155" y="1184"/>
                  </a:cubicBezTo>
                  <a:cubicBezTo>
                    <a:pt x="155" y="617"/>
                    <a:pt x="616" y="154"/>
                    <a:pt x="1184" y="154"/>
                  </a:cubicBezTo>
                  <a:close/>
                  <a:moveTo>
                    <a:pt x="1184" y="1"/>
                  </a:moveTo>
                  <a:cubicBezTo>
                    <a:pt x="531" y="1"/>
                    <a:pt x="1" y="532"/>
                    <a:pt x="1" y="1184"/>
                  </a:cubicBezTo>
                  <a:cubicBezTo>
                    <a:pt x="1" y="1837"/>
                    <a:pt x="531" y="2368"/>
                    <a:pt x="1184" y="2368"/>
                  </a:cubicBezTo>
                  <a:cubicBezTo>
                    <a:pt x="1836" y="2368"/>
                    <a:pt x="2367" y="1837"/>
                    <a:pt x="2367" y="1184"/>
                  </a:cubicBezTo>
                  <a:cubicBezTo>
                    <a:pt x="2367" y="532"/>
                    <a:pt x="1836" y="1"/>
                    <a:pt x="11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0"/>
            <p:cNvSpPr/>
            <p:nvPr/>
          </p:nvSpPr>
          <p:spPr>
            <a:xfrm rot="5400000">
              <a:off x="8829085" y="883431"/>
              <a:ext cx="151643" cy="151643"/>
            </a:xfrm>
            <a:custGeom>
              <a:rect b="b" l="l" r="r" t="t"/>
              <a:pathLst>
                <a:path extrusionOk="0" h="2475" w="2475">
                  <a:moveTo>
                    <a:pt x="1237" y="0"/>
                  </a:moveTo>
                  <a:cubicBezTo>
                    <a:pt x="554" y="0"/>
                    <a:pt x="1" y="553"/>
                    <a:pt x="1" y="1237"/>
                  </a:cubicBezTo>
                  <a:cubicBezTo>
                    <a:pt x="1" y="1920"/>
                    <a:pt x="554" y="2474"/>
                    <a:pt x="1237" y="2474"/>
                  </a:cubicBezTo>
                  <a:cubicBezTo>
                    <a:pt x="1922" y="2474"/>
                    <a:pt x="2475" y="1920"/>
                    <a:pt x="2475" y="1237"/>
                  </a:cubicBezTo>
                  <a:cubicBezTo>
                    <a:pt x="2475" y="553"/>
                    <a:pt x="1922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0"/>
            <p:cNvSpPr/>
            <p:nvPr/>
          </p:nvSpPr>
          <p:spPr>
            <a:xfrm rot="5400000">
              <a:off x="8873016" y="927300"/>
              <a:ext cx="63843" cy="63966"/>
            </a:xfrm>
            <a:custGeom>
              <a:rect b="b" l="l" r="r" t="t"/>
              <a:pathLst>
                <a:path extrusionOk="0" h="1044" w="1042">
                  <a:moveTo>
                    <a:pt x="520" y="0"/>
                  </a:moveTo>
                  <a:cubicBezTo>
                    <a:pt x="233" y="0"/>
                    <a:pt x="0" y="234"/>
                    <a:pt x="0" y="522"/>
                  </a:cubicBezTo>
                  <a:cubicBezTo>
                    <a:pt x="0" y="810"/>
                    <a:pt x="233" y="1043"/>
                    <a:pt x="520" y="1043"/>
                  </a:cubicBezTo>
                  <a:cubicBezTo>
                    <a:pt x="809" y="1043"/>
                    <a:pt x="1042" y="810"/>
                    <a:pt x="1042" y="522"/>
                  </a:cubicBezTo>
                  <a:cubicBezTo>
                    <a:pt x="1042" y="234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0"/>
            <p:cNvSpPr/>
            <p:nvPr/>
          </p:nvSpPr>
          <p:spPr>
            <a:xfrm rot="5400000">
              <a:off x="8774433" y="1410957"/>
              <a:ext cx="151643" cy="151643"/>
            </a:xfrm>
            <a:custGeom>
              <a:rect b="b" l="l" r="r" t="t"/>
              <a:pathLst>
                <a:path extrusionOk="0" h="2475" w="2475">
                  <a:moveTo>
                    <a:pt x="1238" y="1"/>
                  </a:moveTo>
                  <a:cubicBezTo>
                    <a:pt x="555" y="1"/>
                    <a:pt x="0" y="554"/>
                    <a:pt x="0" y="1237"/>
                  </a:cubicBezTo>
                  <a:cubicBezTo>
                    <a:pt x="0" y="1921"/>
                    <a:pt x="555" y="2475"/>
                    <a:pt x="1238" y="2475"/>
                  </a:cubicBezTo>
                  <a:cubicBezTo>
                    <a:pt x="1922" y="2475"/>
                    <a:pt x="2475" y="1921"/>
                    <a:pt x="2475" y="1237"/>
                  </a:cubicBezTo>
                  <a:cubicBezTo>
                    <a:pt x="2475" y="554"/>
                    <a:pt x="1922" y="1"/>
                    <a:pt x="1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30"/>
            <p:cNvSpPr/>
            <p:nvPr/>
          </p:nvSpPr>
          <p:spPr>
            <a:xfrm rot="5400000">
              <a:off x="8818272" y="1454856"/>
              <a:ext cx="63905" cy="63843"/>
            </a:xfrm>
            <a:custGeom>
              <a:rect b="b" l="l" r="r" t="t"/>
              <a:pathLst>
                <a:path extrusionOk="0" h="1042" w="1043">
                  <a:moveTo>
                    <a:pt x="522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2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9" name="Google Shape;1629;p30"/>
          <p:cNvGrpSpPr/>
          <p:nvPr/>
        </p:nvGrpSpPr>
        <p:grpSpPr>
          <a:xfrm flipH="1">
            <a:off x="107271" y="3767599"/>
            <a:ext cx="419518" cy="1375882"/>
            <a:chOff x="107271" y="3767598"/>
            <a:chExt cx="419518" cy="1375882"/>
          </a:xfrm>
        </p:grpSpPr>
        <p:sp>
          <p:nvSpPr>
            <p:cNvPr id="1630" name="Google Shape;1630;p30"/>
            <p:cNvSpPr/>
            <p:nvPr/>
          </p:nvSpPr>
          <p:spPr>
            <a:xfrm>
              <a:off x="326305" y="4019527"/>
              <a:ext cx="200484" cy="1123953"/>
            </a:xfrm>
            <a:custGeom>
              <a:rect b="b" l="l" r="r" t="t"/>
              <a:pathLst>
                <a:path extrusionOk="0" h="20429" w="3644">
                  <a:moveTo>
                    <a:pt x="2406" y="1"/>
                  </a:moveTo>
                  <a:cubicBezTo>
                    <a:pt x="1723" y="1"/>
                    <a:pt x="1169" y="555"/>
                    <a:pt x="1169" y="1238"/>
                  </a:cubicBezTo>
                  <a:cubicBezTo>
                    <a:pt x="1169" y="1525"/>
                    <a:pt x="1270" y="1785"/>
                    <a:pt x="1434" y="1994"/>
                  </a:cubicBezTo>
                  <a:lnTo>
                    <a:pt x="46" y="3382"/>
                  </a:lnTo>
                  <a:cubicBezTo>
                    <a:pt x="17" y="3410"/>
                    <a:pt x="1" y="3449"/>
                    <a:pt x="1" y="3491"/>
                  </a:cubicBezTo>
                  <a:lnTo>
                    <a:pt x="1" y="13384"/>
                  </a:lnTo>
                  <a:cubicBezTo>
                    <a:pt x="1" y="13424"/>
                    <a:pt x="17" y="13463"/>
                    <a:pt x="46" y="13493"/>
                  </a:cubicBezTo>
                  <a:lnTo>
                    <a:pt x="2189" y="15636"/>
                  </a:lnTo>
                  <a:lnTo>
                    <a:pt x="2189" y="20275"/>
                  </a:lnTo>
                  <a:cubicBezTo>
                    <a:pt x="2189" y="20359"/>
                    <a:pt x="2258" y="20429"/>
                    <a:pt x="2343" y="20429"/>
                  </a:cubicBezTo>
                  <a:cubicBezTo>
                    <a:pt x="2428" y="20429"/>
                    <a:pt x="2496" y="20359"/>
                    <a:pt x="2496" y="20275"/>
                  </a:cubicBezTo>
                  <a:lnTo>
                    <a:pt x="2496" y="15572"/>
                  </a:lnTo>
                  <a:cubicBezTo>
                    <a:pt x="2496" y="15531"/>
                    <a:pt x="2480" y="15492"/>
                    <a:pt x="2451" y="15464"/>
                  </a:cubicBezTo>
                  <a:lnTo>
                    <a:pt x="308" y="13320"/>
                  </a:lnTo>
                  <a:lnTo>
                    <a:pt x="308" y="3554"/>
                  </a:lnTo>
                  <a:lnTo>
                    <a:pt x="1650" y="2211"/>
                  </a:lnTo>
                  <a:lnTo>
                    <a:pt x="1651" y="2211"/>
                  </a:lnTo>
                  <a:cubicBezTo>
                    <a:pt x="1860" y="2375"/>
                    <a:pt x="2120" y="2476"/>
                    <a:pt x="2406" y="2476"/>
                  </a:cubicBezTo>
                  <a:cubicBezTo>
                    <a:pt x="3090" y="2476"/>
                    <a:pt x="3643" y="1922"/>
                    <a:pt x="3643" y="1238"/>
                  </a:cubicBezTo>
                  <a:cubicBezTo>
                    <a:pt x="3643" y="555"/>
                    <a:pt x="3090" y="1"/>
                    <a:pt x="2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30"/>
            <p:cNvSpPr/>
            <p:nvPr/>
          </p:nvSpPr>
          <p:spPr>
            <a:xfrm>
              <a:off x="430016" y="4058976"/>
              <a:ext cx="57383" cy="57383"/>
            </a:xfrm>
            <a:custGeom>
              <a:rect b="b" l="l" r="r" t="t"/>
              <a:pathLst>
                <a:path extrusionOk="0" h="1043" w="1043">
                  <a:moveTo>
                    <a:pt x="521" y="0"/>
                  </a:moveTo>
                  <a:cubicBezTo>
                    <a:pt x="233" y="0"/>
                    <a:pt x="0" y="234"/>
                    <a:pt x="0" y="521"/>
                  </a:cubicBezTo>
                  <a:cubicBezTo>
                    <a:pt x="0" y="809"/>
                    <a:pt x="233" y="1043"/>
                    <a:pt x="521" y="1043"/>
                  </a:cubicBezTo>
                  <a:cubicBezTo>
                    <a:pt x="809" y="1043"/>
                    <a:pt x="1043" y="809"/>
                    <a:pt x="1043" y="521"/>
                  </a:cubicBezTo>
                  <a:cubicBezTo>
                    <a:pt x="1043" y="234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0"/>
            <p:cNvSpPr/>
            <p:nvPr/>
          </p:nvSpPr>
          <p:spPr>
            <a:xfrm>
              <a:off x="154150" y="4343260"/>
              <a:ext cx="147227" cy="800175"/>
            </a:xfrm>
            <a:custGeom>
              <a:rect b="b" l="l" r="r" t="t"/>
              <a:pathLst>
                <a:path extrusionOk="0" h="14544" w="2676">
                  <a:moveTo>
                    <a:pt x="1438" y="0"/>
                  </a:moveTo>
                  <a:cubicBezTo>
                    <a:pt x="755" y="0"/>
                    <a:pt x="200" y="555"/>
                    <a:pt x="200" y="1238"/>
                  </a:cubicBezTo>
                  <a:cubicBezTo>
                    <a:pt x="200" y="1525"/>
                    <a:pt x="302" y="1786"/>
                    <a:pt x="466" y="1996"/>
                  </a:cubicBezTo>
                  <a:lnTo>
                    <a:pt x="45" y="2417"/>
                  </a:lnTo>
                  <a:cubicBezTo>
                    <a:pt x="17" y="2445"/>
                    <a:pt x="1" y="2484"/>
                    <a:pt x="1" y="2526"/>
                  </a:cubicBezTo>
                  <a:lnTo>
                    <a:pt x="1" y="8856"/>
                  </a:lnTo>
                  <a:cubicBezTo>
                    <a:pt x="1" y="8896"/>
                    <a:pt x="17" y="8935"/>
                    <a:pt x="45" y="8965"/>
                  </a:cubicBezTo>
                  <a:lnTo>
                    <a:pt x="1990" y="10908"/>
                  </a:lnTo>
                  <a:lnTo>
                    <a:pt x="1990" y="14390"/>
                  </a:lnTo>
                  <a:cubicBezTo>
                    <a:pt x="1990" y="14475"/>
                    <a:pt x="2059" y="14544"/>
                    <a:pt x="2144" y="14544"/>
                  </a:cubicBezTo>
                  <a:cubicBezTo>
                    <a:pt x="2229" y="14544"/>
                    <a:pt x="2297" y="14475"/>
                    <a:pt x="2297" y="14390"/>
                  </a:cubicBezTo>
                  <a:lnTo>
                    <a:pt x="2297" y="10846"/>
                  </a:lnTo>
                  <a:cubicBezTo>
                    <a:pt x="2297" y="10804"/>
                    <a:pt x="2281" y="10765"/>
                    <a:pt x="2253" y="10737"/>
                  </a:cubicBezTo>
                  <a:lnTo>
                    <a:pt x="308" y="8792"/>
                  </a:lnTo>
                  <a:lnTo>
                    <a:pt x="308" y="2589"/>
                  </a:lnTo>
                  <a:lnTo>
                    <a:pt x="684" y="2213"/>
                  </a:lnTo>
                  <a:lnTo>
                    <a:pt x="685" y="2213"/>
                  </a:lnTo>
                  <a:cubicBezTo>
                    <a:pt x="894" y="2375"/>
                    <a:pt x="1153" y="2475"/>
                    <a:pt x="1438" y="2475"/>
                  </a:cubicBezTo>
                  <a:cubicBezTo>
                    <a:pt x="2121" y="2475"/>
                    <a:pt x="2676" y="1921"/>
                    <a:pt x="2676" y="1238"/>
                  </a:cubicBezTo>
                  <a:cubicBezTo>
                    <a:pt x="2676" y="555"/>
                    <a:pt x="2121" y="0"/>
                    <a:pt x="1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0"/>
            <p:cNvSpPr/>
            <p:nvPr/>
          </p:nvSpPr>
          <p:spPr>
            <a:xfrm>
              <a:off x="204547" y="4382654"/>
              <a:ext cx="57438" cy="57438"/>
            </a:xfrm>
            <a:custGeom>
              <a:rect b="b" l="l" r="r" t="t"/>
              <a:pathLst>
                <a:path extrusionOk="0" h="1044" w="1044">
                  <a:moveTo>
                    <a:pt x="522" y="1"/>
                  </a:moveTo>
                  <a:cubicBezTo>
                    <a:pt x="235" y="1"/>
                    <a:pt x="1" y="234"/>
                    <a:pt x="1" y="522"/>
                  </a:cubicBezTo>
                  <a:cubicBezTo>
                    <a:pt x="1" y="809"/>
                    <a:pt x="235" y="1044"/>
                    <a:pt x="522" y="1044"/>
                  </a:cubicBezTo>
                  <a:cubicBezTo>
                    <a:pt x="809" y="1044"/>
                    <a:pt x="1043" y="809"/>
                    <a:pt x="1043" y="522"/>
                  </a:cubicBezTo>
                  <a:cubicBezTo>
                    <a:pt x="1043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0"/>
            <p:cNvSpPr/>
            <p:nvPr/>
          </p:nvSpPr>
          <p:spPr>
            <a:xfrm>
              <a:off x="190185" y="3850456"/>
              <a:ext cx="86157" cy="86212"/>
            </a:xfrm>
            <a:custGeom>
              <a:rect b="b" l="l" r="r" t="t"/>
              <a:pathLst>
                <a:path extrusionOk="0" h="1567" w="1566">
                  <a:moveTo>
                    <a:pt x="783" y="0"/>
                  </a:moveTo>
                  <a:cubicBezTo>
                    <a:pt x="350" y="0"/>
                    <a:pt x="0" y="351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5" y="1567"/>
                    <a:pt x="1565" y="1216"/>
                    <a:pt x="1565" y="784"/>
                  </a:cubicBezTo>
                  <a:cubicBezTo>
                    <a:pt x="1565" y="351"/>
                    <a:pt x="1215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0"/>
            <p:cNvSpPr/>
            <p:nvPr/>
          </p:nvSpPr>
          <p:spPr>
            <a:xfrm>
              <a:off x="107271" y="3767598"/>
              <a:ext cx="251980" cy="251925"/>
            </a:xfrm>
            <a:custGeom>
              <a:rect b="b" l="l" r="r" t="t"/>
              <a:pathLst>
                <a:path extrusionOk="0" h="4579" w="4580">
                  <a:moveTo>
                    <a:pt x="2290" y="154"/>
                  </a:moveTo>
                  <a:cubicBezTo>
                    <a:pt x="3467" y="154"/>
                    <a:pt x="4426" y="1111"/>
                    <a:pt x="4426" y="2290"/>
                  </a:cubicBezTo>
                  <a:cubicBezTo>
                    <a:pt x="4426" y="3468"/>
                    <a:pt x="3467" y="4425"/>
                    <a:pt x="2290" y="4425"/>
                  </a:cubicBezTo>
                  <a:cubicBezTo>
                    <a:pt x="1112" y="4425"/>
                    <a:pt x="155" y="3468"/>
                    <a:pt x="155" y="2290"/>
                  </a:cubicBezTo>
                  <a:cubicBezTo>
                    <a:pt x="155" y="1113"/>
                    <a:pt x="1112" y="154"/>
                    <a:pt x="2290" y="154"/>
                  </a:cubicBezTo>
                  <a:close/>
                  <a:moveTo>
                    <a:pt x="2290" y="0"/>
                  </a:moveTo>
                  <a:cubicBezTo>
                    <a:pt x="1027" y="0"/>
                    <a:pt x="1" y="1028"/>
                    <a:pt x="1" y="2290"/>
                  </a:cubicBezTo>
                  <a:cubicBezTo>
                    <a:pt x="1" y="3553"/>
                    <a:pt x="1027" y="4579"/>
                    <a:pt x="2290" y="4579"/>
                  </a:cubicBezTo>
                  <a:cubicBezTo>
                    <a:pt x="3552" y="4579"/>
                    <a:pt x="4580" y="3551"/>
                    <a:pt x="4580" y="2290"/>
                  </a:cubicBezTo>
                  <a:cubicBezTo>
                    <a:pt x="4580" y="1028"/>
                    <a:pt x="3552" y="0"/>
                    <a:pt x="22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6" name="Google Shape;1636;p30"/>
          <p:cNvGrpSpPr/>
          <p:nvPr/>
        </p:nvGrpSpPr>
        <p:grpSpPr>
          <a:xfrm>
            <a:off x="192779" y="3406937"/>
            <a:ext cx="8390061" cy="1573506"/>
            <a:chOff x="192779" y="3406937"/>
            <a:chExt cx="8390061" cy="1573506"/>
          </a:xfrm>
        </p:grpSpPr>
        <p:grpSp>
          <p:nvGrpSpPr>
            <p:cNvPr id="1637" name="Google Shape;1637;p30"/>
            <p:cNvGrpSpPr/>
            <p:nvPr/>
          </p:nvGrpSpPr>
          <p:grpSpPr>
            <a:xfrm flipH="1" rot="10800000">
              <a:off x="192779" y="3406937"/>
              <a:ext cx="248519" cy="248575"/>
              <a:chOff x="800679" y="4236193"/>
              <a:chExt cx="248519" cy="248575"/>
            </a:xfrm>
          </p:grpSpPr>
          <p:sp>
            <p:nvSpPr>
              <p:cNvPr id="1638" name="Google Shape;1638;p30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0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0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1" name="Google Shape;1641;p30"/>
            <p:cNvGrpSpPr/>
            <p:nvPr/>
          </p:nvGrpSpPr>
          <p:grpSpPr>
            <a:xfrm flipH="1" rot="10800000">
              <a:off x="651567" y="4717762"/>
              <a:ext cx="248519" cy="248575"/>
              <a:chOff x="800679" y="4236193"/>
              <a:chExt cx="248519" cy="248575"/>
            </a:xfrm>
          </p:grpSpPr>
          <p:sp>
            <p:nvSpPr>
              <p:cNvPr id="1642" name="Google Shape;1642;p30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30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30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5" name="Google Shape;1645;p30"/>
            <p:cNvGrpSpPr/>
            <p:nvPr/>
          </p:nvGrpSpPr>
          <p:grpSpPr>
            <a:xfrm flipH="1" rot="10800000">
              <a:off x="8306024" y="4703628"/>
              <a:ext cx="276816" cy="276814"/>
              <a:chOff x="8306024" y="111137"/>
              <a:chExt cx="276816" cy="276814"/>
            </a:xfrm>
          </p:grpSpPr>
          <p:sp>
            <p:nvSpPr>
              <p:cNvPr id="1646" name="Google Shape;1646;p30"/>
              <p:cNvSpPr/>
              <p:nvPr/>
            </p:nvSpPr>
            <p:spPr>
              <a:xfrm rot="5400000">
                <a:off x="8306024" y="321473"/>
                <a:ext cx="66478" cy="66478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2" y="1"/>
                      <a:pt x="0" y="243"/>
                      <a:pt x="0" y="542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647" name="Google Shape;1647;p30"/>
              <p:cNvGrpSpPr/>
              <p:nvPr/>
            </p:nvGrpSpPr>
            <p:grpSpPr>
              <a:xfrm>
                <a:off x="8409692" y="111137"/>
                <a:ext cx="173148" cy="173086"/>
                <a:chOff x="8409692" y="111137"/>
                <a:chExt cx="173148" cy="173086"/>
              </a:xfrm>
            </p:grpSpPr>
            <p:sp>
              <p:nvSpPr>
                <p:cNvPr id="1648" name="Google Shape;1648;p30"/>
                <p:cNvSpPr/>
                <p:nvPr/>
              </p:nvSpPr>
              <p:spPr>
                <a:xfrm rot="5400000">
                  <a:off x="8409692" y="217745"/>
                  <a:ext cx="66478" cy="66478"/>
                </a:xfrm>
                <a:custGeom>
                  <a:rect b="b" l="l" r="r" t="t"/>
                  <a:pathLst>
                    <a:path extrusionOk="0" h="1085" w="1085">
                      <a:moveTo>
                        <a:pt x="543" y="0"/>
                      </a:moveTo>
                      <a:cubicBezTo>
                        <a:pt x="243" y="0"/>
                        <a:pt x="0" y="242"/>
                        <a:pt x="0" y="541"/>
                      </a:cubicBezTo>
                      <a:cubicBezTo>
                        <a:pt x="0" y="842"/>
                        <a:pt x="243" y="1084"/>
                        <a:pt x="543" y="1084"/>
                      </a:cubicBezTo>
                      <a:cubicBezTo>
                        <a:pt x="842" y="1084"/>
                        <a:pt x="1084" y="842"/>
                        <a:pt x="1084" y="541"/>
                      </a:cubicBezTo>
                      <a:cubicBezTo>
                        <a:pt x="1084" y="242"/>
                        <a:pt x="842" y="0"/>
                        <a:pt x="54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9" name="Google Shape;1649;p30"/>
                <p:cNvSpPr/>
                <p:nvPr/>
              </p:nvSpPr>
              <p:spPr>
                <a:xfrm rot="5400000">
                  <a:off x="8516362" y="111137"/>
                  <a:ext cx="66478" cy="66478"/>
                </a:xfrm>
                <a:custGeom>
                  <a:rect b="b" l="l" r="r" t="t"/>
                  <a:pathLst>
                    <a:path extrusionOk="0" h="1085" w="1085">
                      <a:moveTo>
                        <a:pt x="543" y="1"/>
                      </a:moveTo>
                      <a:cubicBezTo>
                        <a:pt x="242" y="1"/>
                        <a:pt x="0" y="243"/>
                        <a:pt x="0" y="544"/>
                      </a:cubicBezTo>
                      <a:cubicBezTo>
                        <a:pt x="0" y="843"/>
                        <a:pt x="242" y="1085"/>
                        <a:pt x="543" y="1085"/>
                      </a:cubicBezTo>
                      <a:cubicBezTo>
                        <a:pt x="842" y="1085"/>
                        <a:pt x="1084" y="843"/>
                        <a:pt x="1084" y="544"/>
                      </a:cubicBezTo>
                      <a:cubicBezTo>
                        <a:pt x="1084" y="243"/>
                        <a:pt x="842" y="1"/>
                        <a:pt x="54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650" name="Google Shape;1650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2" name="Google Shape;1652;p31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3" name="Google Shape;1653;p31"/>
          <p:cNvGrpSpPr/>
          <p:nvPr/>
        </p:nvGrpSpPr>
        <p:grpSpPr>
          <a:xfrm>
            <a:off x="201395" y="192030"/>
            <a:ext cx="8842280" cy="4828811"/>
            <a:chOff x="201395" y="192030"/>
            <a:chExt cx="8842280" cy="4828811"/>
          </a:xfrm>
        </p:grpSpPr>
        <p:grpSp>
          <p:nvGrpSpPr>
            <p:cNvPr id="1654" name="Google Shape;1654;p31"/>
            <p:cNvGrpSpPr/>
            <p:nvPr/>
          </p:nvGrpSpPr>
          <p:grpSpPr>
            <a:xfrm flipH="1" rot="-5400000">
              <a:off x="-1208230" y="1601655"/>
              <a:ext cx="3878450" cy="1059200"/>
              <a:chOff x="100325" y="122850"/>
              <a:chExt cx="3878450" cy="1059200"/>
            </a:xfrm>
          </p:grpSpPr>
          <p:grpSp>
            <p:nvGrpSpPr>
              <p:cNvPr id="1655" name="Google Shape;1655;p31"/>
              <p:cNvGrpSpPr/>
              <p:nvPr/>
            </p:nvGrpSpPr>
            <p:grpSpPr>
              <a:xfrm>
                <a:off x="2539675" y="122850"/>
                <a:ext cx="1439100" cy="504550"/>
                <a:chOff x="2539675" y="122850"/>
                <a:chExt cx="1439100" cy="504550"/>
              </a:xfrm>
            </p:grpSpPr>
            <p:sp>
              <p:nvSpPr>
                <p:cNvPr id="1656" name="Google Shape;1656;p31"/>
                <p:cNvSpPr/>
                <p:nvPr/>
              </p:nvSpPr>
              <p:spPr>
                <a:xfrm>
                  <a:off x="2539675" y="451600"/>
                  <a:ext cx="14391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7" name="Google Shape;1657;p31"/>
                <p:cNvSpPr/>
                <p:nvPr/>
              </p:nvSpPr>
              <p:spPr>
                <a:xfrm>
                  <a:off x="2539675" y="122850"/>
                  <a:ext cx="6807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58" name="Google Shape;1658;p31"/>
              <p:cNvGrpSpPr/>
              <p:nvPr/>
            </p:nvGrpSpPr>
            <p:grpSpPr>
              <a:xfrm>
                <a:off x="100325" y="122860"/>
                <a:ext cx="2169812" cy="1059190"/>
                <a:chOff x="100325" y="122860"/>
                <a:chExt cx="2169812" cy="1059190"/>
              </a:xfrm>
            </p:grpSpPr>
            <p:sp>
              <p:nvSpPr>
                <p:cNvPr id="1659" name="Google Shape;1659;p31"/>
                <p:cNvSpPr/>
                <p:nvPr/>
              </p:nvSpPr>
              <p:spPr>
                <a:xfrm>
                  <a:off x="243516" y="712638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0" name="Google Shape;1660;p31"/>
                <p:cNvSpPr/>
                <p:nvPr/>
              </p:nvSpPr>
              <p:spPr>
                <a:xfrm>
                  <a:off x="100325" y="569450"/>
                  <a:ext cx="612900" cy="6126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1" name="Google Shape;1661;p31"/>
                <p:cNvSpPr/>
                <p:nvPr/>
              </p:nvSpPr>
              <p:spPr>
                <a:xfrm>
                  <a:off x="1853137" y="122860"/>
                  <a:ext cx="417000" cy="4167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2" name="Google Shape;1662;p31"/>
                <p:cNvSpPr/>
                <p:nvPr/>
              </p:nvSpPr>
              <p:spPr>
                <a:xfrm rot="-5400000">
                  <a:off x="1048331" y="-186590"/>
                  <a:ext cx="326396" cy="1296862"/>
                </a:xfrm>
                <a:custGeom>
                  <a:rect b="b" l="l" r="r" t="t"/>
                  <a:pathLst>
                    <a:path extrusionOk="0" h="14717" w="3704">
                      <a:moveTo>
                        <a:pt x="218" y="1"/>
                      </a:moveTo>
                      <a:cubicBezTo>
                        <a:pt x="168" y="1"/>
                        <a:pt x="117" y="20"/>
                        <a:pt x="79" y="59"/>
                      </a:cubicBezTo>
                      <a:cubicBezTo>
                        <a:pt x="1" y="136"/>
                        <a:pt x="1" y="261"/>
                        <a:pt x="79" y="338"/>
                      </a:cubicBezTo>
                      <a:lnTo>
                        <a:pt x="3308" y="3569"/>
                      </a:lnTo>
                      <a:lnTo>
                        <a:pt x="3308" y="14518"/>
                      </a:lnTo>
                      <a:cubicBezTo>
                        <a:pt x="3308" y="14628"/>
                        <a:pt x="3397" y="14717"/>
                        <a:pt x="3506" y="14717"/>
                      </a:cubicBezTo>
                      <a:cubicBezTo>
                        <a:pt x="3616" y="14717"/>
                        <a:pt x="3703" y="14628"/>
                        <a:pt x="3703" y="14518"/>
                      </a:cubicBezTo>
                      <a:lnTo>
                        <a:pt x="3703" y="3486"/>
                      </a:lnTo>
                      <a:cubicBezTo>
                        <a:pt x="3703" y="3434"/>
                        <a:pt x="3683" y="3383"/>
                        <a:pt x="3645" y="3347"/>
                      </a:cubicBezTo>
                      <a:lnTo>
                        <a:pt x="358" y="59"/>
                      </a:lnTo>
                      <a:cubicBezTo>
                        <a:pt x="319" y="20"/>
                        <a:pt x="269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663" name="Google Shape;1663;p31"/>
            <p:cNvSpPr/>
            <p:nvPr/>
          </p:nvSpPr>
          <p:spPr>
            <a:xfrm>
              <a:off x="6991687" y="363700"/>
              <a:ext cx="1439100" cy="175800"/>
            </a:xfrm>
            <a:prstGeom prst="roundRect">
              <a:avLst>
                <a:gd fmla="val 50000" name="adj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64" name="Google Shape;1664;p31"/>
            <p:cNvGrpSpPr/>
            <p:nvPr/>
          </p:nvGrpSpPr>
          <p:grpSpPr>
            <a:xfrm>
              <a:off x="6991675" y="4603950"/>
              <a:ext cx="1344400" cy="271200"/>
              <a:chOff x="3686625" y="4603950"/>
              <a:chExt cx="1344400" cy="271200"/>
            </a:xfrm>
          </p:grpSpPr>
          <p:sp>
            <p:nvSpPr>
              <p:cNvPr id="1665" name="Google Shape;1665;p31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1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1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31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31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0" name="Google Shape;1670;p31"/>
            <p:cNvGrpSpPr/>
            <p:nvPr/>
          </p:nvGrpSpPr>
          <p:grpSpPr>
            <a:xfrm>
              <a:off x="8294843" y="2213708"/>
              <a:ext cx="748832" cy="2807132"/>
              <a:chOff x="8294843" y="2213708"/>
              <a:chExt cx="748832" cy="2807132"/>
            </a:xfrm>
          </p:grpSpPr>
          <p:sp>
            <p:nvSpPr>
              <p:cNvPr id="1671" name="Google Shape;1671;p31"/>
              <p:cNvSpPr/>
              <p:nvPr/>
            </p:nvSpPr>
            <p:spPr>
              <a:xfrm>
                <a:off x="8430775" y="4408241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31"/>
              <p:cNvSpPr/>
              <p:nvPr/>
            </p:nvSpPr>
            <p:spPr>
              <a:xfrm>
                <a:off x="8294843" y="221370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31"/>
              <p:cNvSpPr/>
              <p:nvPr/>
            </p:nvSpPr>
            <p:spPr>
              <a:xfrm flipH="1" rot="5400000">
                <a:off x="7660189" y="3317954"/>
                <a:ext cx="1868166" cy="312450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74" name="Google Shape;1674;p31"/>
          <p:cNvSpPr txBox="1"/>
          <p:nvPr>
            <p:ph hasCustomPrompt="1" type="title"/>
          </p:nvPr>
        </p:nvSpPr>
        <p:spPr>
          <a:xfrm>
            <a:off x="2489700" y="706175"/>
            <a:ext cx="4164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5" name="Google Shape;1675;p31"/>
          <p:cNvSpPr txBox="1"/>
          <p:nvPr>
            <p:ph idx="1" type="subTitle"/>
          </p:nvPr>
        </p:nvSpPr>
        <p:spPr>
          <a:xfrm>
            <a:off x="2489700" y="1387974"/>
            <a:ext cx="41646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6" name="Google Shape;1676;p31"/>
          <p:cNvSpPr txBox="1"/>
          <p:nvPr>
            <p:ph hasCustomPrompt="1" idx="2" type="title"/>
          </p:nvPr>
        </p:nvSpPr>
        <p:spPr>
          <a:xfrm>
            <a:off x="2489700" y="2040691"/>
            <a:ext cx="4164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7" name="Google Shape;1677;p31"/>
          <p:cNvSpPr txBox="1"/>
          <p:nvPr>
            <p:ph idx="3" type="subTitle"/>
          </p:nvPr>
        </p:nvSpPr>
        <p:spPr>
          <a:xfrm>
            <a:off x="2489700" y="2726350"/>
            <a:ext cx="41646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8" name="Google Shape;1678;p31"/>
          <p:cNvSpPr txBox="1"/>
          <p:nvPr>
            <p:ph hasCustomPrompt="1" idx="4" type="title"/>
          </p:nvPr>
        </p:nvSpPr>
        <p:spPr>
          <a:xfrm>
            <a:off x="2489700" y="3377783"/>
            <a:ext cx="4164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9" name="Google Shape;1679;p31"/>
          <p:cNvSpPr txBox="1"/>
          <p:nvPr>
            <p:ph idx="5" type="subTitle"/>
          </p:nvPr>
        </p:nvSpPr>
        <p:spPr>
          <a:xfrm>
            <a:off x="2489700" y="4064725"/>
            <a:ext cx="41646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680" name="Google Shape;1680;p31"/>
          <p:cNvGrpSpPr/>
          <p:nvPr/>
        </p:nvGrpSpPr>
        <p:grpSpPr>
          <a:xfrm>
            <a:off x="-141388" y="117119"/>
            <a:ext cx="9209195" cy="5113896"/>
            <a:chOff x="-141388" y="117119"/>
            <a:chExt cx="9209195" cy="5113896"/>
          </a:xfrm>
        </p:grpSpPr>
        <p:grpSp>
          <p:nvGrpSpPr>
            <p:cNvPr id="1681" name="Google Shape;1681;p31"/>
            <p:cNvGrpSpPr/>
            <p:nvPr/>
          </p:nvGrpSpPr>
          <p:grpSpPr>
            <a:xfrm>
              <a:off x="6679284" y="3375371"/>
              <a:ext cx="2388523" cy="1855644"/>
              <a:chOff x="6679284" y="3375371"/>
              <a:chExt cx="2388523" cy="1855644"/>
            </a:xfrm>
          </p:grpSpPr>
          <p:sp>
            <p:nvSpPr>
              <p:cNvPr id="1682" name="Google Shape;1682;p31"/>
              <p:cNvSpPr/>
              <p:nvPr/>
            </p:nvSpPr>
            <p:spPr>
              <a:xfrm rot="5400000">
                <a:off x="7510676" y="3910916"/>
                <a:ext cx="1283316" cy="1274823"/>
              </a:xfrm>
              <a:custGeom>
                <a:rect b="b" l="l" r="r" t="t"/>
                <a:pathLst>
                  <a:path extrusionOk="0" h="30469" w="30672">
                    <a:moveTo>
                      <a:pt x="217" y="1"/>
                    </a:moveTo>
                    <a:cubicBezTo>
                      <a:pt x="167" y="1"/>
                      <a:pt x="116" y="20"/>
                      <a:pt x="78" y="59"/>
                    </a:cubicBezTo>
                    <a:cubicBezTo>
                      <a:pt x="1" y="136"/>
                      <a:pt x="1" y="261"/>
                      <a:pt x="78" y="340"/>
                    </a:cubicBezTo>
                    <a:lnTo>
                      <a:pt x="4122" y="4384"/>
                    </a:lnTo>
                    <a:cubicBezTo>
                      <a:pt x="4159" y="4420"/>
                      <a:pt x="4209" y="4442"/>
                      <a:pt x="4261" y="4442"/>
                    </a:cubicBezTo>
                    <a:lnTo>
                      <a:pt x="11938" y="4442"/>
                    </a:lnTo>
                    <a:lnTo>
                      <a:pt x="18041" y="10543"/>
                    </a:lnTo>
                    <a:lnTo>
                      <a:pt x="18041" y="18056"/>
                    </a:lnTo>
                    <a:cubicBezTo>
                      <a:pt x="18041" y="18109"/>
                      <a:pt x="18062" y="18159"/>
                      <a:pt x="18099" y="18195"/>
                    </a:cubicBezTo>
                    <a:lnTo>
                      <a:pt x="30314" y="30411"/>
                    </a:lnTo>
                    <a:cubicBezTo>
                      <a:pt x="30353" y="30450"/>
                      <a:pt x="30403" y="30469"/>
                      <a:pt x="30454" y="30469"/>
                    </a:cubicBezTo>
                    <a:cubicBezTo>
                      <a:pt x="30505" y="30469"/>
                      <a:pt x="30555" y="30449"/>
                      <a:pt x="30593" y="30411"/>
                    </a:cubicBezTo>
                    <a:cubicBezTo>
                      <a:pt x="30671" y="30333"/>
                      <a:pt x="30671" y="30207"/>
                      <a:pt x="30593" y="30130"/>
                    </a:cubicBezTo>
                    <a:lnTo>
                      <a:pt x="18437" y="17974"/>
                    </a:lnTo>
                    <a:lnTo>
                      <a:pt x="18437" y="10461"/>
                    </a:lnTo>
                    <a:cubicBezTo>
                      <a:pt x="18437" y="10408"/>
                      <a:pt x="18416" y="10359"/>
                      <a:pt x="18379" y="10322"/>
                    </a:cubicBezTo>
                    <a:lnTo>
                      <a:pt x="12161" y="4104"/>
                    </a:lnTo>
                    <a:cubicBezTo>
                      <a:pt x="12124" y="4066"/>
                      <a:pt x="12073" y="4046"/>
                      <a:pt x="12021" y="4046"/>
                    </a:cubicBezTo>
                    <a:lnTo>
                      <a:pt x="4344" y="4046"/>
                    </a:lnTo>
                    <a:lnTo>
                      <a:pt x="358" y="59"/>
                    </a:lnTo>
                    <a:cubicBezTo>
                      <a:pt x="319" y="20"/>
                      <a:pt x="268" y="1"/>
                      <a:pt x="2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31"/>
              <p:cNvSpPr/>
              <p:nvPr/>
            </p:nvSpPr>
            <p:spPr>
              <a:xfrm rot="5400000">
                <a:off x="8068921" y="4316978"/>
                <a:ext cx="691029" cy="1137044"/>
              </a:xfrm>
              <a:custGeom>
                <a:rect b="b" l="l" r="r" t="t"/>
                <a:pathLst>
                  <a:path extrusionOk="0" h="27176" w="16516">
                    <a:moveTo>
                      <a:pt x="199" y="1"/>
                    </a:moveTo>
                    <a:cubicBezTo>
                      <a:pt x="89" y="1"/>
                      <a:pt x="0" y="89"/>
                      <a:pt x="0" y="198"/>
                    </a:cubicBezTo>
                    <a:lnTo>
                      <a:pt x="0" y="3234"/>
                    </a:lnTo>
                    <a:cubicBezTo>
                      <a:pt x="0" y="3287"/>
                      <a:pt x="22" y="3337"/>
                      <a:pt x="58" y="3375"/>
                    </a:cubicBezTo>
                    <a:lnTo>
                      <a:pt x="8117" y="11432"/>
                    </a:lnTo>
                    <a:lnTo>
                      <a:pt x="8117" y="18999"/>
                    </a:lnTo>
                    <a:cubicBezTo>
                      <a:pt x="8117" y="20426"/>
                      <a:pt x="15344" y="26448"/>
                      <a:pt x="16168" y="27129"/>
                    </a:cubicBezTo>
                    <a:cubicBezTo>
                      <a:pt x="16205" y="27160"/>
                      <a:pt x="16249" y="27175"/>
                      <a:pt x="16293" y="27175"/>
                    </a:cubicBezTo>
                    <a:cubicBezTo>
                      <a:pt x="16350" y="27175"/>
                      <a:pt x="16407" y="27151"/>
                      <a:pt x="16446" y="27103"/>
                    </a:cubicBezTo>
                    <a:cubicBezTo>
                      <a:pt x="16515" y="27019"/>
                      <a:pt x="16504" y="26895"/>
                      <a:pt x="16420" y="26826"/>
                    </a:cubicBezTo>
                    <a:cubicBezTo>
                      <a:pt x="13363" y="24296"/>
                      <a:pt x="8513" y="19933"/>
                      <a:pt x="8513" y="18999"/>
                    </a:cubicBezTo>
                    <a:lnTo>
                      <a:pt x="8513" y="11351"/>
                    </a:lnTo>
                    <a:cubicBezTo>
                      <a:pt x="8513" y="11298"/>
                      <a:pt x="8492" y="11248"/>
                      <a:pt x="8455" y="11210"/>
                    </a:cubicBezTo>
                    <a:lnTo>
                      <a:pt x="396" y="3152"/>
                    </a:lnTo>
                    <a:lnTo>
                      <a:pt x="396" y="198"/>
                    </a:lnTo>
                    <a:cubicBezTo>
                      <a:pt x="396" y="89"/>
                      <a:pt x="308" y="1"/>
                      <a:pt x="1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31"/>
              <p:cNvSpPr/>
              <p:nvPr/>
            </p:nvSpPr>
            <p:spPr>
              <a:xfrm rot="5400000">
                <a:off x="8465282" y="4842774"/>
                <a:ext cx="84391" cy="84391"/>
              </a:xfrm>
              <a:custGeom>
                <a:rect b="b" l="l" r="r" t="t"/>
                <a:pathLst>
                  <a:path extrusionOk="0" h="2017" w="2017">
                    <a:moveTo>
                      <a:pt x="1009" y="1"/>
                    </a:moveTo>
                    <a:cubicBezTo>
                      <a:pt x="452" y="1"/>
                      <a:pt x="1" y="452"/>
                      <a:pt x="1" y="1009"/>
                    </a:cubicBezTo>
                    <a:cubicBezTo>
                      <a:pt x="1" y="1566"/>
                      <a:pt x="452" y="2016"/>
                      <a:pt x="1009" y="2016"/>
                    </a:cubicBezTo>
                    <a:cubicBezTo>
                      <a:pt x="1566" y="2016"/>
                      <a:pt x="2016" y="1566"/>
                      <a:pt x="2016" y="1009"/>
                    </a:cubicBezTo>
                    <a:cubicBezTo>
                      <a:pt x="2016" y="452"/>
                      <a:pt x="1566" y="1"/>
                      <a:pt x="1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31"/>
              <p:cNvSpPr/>
              <p:nvPr/>
            </p:nvSpPr>
            <p:spPr>
              <a:xfrm rot="5400000">
                <a:off x="8384111" y="4761648"/>
                <a:ext cx="246689" cy="246689"/>
              </a:xfrm>
              <a:custGeom>
                <a:rect b="b" l="l" r="r" t="t"/>
                <a:pathLst>
                  <a:path extrusionOk="0" h="5896" w="5896">
                    <a:moveTo>
                      <a:pt x="2948" y="198"/>
                    </a:moveTo>
                    <a:cubicBezTo>
                      <a:pt x="4464" y="198"/>
                      <a:pt x="5697" y="1431"/>
                      <a:pt x="5697" y="2948"/>
                    </a:cubicBezTo>
                    <a:cubicBezTo>
                      <a:pt x="5697" y="4463"/>
                      <a:pt x="4464" y="5697"/>
                      <a:pt x="2948" y="5697"/>
                    </a:cubicBezTo>
                    <a:cubicBezTo>
                      <a:pt x="1433" y="5697"/>
                      <a:pt x="200" y="4463"/>
                      <a:pt x="200" y="2948"/>
                    </a:cubicBezTo>
                    <a:cubicBezTo>
                      <a:pt x="200" y="1432"/>
                      <a:pt x="1433" y="198"/>
                      <a:pt x="2948" y="198"/>
                    </a:cubicBezTo>
                    <a:close/>
                    <a:moveTo>
                      <a:pt x="2948" y="1"/>
                    </a:moveTo>
                    <a:cubicBezTo>
                      <a:pt x="1324" y="1"/>
                      <a:pt x="1" y="1322"/>
                      <a:pt x="1" y="2948"/>
                    </a:cubicBezTo>
                    <a:cubicBezTo>
                      <a:pt x="1" y="4572"/>
                      <a:pt x="1324" y="5895"/>
                      <a:pt x="2948" y="5895"/>
                    </a:cubicBezTo>
                    <a:cubicBezTo>
                      <a:pt x="4574" y="5895"/>
                      <a:pt x="5895" y="4572"/>
                      <a:pt x="5895" y="2948"/>
                    </a:cubicBezTo>
                    <a:cubicBezTo>
                      <a:pt x="5895" y="1322"/>
                      <a:pt x="4574" y="1"/>
                      <a:pt x="2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31"/>
              <p:cNvSpPr/>
              <p:nvPr/>
            </p:nvSpPr>
            <p:spPr>
              <a:xfrm rot="5400000">
                <a:off x="8730226" y="3830418"/>
                <a:ext cx="133344" cy="133302"/>
              </a:xfrm>
              <a:custGeom>
                <a:rect b="b" l="l" r="r" t="t"/>
                <a:pathLst>
                  <a:path extrusionOk="0" h="3186" w="3187">
                    <a:moveTo>
                      <a:pt x="1593" y="0"/>
                    </a:moveTo>
                    <a:cubicBezTo>
                      <a:pt x="714" y="0"/>
                      <a:pt x="1" y="713"/>
                      <a:pt x="1" y="1593"/>
                    </a:cubicBezTo>
                    <a:cubicBezTo>
                      <a:pt x="1" y="2472"/>
                      <a:pt x="714" y="3185"/>
                      <a:pt x="1593" y="3185"/>
                    </a:cubicBezTo>
                    <a:cubicBezTo>
                      <a:pt x="2473" y="3185"/>
                      <a:pt x="3187" y="2472"/>
                      <a:pt x="3187" y="1593"/>
                    </a:cubicBezTo>
                    <a:cubicBezTo>
                      <a:pt x="3187" y="713"/>
                      <a:pt x="2473" y="0"/>
                      <a:pt x="15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31"/>
              <p:cNvSpPr/>
              <p:nvPr/>
            </p:nvSpPr>
            <p:spPr>
              <a:xfrm rot="5400000">
                <a:off x="8768804" y="3868993"/>
                <a:ext cx="56191" cy="56149"/>
              </a:xfrm>
              <a:custGeom>
                <a:rect b="b" l="l" r="r" t="t"/>
                <a:pathLst>
                  <a:path extrusionOk="0" h="1342" w="1343">
                    <a:moveTo>
                      <a:pt x="671" y="1"/>
                    </a:moveTo>
                    <a:cubicBezTo>
                      <a:pt x="301" y="1"/>
                      <a:pt x="1" y="301"/>
                      <a:pt x="1" y="671"/>
                    </a:cubicBezTo>
                    <a:cubicBezTo>
                      <a:pt x="1" y="1041"/>
                      <a:pt x="301" y="1341"/>
                      <a:pt x="671" y="1341"/>
                    </a:cubicBezTo>
                    <a:cubicBezTo>
                      <a:pt x="1042" y="1341"/>
                      <a:pt x="1343" y="1041"/>
                      <a:pt x="1343" y="671"/>
                    </a:cubicBezTo>
                    <a:cubicBezTo>
                      <a:pt x="1343" y="301"/>
                      <a:pt x="1042" y="1"/>
                      <a:pt x="6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31"/>
              <p:cNvSpPr/>
              <p:nvPr/>
            </p:nvSpPr>
            <p:spPr>
              <a:xfrm rot="5400000">
                <a:off x="8934505" y="4481662"/>
                <a:ext cx="133302" cy="133302"/>
              </a:xfrm>
              <a:custGeom>
                <a:rect b="b" l="l" r="r" t="t"/>
                <a:pathLst>
                  <a:path extrusionOk="0" h="3186" w="3186">
                    <a:moveTo>
                      <a:pt x="1593" y="0"/>
                    </a:moveTo>
                    <a:cubicBezTo>
                      <a:pt x="713" y="0"/>
                      <a:pt x="1" y="713"/>
                      <a:pt x="1" y="1592"/>
                    </a:cubicBezTo>
                    <a:cubicBezTo>
                      <a:pt x="1" y="2472"/>
                      <a:pt x="713" y="3186"/>
                      <a:pt x="1593" y="3186"/>
                    </a:cubicBezTo>
                    <a:cubicBezTo>
                      <a:pt x="2473" y="3186"/>
                      <a:pt x="3185" y="2472"/>
                      <a:pt x="3185" y="1592"/>
                    </a:cubicBezTo>
                    <a:cubicBezTo>
                      <a:pt x="3185" y="713"/>
                      <a:pt x="2473" y="0"/>
                      <a:pt x="15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31"/>
              <p:cNvSpPr/>
              <p:nvPr/>
            </p:nvSpPr>
            <p:spPr>
              <a:xfrm rot="5400000">
                <a:off x="8973082" y="4520237"/>
                <a:ext cx="56149" cy="56149"/>
              </a:xfrm>
              <a:custGeom>
                <a:rect b="b" l="l" r="r" t="t"/>
                <a:pathLst>
                  <a:path extrusionOk="0" h="1342" w="1342">
                    <a:moveTo>
                      <a:pt x="671" y="0"/>
                    </a:moveTo>
                    <a:cubicBezTo>
                      <a:pt x="301" y="0"/>
                      <a:pt x="1" y="300"/>
                      <a:pt x="1" y="670"/>
                    </a:cubicBezTo>
                    <a:cubicBezTo>
                      <a:pt x="1" y="1042"/>
                      <a:pt x="301" y="1342"/>
                      <a:pt x="671" y="1342"/>
                    </a:cubicBezTo>
                    <a:cubicBezTo>
                      <a:pt x="1041" y="1342"/>
                      <a:pt x="1341" y="1042"/>
                      <a:pt x="1341" y="670"/>
                    </a:cubicBezTo>
                    <a:cubicBezTo>
                      <a:pt x="1341" y="300"/>
                      <a:pt x="1041" y="0"/>
                      <a:pt x="6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31"/>
              <p:cNvSpPr/>
              <p:nvPr/>
            </p:nvSpPr>
            <p:spPr>
              <a:xfrm rot="5400000">
                <a:off x="6760414" y="4788504"/>
                <a:ext cx="84391" cy="84391"/>
              </a:xfrm>
              <a:custGeom>
                <a:rect b="b" l="l" r="r" t="t"/>
                <a:pathLst>
                  <a:path extrusionOk="0" h="2017" w="2017">
                    <a:moveTo>
                      <a:pt x="1009" y="1"/>
                    </a:moveTo>
                    <a:cubicBezTo>
                      <a:pt x="453" y="1"/>
                      <a:pt x="1" y="452"/>
                      <a:pt x="1" y="1008"/>
                    </a:cubicBezTo>
                    <a:cubicBezTo>
                      <a:pt x="1" y="1565"/>
                      <a:pt x="453" y="2016"/>
                      <a:pt x="1009" y="2016"/>
                    </a:cubicBezTo>
                    <a:cubicBezTo>
                      <a:pt x="1566" y="2016"/>
                      <a:pt x="2017" y="1565"/>
                      <a:pt x="2017" y="1008"/>
                    </a:cubicBezTo>
                    <a:cubicBezTo>
                      <a:pt x="2017" y="452"/>
                      <a:pt x="1566" y="1"/>
                      <a:pt x="1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31"/>
              <p:cNvSpPr/>
              <p:nvPr/>
            </p:nvSpPr>
            <p:spPr>
              <a:xfrm rot="5400000">
                <a:off x="6679305" y="4707400"/>
                <a:ext cx="246647" cy="246689"/>
              </a:xfrm>
              <a:custGeom>
                <a:rect b="b" l="l" r="r" t="t"/>
                <a:pathLst>
                  <a:path extrusionOk="0" h="5896" w="5895">
                    <a:moveTo>
                      <a:pt x="2947" y="199"/>
                    </a:moveTo>
                    <a:cubicBezTo>
                      <a:pt x="4463" y="199"/>
                      <a:pt x="5696" y="1432"/>
                      <a:pt x="5696" y="2948"/>
                    </a:cubicBezTo>
                    <a:cubicBezTo>
                      <a:pt x="5696" y="4465"/>
                      <a:pt x="4463" y="5698"/>
                      <a:pt x="2947" y="5698"/>
                    </a:cubicBezTo>
                    <a:cubicBezTo>
                      <a:pt x="1432" y="5698"/>
                      <a:pt x="199" y="4465"/>
                      <a:pt x="199" y="2948"/>
                    </a:cubicBezTo>
                    <a:cubicBezTo>
                      <a:pt x="199" y="1432"/>
                      <a:pt x="1432" y="199"/>
                      <a:pt x="2947" y="199"/>
                    </a:cubicBezTo>
                    <a:close/>
                    <a:moveTo>
                      <a:pt x="2947" y="1"/>
                    </a:moveTo>
                    <a:cubicBezTo>
                      <a:pt x="1322" y="1"/>
                      <a:pt x="0" y="1324"/>
                      <a:pt x="0" y="2948"/>
                    </a:cubicBezTo>
                    <a:cubicBezTo>
                      <a:pt x="0" y="4573"/>
                      <a:pt x="1322" y="5895"/>
                      <a:pt x="2947" y="5895"/>
                    </a:cubicBezTo>
                    <a:cubicBezTo>
                      <a:pt x="4573" y="5895"/>
                      <a:pt x="5895" y="4573"/>
                      <a:pt x="5895" y="2948"/>
                    </a:cubicBezTo>
                    <a:cubicBezTo>
                      <a:pt x="5895" y="1324"/>
                      <a:pt x="4572" y="1"/>
                      <a:pt x="2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31"/>
              <p:cNvSpPr/>
              <p:nvPr/>
            </p:nvSpPr>
            <p:spPr>
              <a:xfrm rot="5400000">
                <a:off x="8877601" y="3456454"/>
                <a:ext cx="84391" cy="84391"/>
              </a:xfrm>
              <a:custGeom>
                <a:rect b="b" l="l" r="r" t="t"/>
                <a:pathLst>
                  <a:path extrusionOk="0" h="2017" w="2017">
                    <a:moveTo>
                      <a:pt x="1009" y="1"/>
                    </a:moveTo>
                    <a:cubicBezTo>
                      <a:pt x="453" y="1"/>
                      <a:pt x="1" y="452"/>
                      <a:pt x="1" y="1008"/>
                    </a:cubicBezTo>
                    <a:cubicBezTo>
                      <a:pt x="1" y="1565"/>
                      <a:pt x="453" y="2016"/>
                      <a:pt x="1009" y="2016"/>
                    </a:cubicBezTo>
                    <a:cubicBezTo>
                      <a:pt x="1566" y="2016"/>
                      <a:pt x="2017" y="1565"/>
                      <a:pt x="2017" y="1008"/>
                    </a:cubicBezTo>
                    <a:cubicBezTo>
                      <a:pt x="2017" y="452"/>
                      <a:pt x="1566" y="1"/>
                      <a:pt x="1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31"/>
              <p:cNvSpPr/>
              <p:nvPr/>
            </p:nvSpPr>
            <p:spPr>
              <a:xfrm rot="5400000">
                <a:off x="8796492" y="3375350"/>
                <a:ext cx="246647" cy="246689"/>
              </a:xfrm>
              <a:custGeom>
                <a:rect b="b" l="l" r="r" t="t"/>
                <a:pathLst>
                  <a:path extrusionOk="0" h="5896" w="5895">
                    <a:moveTo>
                      <a:pt x="2947" y="199"/>
                    </a:moveTo>
                    <a:cubicBezTo>
                      <a:pt x="4463" y="199"/>
                      <a:pt x="5696" y="1432"/>
                      <a:pt x="5696" y="2948"/>
                    </a:cubicBezTo>
                    <a:cubicBezTo>
                      <a:pt x="5696" y="4465"/>
                      <a:pt x="4463" y="5698"/>
                      <a:pt x="2947" y="5698"/>
                    </a:cubicBezTo>
                    <a:cubicBezTo>
                      <a:pt x="1432" y="5698"/>
                      <a:pt x="199" y="4465"/>
                      <a:pt x="199" y="2948"/>
                    </a:cubicBezTo>
                    <a:cubicBezTo>
                      <a:pt x="199" y="1432"/>
                      <a:pt x="1432" y="199"/>
                      <a:pt x="2947" y="199"/>
                    </a:cubicBezTo>
                    <a:close/>
                    <a:moveTo>
                      <a:pt x="2947" y="1"/>
                    </a:moveTo>
                    <a:cubicBezTo>
                      <a:pt x="1322" y="1"/>
                      <a:pt x="0" y="1324"/>
                      <a:pt x="0" y="2948"/>
                    </a:cubicBezTo>
                    <a:cubicBezTo>
                      <a:pt x="0" y="4573"/>
                      <a:pt x="1322" y="5895"/>
                      <a:pt x="2947" y="5895"/>
                    </a:cubicBezTo>
                    <a:cubicBezTo>
                      <a:pt x="4573" y="5895"/>
                      <a:pt x="5895" y="4573"/>
                      <a:pt x="5895" y="2948"/>
                    </a:cubicBezTo>
                    <a:cubicBezTo>
                      <a:pt x="5895" y="1324"/>
                      <a:pt x="4572" y="1"/>
                      <a:pt x="2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4" name="Google Shape;1694;p31"/>
            <p:cNvGrpSpPr/>
            <p:nvPr/>
          </p:nvGrpSpPr>
          <p:grpSpPr>
            <a:xfrm>
              <a:off x="-141388" y="117119"/>
              <a:ext cx="881526" cy="2282172"/>
              <a:chOff x="-141388" y="117119"/>
              <a:chExt cx="881526" cy="2282172"/>
            </a:xfrm>
          </p:grpSpPr>
          <p:sp>
            <p:nvSpPr>
              <p:cNvPr id="1695" name="Google Shape;1695;p31"/>
              <p:cNvSpPr/>
              <p:nvPr/>
            </p:nvSpPr>
            <p:spPr>
              <a:xfrm rot="5400000">
                <a:off x="6987" y="703902"/>
                <a:ext cx="592088" cy="855138"/>
              </a:xfrm>
              <a:custGeom>
                <a:rect b="b" l="l" r="r" t="t"/>
                <a:pathLst>
                  <a:path extrusionOk="0" h="14614" w="10119">
                    <a:moveTo>
                      <a:pt x="8882" y="0"/>
                    </a:moveTo>
                    <a:cubicBezTo>
                      <a:pt x="8198" y="0"/>
                      <a:pt x="7644" y="554"/>
                      <a:pt x="7644" y="1237"/>
                    </a:cubicBezTo>
                    <a:cubicBezTo>
                      <a:pt x="7644" y="1613"/>
                      <a:pt x="7815" y="1945"/>
                      <a:pt x="8079" y="2172"/>
                    </a:cubicBezTo>
                    <a:lnTo>
                      <a:pt x="6536" y="3716"/>
                    </a:lnTo>
                    <a:cubicBezTo>
                      <a:pt x="6507" y="3744"/>
                      <a:pt x="6491" y="3783"/>
                      <a:pt x="6491" y="3825"/>
                    </a:cubicBezTo>
                    <a:lnTo>
                      <a:pt x="6491" y="6474"/>
                    </a:lnTo>
                    <a:lnTo>
                      <a:pt x="3099" y="9864"/>
                    </a:lnTo>
                    <a:cubicBezTo>
                      <a:pt x="3071" y="9894"/>
                      <a:pt x="3055" y="9933"/>
                      <a:pt x="3055" y="9973"/>
                    </a:cubicBezTo>
                    <a:lnTo>
                      <a:pt x="3055" y="11357"/>
                    </a:lnTo>
                    <a:lnTo>
                      <a:pt x="61" y="14351"/>
                    </a:lnTo>
                    <a:cubicBezTo>
                      <a:pt x="1" y="14411"/>
                      <a:pt x="1" y="14508"/>
                      <a:pt x="61" y="14568"/>
                    </a:cubicBezTo>
                    <a:cubicBezTo>
                      <a:pt x="91" y="14598"/>
                      <a:pt x="130" y="14613"/>
                      <a:pt x="170" y="14613"/>
                    </a:cubicBezTo>
                    <a:cubicBezTo>
                      <a:pt x="209" y="14613"/>
                      <a:pt x="248" y="14598"/>
                      <a:pt x="279" y="14568"/>
                    </a:cubicBezTo>
                    <a:lnTo>
                      <a:pt x="3317" y="11530"/>
                    </a:lnTo>
                    <a:cubicBezTo>
                      <a:pt x="3345" y="11501"/>
                      <a:pt x="3362" y="11462"/>
                      <a:pt x="3362" y="11421"/>
                    </a:cubicBezTo>
                    <a:lnTo>
                      <a:pt x="3362" y="10037"/>
                    </a:lnTo>
                    <a:lnTo>
                      <a:pt x="6754" y="6646"/>
                    </a:lnTo>
                    <a:cubicBezTo>
                      <a:pt x="6782" y="6617"/>
                      <a:pt x="6799" y="6578"/>
                      <a:pt x="6799" y="6538"/>
                    </a:cubicBezTo>
                    <a:lnTo>
                      <a:pt x="6799" y="3888"/>
                    </a:lnTo>
                    <a:lnTo>
                      <a:pt x="8341" y="2346"/>
                    </a:lnTo>
                    <a:cubicBezTo>
                      <a:pt x="8504" y="2425"/>
                      <a:pt x="8686" y="2475"/>
                      <a:pt x="8882" y="2475"/>
                    </a:cubicBezTo>
                    <a:cubicBezTo>
                      <a:pt x="9565" y="2475"/>
                      <a:pt x="10118" y="1920"/>
                      <a:pt x="10118" y="1237"/>
                    </a:cubicBezTo>
                    <a:cubicBezTo>
                      <a:pt x="10118" y="554"/>
                      <a:pt x="9565" y="0"/>
                      <a:pt x="88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31"/>
              <p:cNvSpPr/>
              <p:nvPr/>
            </p:nvSpPr>
            <p:spPr>
              <a:xfrm rot="5400000">
                <a:off x="627732" y="1324544"/>
                <a:ext cx="60970" cy="61090"/>
              </a:xfrm>
              <a:custGeom>
                <a:rect b="b" l="l" r="r" t="t"/>
                <a:pathLst>
                  <a:path extrusionOk="0" h="1044" w="1042">
                    <a:moveTo>
                      <a:pt x="522" y="0"/>
                    </a:moveTo>
                    <a:cubicBezTo>
                      <a:pt x="233" y="0"/>
                      <a:pt x="0" y="235"/>
                      <a:pt x="0" y="522"/>
                    </a:cubicBezTo>
                    <a:cubicBezTo>
                      <a:pt x="0" y="810"/>
                      <a:pt x="233" y="1043"/>
                      <a:pt x="522" y="1043"/>
                    </a:cubicBezTo>
                    <a:cubicBezTo>
                      <a:pt x="809" y="1043"/>
                      <a:pt x="1042" y="810"/>
                      <a:pt x="1042" y="522"/>
                    </a:cubicBezTo>
                    <a:cubicBezTo>
                      <a:pt x="1042" y="235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31"/>
              <p:cNvSpPr/>
              <p:nvPr/>
            </p:nvSpPr>
            <p:spPr>
              <a:xfrm rot="5400000">
                <a:off x="158885" y="1192088"/>
                <a:ext cx="257865" cy="824710"/>
              </a:xfrm>
              <a:custGeom>
                <a:rect b="b" l="l" r="r" t="t"/>
                <a:pathLst>
                  <a:path extrusionOk="0" h="14094" w="4407">
                    <a:moveTo>
                      <a:pt x="3169" y="0"/>
                    </a:moveTo>
                    <a:cubicBezTo>
                      <a:pt x="3169" y="0"/>
                      <a:pt x="3169" y="0"/>
                      <a:pt x="3170" y="0"/>
                    </a:cubicBezTo>
                    <a:lnTo>
                      <a:pt x="3170" y="0"/>
                    </a:lnTo>
                    <a:cubicBezTo>
                      <a:pt x="3170" y="0"/>
                      <a:pt x="3170" y="0"/>
                      <a:pt x="3170" y="0"/>
                    </a:cubicBezTo>
                    <a:close/>
                    <a:moveTo>
                      <a:pt x="3170" y="0"/>
                    </a:moveTo>
                    <a:cubicBezTo>
                      <a:pt x="2486" y="1"/>
                      <a:pt x="1932" y="555"/>
                      <a:pt x="1932" y="1238"/>
                    </a:cubicBezTo>
                    <a:cubicBezTo>
                      <a:pt x="1932" y="1522"/>
                      <a:pt x="2032" y="1781"/>
                      <a:pt x="2192" y="1989"/>
                    </a:cubicBezTo>
                    <a:lnTo>
                      <a:pt x="46" y="4136"/>
                    </a:lnTo>
                    <a:cubicBezTo>
                      <a:pt x="17" y="4165"/>
                      <a:pt x="1" y="4204"/>
                      <a:pt x="1" y="4244"/>
                    </a:cubicBezTo>
                    <a:lnTo>
                      <a:pt x="1" y="13940"/>
                    </a:lnTo>
                    <a:cubicBezTo>
                      <a:pt x="1" y="14023"/>
                      <a:pt x="69" y="14093"/>
                      <a:pt x="154" y="14093"/>
                    </a:cubicBezTo>
                    <a:cubicBezTo>
                      <a:pt x="239" y="14093"/>
                      <a:pt x="308" y="14023"/>
                      <a:pt x="308" y="13940"/>
                    </a:cubicBezTo>
                    <a:lnTo>
                      <a:pt x="308" y="4308"/>
                    </a:lnTo>
                    <a:lnTo>
                      <a:pt x="2409" y="2208"/>
                    </a:lnTo>
                    <a:cubicBezTo>
                      <a:pt x="2619" y="2373"/>
                      <a:pt x="2882" y="2475"/>
                      <a:pt x="3169" y="2475"/>
                    </a:cubicBezTo>
                    <a:cubicBezTo>
                      <a:pt x="3852" y="2475"/>
                      <a:pt x="4407" y="1921"/>
                      <a:pt x="4407" y="1238"/>
                    </a:cubicBezTo>
                    <a:cubicBezTo>
                      <a:pt x="4407" y="555"/>
                      <a:pt x="3854" y="1"/>
                      <a:pt x="31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31"/>
              <p:cNvSpPr/>
              <p:nvPr/>
            </p:nvSpPr>
            <p:spPr>
              <a:xfrm rot="5400000">
                <a:off x="597217" y="1630426"/>
                <a:ext cx="61029" cy="61090"/>
              </a:xfrm>
              <a:custGeom>
                <a:rect b="b" l="l" r="r" t="t"/>
                <a:pathLst>
                  <a:path extrusionOk="0" h="1044" w="1043">
                    <a:moveTo>
                      <a:pt x="522" y="1"/>
                    </a:moveTo>
                    <a:cubicBezTo>
                      <a:pt x="234" y="1"/>
                      <a:pt x="1" y="234"/>
                      <a:pt x="1" y="522"/>
                    </a:cubicBezTo>
                    <a:cubicBezTo>
                      <a:pt x="1" y="809"/>
                      <a:pt x="234" y="1043"/>
                      <a:pt x="522" y="1043"/>
                    </a:cubicBezTo>
                    <a:cubicBezTo>
                      <a:pt x="809" y="1043"/>
                      <a:pt x="1042" y="809"/>
                      <a:pt x="1042" y="522"/>
                    </a:cubicBezTo>
                    <a:cubicBezTo>
                      <a:pt x="1042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31"/>
              <p:cNvSpPr/>
              <p:nvPr/>
            </p:nvSpPr>
            <p:spPr>
              <a:xfrm rot="5400000">
                <a:off x="116025" y="1450864"/>
                <a:ext cx="383549" cy="864676"/>
              </a:xfrm>
              <a:custGeom>
                <a:rect b="b" l="l" r="r" t="t"/>
                <a:pathLst>
                  <a:path extrusionOk="0" h="14777" w="6555">
                    <a:moveTo>
                      <a:pt x="5318" y="0"/>
                    </a:moveTo>
                    <a:lnTo>
                      <a:pt x="5318" y="1"/>
                    </a:lnTo>
                    <a:cubicBezTo>
                      <a:pt x="4634" y="1"/>
                      <a:pt x="4080" y="555"/>
                      <a:pt x="4080" y="1238"/>
                    </a:cubicBezTo>
                    <a:cubicBezTo>
                      <a:pt x="4080" y="1499"/>
                      <a:pt x="4162" y="1740"/>
                      <a:pt x="4300" y="1939"/>
                    </a:cubicBezTo>
                    <a:lnTo>
                      <a:pt x="2650" y="3589"/>
                    </a:lnTo>
                    <a:cubicBezTo>
                      <a:pt x="2621" y="3618"/>
                      <a:pt x="2605" y="3657"/>
                      <a:pt x="2605" y="3698"/>
                    </a:cubicBezTo>
                    <a:lnTo>
                      <a:pt x="2605" y="9205"/>
                    </a:lnTo>
                    <a:lnTo>
                      <a:pt x="45" y="11764"/>
                    </a:lnTo>
                    <a:cubicBezTo>
                      <a:pt x="17" y="11792"/>
                      <a:pt x="0" y="11831"/>
                      <a:pt x="0" y="11873"/>
                    </a:cubicBezTo>
                    <a:lnTo>
                      <a:pt x="0" y="14623"/>
                    </a:lnTo>
                    <a:cubicBezTo>
                      <a:pt x="0" y="14706"/>
                      <a:pt x="69" y="14776"/>
                      <a:pt x="154" y="14776"/>
                    </a:cubicBezTo>
                    <a:cubicBezTo>
                      <a:pt x="239" y="14776"/>
                      <a:pt x="308" y="14706"/>
                      <a:pt x="308" y="14623"/>
                    </a:cubicBezTo>
                    <a:lnTo>
                      <a:pt x="308" y="11937"/>
                    </a:lnTo>
                    <a:lnTo>
                      <a:pt x="2867" y="9377"/>
                    </a:lnTo>
                    <a:cubicBezTo>
                      <a:pt x="2897" y="9348"/>
                      <a:pt x="2912" y="9309"/>
                      <a:pt x="2912" y="9268"/>
                    </a:cubicBezTo>
                    <a:lnTo>
                      <a:pt x="2912" y="3762"/>
                    </a:lnTo>
                    <a:lnTo>
                      <a:pt x="4507" y="2166"/>
                    </a:lnTo>
                    <a:cubicBezTo>
                      <a:pt x="4724" y="2356"/>
                      <a:pt x="5006" y="2476"/>
                      <a:pt x="5318" y="2476"/>
                    </a:cubicBezTo>
                    <a:cubicBezTo>
                      <a:pt x="6001" y="2476"/>
                      <a:pt x="6554" y="1921"/>
                      <a:pt x="6554" y="1238"/>
                    </a:cubicBezTo>
                    <a:cubicBezTo>
                      <a:pt x="6554" y="555"/>
                      <a:pt x="6001" y="0"/>
                      <a:pt x="53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31"/>
              <p:cNvSpPr/>
              <p:nvPr/>
            </p:nvSpPr>
            <p:spPr>
              <a:xfrm rot="5400000">
                <a:off x="637153" y="1972059"/>
                <a:ext cx="61087" cy="61090"/>
              </a:xfrm>
              <a:custGeom>
                <a:rect b="b" l="l" r="r" t="t"/>
                <a:pathLst>
                  <a:path extrusionOk="0" h="1044" w="1044">
                    <a:moveTo>
                      <a:pt x="522" y="1"/>
                    </a:moveTo>
                    <a:cubicBezTo>
                      <a:pt x="233" y="1"/>
                      <a:pt x="0" y="235"/>
                      <a:pt x="0" y="522"/>
                    </a:cubicBezTo>
                    <a:cubicBezTo>
                      <a:pt x="0" y="810"/>
                      <a:pt x="234" y="1043"/>
                      <a:pt x="522" y="1043"/>
                    </a:cubicBezTo>
                    <a:cubicBezTo>
                      <a:pt x="809" y="1043"/>
                      <a:pt x="1043" y="809"/>
                      <a:pt x="1043" y="522"/>
                    </a:cubicBezTo>
                    <a:cubicBezTo>
                      <a:pt x="1043" y="235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31"/>
              <p:cNvSpPr/>
              <p:nvPr/>
            </p:nvSpPr>
            <p:spPr>
              <a:xfrm rot="5400000">
                <a:off x="21582" y="1863477"/>
                <a:ext cx="247859" cy="573798"/>
              </a:xfrm>
              <a:custGeom>
                <a:rect b="b" l="l" r="r" t="t"/>
                <a:pathLst>
                  <a:path extrusionOk="0" h="9806" w="4236">
                    <a:moveTo>
                      <a:pt x="1239" y="1"/>
                    </a:moveTo>
                    <a:cubicBezTo>
                      <a:pt x="555" y="1"/>
                      <a:pt x="1" y="554"/>
                      <a:pt x="1" y="1237"/>
                    </a:cubicBezTo>
                    <a:cubicBezTo>
                      <a:pt x="1" y="1921"/>
                      <a:pt x="555" y="2475"/>
                      <a:pt x="1239" y="2475"/>
                    </a:cubicBezTo>
                    <a:cubicBezTo>
                      <a:pt x="1525" y="2475"/>
                      <a:pt x="1784" y="2374"/>
                      <a:pt x="1994" y="2211"/>
                    </a:cubicBezTo>
                    <a:lnTo>
                      <a:pt x="3928" y="4145"/>
                    </a:lnTo>
                    <a:lnTo>
                      <a:pt x="3928" y="9652"/>
                    </a:lnTo>
                    <a:cubicBezTo>
                      <a:pt x="3928" y="9737"/>
                      <a:pt x="3997" y="9806"/>
                      <a:pt x="4082" y="9806"/>
                    </a:cubicBezTo>
                    <a:cubicBezTo>
                      <a:pt x="4167" y="9806"/>
                      <a:pt x="4235" y="9737"/>
                      <a:pt x="4235" y="9652"/>
                    </a:cubicBezTo>
                    <a:lnTo>
                      <a:pt x="4235" y="4082"/>
                    </a:lnTo>
                    <a:cubicBezTo>
                      <a:pt x="4235" y="4041"/>
                      <a:pt x="4219" y="4001"/>
                      <a:pt x="4191" y="3973"/>
                    </a:cubicBezTo>
                    <a:lnTo>
                      <a:pt x="2212" y="1994"/>
                    </a:lnTo>
                    <a:cubicBezTo>
                      <a:pt x="2375" y="1785"/>
                      <a:pt x="2475" y="1524"/>
                      <a:pt x="2475" y="1237"/>
                    </a:cubicBezTo>
                    <a:cubicBezTo>
                      <a:pt x="2475" y="554"/>
                      <a:pt x="1922" y="1"/>
                      <a:pt x="12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31"/>
              <p:cNvSpPr/>
              <p:nvPr/>
            </p:nvSpPr>
            <p:spPr>
              <a:xfrm rot="5400000">
                <a:off x="329484" y="2068400"/>
                <a:ext cx="60970" cy="60973"/>
              </a:xfrm>
              <a:custGeom>
                <a:rect b="b" l="l" r="r" t="t"/>
                <a:pathLst>
                  <a:path extrusionOk="0" h="1042" w="1042">
                    <a:moveTo>
                      <a:pt x="522" y="0"/>
                    </a:moveTo>
                    <a:cubicBezTo>
                      <a:pt x="233" y="0"/>
                      <a:pt x="0" y="233"/>
                      <a:pt x="0" y="520"/>
                    </a:cubicBezTo>
                    <a:cubicBezTo>
                      <a:pt x="0" y="809"/>
                      <a:pt x="233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31"/>
              <p:cNvSpPr/>
              <p:nvPr/>
            </p:nvSpPr>
            <p:spPr>
              <a:xfrm rot="5400000">
                <a:off x="399175" y="1438645"/>
                <a:ext cx="91631" cy="91752"/>
              </a:xfrm>
              <a:custGeom>
                <a:rect b="b" l="l" r="r" t="t"/>
                <a:pathLst>
                  <a:path extrusionOk="0" h="1568" w="1566">
                    <a:moveTo>
                      <a:pt x="783" y="1"/>
                    </a:moveTo>
                    <a:cubicBezTo>
                      <a:pt x="351" y="1"/>
                      <a:pt x="1" y="352"/>
                      <a:pt x="1" y="783"/>
                    </a:cubicBezTo>
                    <a:cubicBezTo>
                      <a:pt x="1" y="1216"/>
                      <a:pt x="351" y="1567"/>
                      <a:pt x="783" y="1567"/>
                    </a:cubicBezTo>
                    <a:cubicBezTo>
                      <a:pt x="1216" y="1567"/>
                      <a:pt x="1566" y="1216"/>
                      <a:pt x="1566" y="783"/>
                    </a:cubicBezTo>
                    <a:cubicBezTo>
                      <a:pt x="1566" y="352"/>
                      <a:pt x="1216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31"/>
              <p:cNvSpPr/>
              <p:nvPr/>
            </p:nvSpPr>
            <p:spPr>
              <a:xfrm rot="5400000">
                <a:off x="310996" y="1350578"/>
                <a:ext cx="267987" cy="267999"/>
              </a:xfrm>
              <a:custGeom>
                <a:rect b="b" l="l" r="r" t="t"/>
                <a:pathLst>
                  <a:path extrusionOk="0" h="4580" w="4580">
                    <a:moveTo>
                      <a:pt x="2289" y="154"/>
                    </a:moveTo>
                    <a:cubicBezTo>
                      <a:pt x="3467" y="154"/>
                      <a:pt x="4426" y="1112"/>
                      <a:pt x="4426" y="2289"/>
                    </a:cubicBezTo>
                    <a:cubicBezTo>
                      <a:pt x="4426" y="3468"/>
                      <a:pt x="3467" y="4426"/>
                      <a:pt x="2289" y="4426"/>
                    </a:cubicBezTo>
                    <a:cubicBezTo>
                      <a:pt x="1112" y="4426"/>
                      <a:pt x="154" y="3468"/>
                      <a:pt x="154" y="2289"/>
                    </a:cubicBezTo>
                    <a:cubicBezTo>
                      <a:pt x="154" y="1112"/>
                      <a:pt x="1112" y="154"/>
                      <a:pt x="2289" y="154"/>
                    </a:cubicBezTo>
                    <a:close/>
                    <a:moveTo>
                      <a:pt x="2289" y="1"/>
                    </a:moveTo>
                    <a:cubicBezTo>
                      <a:pt x="1027" y="1"/>
                      <a:pt x="1" y="1028"/>
                      <a:pt x="1" y="2289"/>
                    </a:cubicBezTo>
                    <a:cubicBezTo>
                      <a:pt x="1" y="3552"/>
                      <a:pt x="1027" y="4579"/>
                      <a:pt x="2289" y="4579"/>
                    </a:cubicBezTo>
                    <a:cubicBezTo>
                      <a:pt x="3552" y="4579"/>
                      <a:pt x="4579" y="3552"/>
                      <a:pt x="4579" y="2289"/>
                    </a:cubicBezTo>
                    <a:cubicBezTo>
                      <a:pt x="4579" y="1028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31"/>
              <p:cNvSpPr/>
              <p:nvPr/>
            </p:nvSpPr>
            <p:spPr>
              <a:xfrm rot="5400000">
                <a:off x="482557" y="205239"/>
                <a:ext cx="91748" cy="91752"/>
              </a:xfrm>
              <a:custGeom>
                <a:rect b="b" l="l" r="r" t="t"/>
                <a:pathLst>
                  <a:path extrusionOk="0" h="1568" w="1568">
                    <a:moveTo>
                      <a:pt x="784" y="1"/>
                    </a:moveTo>
                    <a:cubicBezTo>
                      <a:pt x="352" y="1"/>
                      <a:pt x="1" y="352"/>
                      <a:pt x="1" y="785"/>
                    </a:cubicBezTo>
                    <a:cubicBezTo>
                      <a:pt x="1" y="1216"/>
                      <a:pt x="352" y="1567"/>
                      <a:pt x="784" y="1567"/>
                    </a:cubicBezTo>
                    <a:cubicBezTo>
                      <a:pt x="1216" y="1567"/>
                      <a:pt x="1567" y="1216"/>
                      <a:pt x="1567" y="785"/>
                    </a:cubicBezTo>
                    <a:cubicBezTo>
                      <a:pt x="1567" y="352"/>
                      <a:pt x="1216" y="1"/>
                      <a:pt x="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31"/>
              <p:cNvSpPr/>
              <p:nvPr/>
            </p:nvSpPr>
            <p:spPr>
              <a:xfrm rot="5400000">
                <a:off x="394437" y="117113"/>
                <a:ext cx="267987" cy="267999"/>
              </a:xfrm>
              <a:custGeom>
                <a:rect b="b" l="l" r="r" t="t"/>
                <a:pathLst>
                  <a:path extrusionOk="0" h="4580" w="4580">
                    <a:moveTo>
                      <a:pt x="2290" y="154"/>
                    </a:moveTo>
                    <a:cubicBezTo>
                      <a:pt x="3468" y="154"/>
                      <a:pt x="4426" y="1112"/>
                      <a:pt x="4426" y="2291"/>
                    </a:cubicBezTo>
                    <a:cubicBezTo>
                      <a:pt x="4426" y="3468"/>
                      <a:pt x="3468" y="4426"/>
                      <a:pt x="2290" y="4426"/>
                    </a:cubicBezTo>
                    <a:cubicBezTo>
                      <a:pt x="1112" y="4426"/>
                      <a:pt x="154" y="3468"/>
                      <a:pt x="154" y="2291"/>
                    </a:cubicBezTo>
                    <a:cubicBezTo>
                      <a:pt x="154" y="1112"/>
                      <a:pt x="1112" y="154"/>
                      <a:pt x="2290" y="154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1" y="1028"/>
                      <a:pt x="1" y="2289"/>
                    </a:cubicBezTo>
                    <a:cubicBezTo>
                      <a:pt x="1" y="3552"/>
                      <a:pt x="1028" y="4579"/>
                      <a:pt x="2290" y="4579"/>
                    </a:cubicBezTo>
                    <a:cubicBezTo>
                      <a:pt x="3552" y="4579"/>
                      <a:pt x="4579" y="3552"/>
                      <a:pt x="4579" y="2289"/>
                    </a:cubicBezTo>
                    <a:cubicBezTo>
                      <a:pt x="4579" y="1028"/>
                      <a:pt x="3552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31"/>
              <p:cNvSpPr/>
              <p:nvPr/>
            </p:nvSpPr>
            <p:spPr>
              <a:xfrm rot="5400000">
                <a:off x="145310" y="2219453"/>
                <a:ext cx="91631" cy="91693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31"/>
              <p:cNvSpPr/>
              <p:nvPr/>
            </p:nvSpPr>
            <p:spPr>
              <a:xfrm rot="5400000">
                <a:off x="57160" y="2131357"/>
                <a:ext cx="267929" cy="267940"/>
              </a:xfrm>
              <a:custGeom>
                <a:rect b="b" l="l" r="r" t="t"/>
                <a:pathLst>
                  <a:path extrusionOk="0" h="4579" w="4579">
                    <a:moveTo>
                      <a:pt x="2289" y="154"/>
                    </a:moveTo>
                    <a:cubicBezTo>
                      <a:pt x="3466" y="154"/>
                      <a:pt x="4425" y="1113"/>
                      <a:pt x="4425" y="2290"/>
                    </a:cubicBezTo>
                    <a:cubicBezTo>
                      <a:pt x="4425" y="3468"/>
                      <a:pt x="3466" y="4425"/>
                      <a:pt x="2289" y="4425"/>
                    </a:cubicBezTo>
                    <a:cubicBezTo>
                      <a:pt x="1111" y="4425"/>
                      <a:pt x="154" y="3468"/>
                      <a:pt x="154" y="2290"/>
                    </a:cubicBezTo>
                    <a:cubicBezTo>
                      <a:pt x="154" y="1113"/>
                      <a:pt x="1111" y="154"/>
                      <a:pt x="2289" y="154"/>
                    </a:cubicBezTo>
                    <a:close/>
                    <a:moveTo>
                      <a:pt x="2289" y="0"/>
                    </a:moveTo>
                    <a:cubicBezTo>
                      <a:pt x="1026" y="0"/>
                      <a:pt x="0" y="1028"/>
                      <a:pt x="0" y="2290"/>
                    </a:cubicBezTo>
                    <a:cubicBezTo>
                      <a:pt x="0" y="3553"/>
                      <a:pt x="1026" y="4579"/>
                      <a:pt x="2289" y="4579"/>
                    </a:cubicBezTo>
                    <a:cubicBezTo>
                      <a:pt x="3551" y="4579"/>
                      <a:pt x="4579" y="3553"/>
                      <a:pt x="4579" y="2290"/>
                    </a:cubicBezTo>
                    <a:cubicBezTo>
                      <a:pt x="4579" y="1028"/>
                      <a:pt x="3551" y="0"/>
                      <a:pt x="22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09" name="Google Shape;1709;p31"/>
          <p:cNvGrpSpPr/>
          <p:nvPr/>
        </p:nvGrpSpPr>
        <p:grpSpPr>
          <a:xfrm>
            <a:off x="122464" y="307166"/>
            <a:ext cx="8919043" cy="4723134"/>
            <a:chOff x="122464" y="307166"/>
            <a:chExt cx="8919043" cy="4723134"/>
          </a:xfrm>
        </p:grpSpPr>
        <p:grpSp>
          <p:nvGrpSpPr>
            <p:cNvPr id="1710" name="Google Shape;1710;p31"/>
            <p:cNvGrpSpPr/>
            <p:nvPr/>
          </p:nvGrpSpPr>
          <p:grpSpPr>
            <a:xfrm>
              <a:off x="122464" y="307166"/>
              <a:ext cx="801498" cy="3060344"/>
              <a:chOff x="122464" y="307166"/>
              <a:chExt cx="801498" cy="3060344"/>
            </a:xfrm>
          </p:grpSpPr>
          <p:sp>
            <p:nvSpPr>
              <p:cNvPr id="1711" name="Google Shape;1711;p31"/>
              <p:cNvSpPr/>
              <p:nvPr/>
            </p:nvSpPr>
            <p:spPr>
              <a:xfrm rot="5400000">
                <a:off x="659593" y="508044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1"/>
                      <a:pt x="243" y="1085"/>
                      <a:pt x="542" y="1085"/>
                    </a:cubicBezTo>
                    <a:cubicBezTo>
                      <a:pt x="841" y="1085"/>
                      <a:pt x="1085" y="841"/>
                      <a:pt x="1085" y="542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31"/>
              <p:cNvSpPr/>
              <p:nvPr/>
            </p:nvSpPr>
            <p:spPr>
              <a:xfrm rot="5400000">
                <a:off x="758659" y="408979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31"/>
              <p:cNvSpPr/>
              <p:nvPr/>
            </p:nvSpPr>
            <p:spPr>
              <a:xfrm rot="5400000">
                <a:off x="860474" y="307165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3" y="1085"/>
                    </a:cubicBezTo>
                    <a:cubicBezTo>
                      <a:pt x="842" y="1085"/>
                      <a:pt x="1085" y="842"/>
                      <a:pt x="1085" y="543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4" name="Google Shape;1714;p31"/>
              <p:cNvSpPr/>
              <p:nvPr/>
            </p:nvSpPr>
            <p:spPr>
              <a:xfrm rot="5400000">
                <a:off x="122465" y="3304023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1"/>
                      <a:pt x="243" y="1085"/>
                      <a:pt x="542" y="1085"/>
                    </a:cubicBezTo>
                    <a:cubicBezTo>
                      <a:pt x="841" y="1085"/>
                      <a:pt x="1085" y="841"/>
                      <a:pt x="1085" y="542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5" name="Google Shape;1715;p31"/>
              <p:cNvSpPr/>
              <p:nvPr/>
            </p:nvSpPr>
            <p:spPr>
              <a:xfrm rot="5400000">
                <a:off x="221530" y="3204959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31"/>
              <p:cNvSpPr/>
              <p:nvPr/>
            </p:nvSpPr>
            <p:spPr>
              <a:xfrm rot="5400000">
                <a:off x="323345" y="3103145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3" y="1085"/>
                    </a:cubicBezTo>
                    <a:cubicBezTo>
                      <a:pt x="842" y="1085"/>
                      <a:pt x="1085" y="842"/>
                      <a:pt x="1085" y="543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7" name="Google Shape;1717;p31"/>
            <p:cNvGrpSpPr/>
            <p:nvPr/>
          </p:nvGrpSpPr>
          <p:grpSpPr>
            <a:xfrm>
              <a:off x="7041253" y="3989218"/>
              <a:ext cx="2000254" cy="1041083"/>
              <a:chOff x="7041253" y="3989218"/>
              <a:chExt cx="2000254" cy="1041083"/>
            </a:xfrm>
          </p:grpSpPr>
          <p:sp>
            <p:nvSpPr>
              <p:cNvPr id="1718" name="Google Shape;1718;p31"/>
              <p:cNvSpPr/>
              <p:nvPr/>
            </p:nvSpPr>
            <p:spPr>
              <a:xfrm rot="5400000">
                <a:off x="8705711" y="4174125"/>
                <a:ext cx="58450" cy="58409"/>
              </a:xfrm>
              <a:custGeom>
                <a:rect b="b" l="l" r="r" t="t"/>
                <a:pathLst>
                  <a:path extrusionOk="0" h="1396" w="1397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3"/>
                      <a:pt x="313" y="1396"/>
                      <a:pt x="698" y="1396"/>
                    </a:cubicBezTo>
                    <a:cubicBezTo>
                      <a:pt x="1084" y="1396"/>
                      <a:pt x="1397" y="1083"/>
                      <a:pt x="1397" y="698"/>
                    </a:cubicBezTo>
                    <a:cubicBezTo>
                      <a:pt x="1397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31"/>
              <p:cNvSpPr/>
              <p:nvPr/>
            </p:nvSpPr>
            <p:spPr>
              <a:xfrm rot="5400000">
                <a:off x="8796919" y="4082958"/>
                <a:ext cx="58409" cy="58450"/>
              </a:xfrm>
              <a:custGeom>
                <a:rect b="b" l="l" r="r" t="t"/>
                <a:pathLst>
                  <a:path extrusionOk="0" h="1397" w="1396">
                    <a:moveTo>
                      <a:pt x="698" y="1"/>
                    </a:moveTo>
                    <a:cubicBezTo>
                      <a:pt x="312" y="1"/>
                      <a:pt x="0" y="314"/>
                      <a:pt x="0" y="699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699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31"/>
              <p:cNvSpPr/>
              <p:nvPr/>
            </p:nvSpPr>
            <p:spPr>
              <a:xfrm rot="5400000">
                <a:off x="8890597" y="3989238"/>
                <a:ext cx="58450" cy="58409"/>
              </a:xfrm>
              <a:custGeom>
                <a:rect b="b" l="l" r="r" t="t"/>
                <a:pathLst>
                  <a:path extrusionOk="0" h="1396" w="1397">
                    <a:moveTo>
                      <a:pt x="700" y="1"/>
                    </a:moveTo>
                    <a:cubicBezTo>
                      <a:pt x="314" y="1"/>
                      <a:pt x="1" y="313"/>
                      <a:pt x="1" y="698"/>
                    </a:cubicBezTo>
                    <a:cubicBezTo>
                      <a:pt x="1" y="1083"/>
                      <a:pt x="314" y="1396"/>
                      <a:pt x="700" y="1396"/>
                    </a:cubicBezTo>
                    <a:cubicBezTo>
                      <a:pt x="1085" y="1396"/>
                      <a:pt x="1397" y="1083"/>
                      <a:pt x="1397" y="698"/>
                    </a:cubicBezTo>
                    <a:cubicBezTo>
                      <a:pt x="1397" y="313"/>
                      <a:pt x="1085" y="1"/>
                      <a:pt x="7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31"/>
              <p:cNvSpPr/>
              <p:nvPr/>
            </p:nvSpPr>
            <p:spPr>
              <a:xfrm rot="5400000">
                <a:off x="7041274" y="4799804"/>
                <a:ext cx="58450" cy="58492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31"/>
              <p:cNvSpPr/>
              <p:nvPr/>
            </p:nvSpPr>
            <p:spPr>
              <a:xfrm rot="5400000">
                <a:off x="7132441" y="4708678"/>
                <a:ext cx="58450" cy="58409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3" name="Google Shape;1723;p31"/>
              <p:cNvSpPr/>
              <p:nvPr/>
            </p:nvSpPr>
            <p:spPr>
              <a:xfrm rot="5400000">
                <a:off x="7226181" y="4614938"/>
                <a:ext cx="58409" cy="58492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4" name="Google Shape;1724;p31"/>
              <p:cNvSpPr/>
              <p:nvPr/>
            </p:nvSpPr>
            <p:spPr>
              <a:xfrm rot="5400000">
                <a:off x="8798149" y="4971829"/>
                <a:ext cx="58450" cy="58492"/>
              </a:xfrm>
              <a:custGeom>
                <a:rect b="b" l="l" r="r" t="t"/>
                <a:pathLst>
                  <a:path extrusionOk="0" h="1398" w="1397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31"/>
              <p:cNvSpPr/>
              <p:nvPr/>
            </p:nvSpPr>
            <p:spPr>
              <a:xfrm rot="5400000">
                <a:off x="8889316" y="4880703"/>
                <a:ext cx="58450" cy="58409"/>
              </a:xfrm>
              <a:custGeom>
                <a:rect b="b" l="l" r="r" t="t"/>
                <a:pathLst>
                  <a:path extrusionOk="0" h="1396" w="1397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6" name="Google Shape;1726;p31"/>
              <p:cNvSpPr/>
              <p:nvPr/>
            </p:nvSpPr>
            <p:spPr>
              <a:xfrm rot="5400000">
                <a:off x="8983056" y="4786963"/>
                <a:ext cx="58409" cy="58492"/>
              </a:xfrm>
              <a:custGeom>
                <a:rect b="b" l="l" r="r" t="t"/>
                <a:pathLst>
                  <a:path extrusionOk="0" h="1398" w="1396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27" name="Google Shape;1727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9" name="Google Shape;1729;p32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0" name="Google Shape;1730;p32"/>
          <p:cNvGrpSpPr/>
          <p:nvPr/>
        </p:nvGrpSpPr>
        <p:grpSpPr>
          <a:xfrm>
            <a:off x="100325" y="94129"/>
            <a:ext cx="8943350" cy="4926712"/>
            <a:chOff x="100325" y="94129"/>
            <a:chExt cx="8943350" cy="4926712"/>
          </a:xfrm>
        </p:grpSpPr>
        <p:grpSp>
          <p:nvGrpSpPr>
            <p:cNvPr id="1731" name="Google Shape;1731;p32"/>
            <p:cNvGrpSpPr/>
            <p:nvPr/>
          </p:nvGrpSpPr>
          <p:grpSpPr>
            <a:xfrm>
              <a:off x="100325" y="94129"/>
              <a:ext cx="3878450" cy="1087921"/>
              <a:chOff x="100325" y="94129"/>
              <a:chExt cx="3878450" cy="1087921"/>
            </a:xfrm>
          </p:grpSpPr>
          <p:grpSp>
            <p:nvGrpSpPr>
              <p:cNvPr id="1732" name="Google Shape;1732;p32"/>
              <p:cNvGrpSpPr/>
              <p:nvPr/>
            </p:nvGrpSpPr>
            <p:grpSpPr>
              <a:xfrm>
                <a:off x="2539675" y="122850"/>
                <a:ext cx="1439100" cy="504550"/>
                <a:chOff x="2539675" y="122850"/>
                <a:chExt cx="1439100" cy="504550"/>
              </a:xfrm>
            </p:grpSpPr>
            <p:sp>
              <p:nvSpPr>
                <p:cNvPr id="1733" name="Google Shape;1733;p32"/>
                <p:cNvSpPr/>
                <p:nvPr/>
              </p:nvSpPr>
              <p:spPr>
                <a:xfrm>
                  <a:off x="2539675" y="451600"/>
                  <a:ext cx="14391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4" name="Google Shape;1734;p32"/>
                <p:cNvSpPr/>
                <p:nvPr/>
              </p:nvSpPr>
              <p:spPr>
                <a:xfrm>
                  <a:off x="2539675" y="122850"/>
                  <a:ext cx="6807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35" name="Google Shape;1735;p32"/>
              <p:cNvGrpSpPr/>
              <p:nvPr/>
            </p:nvGrpSpPr>
            <p:grpSpPr>
              <a:xfrm>
                <a:off x="100325" y="94129"/>
                <a:ext cx="2190281" cy="1087921"/>
                <a:chOff x="100325" y="94129"/>
                <a:chExt cx="2190281" cy="1087921"/>
              </a:xfrm>
            </p:grpSpPr>
            <p:sp>
              <p:nvSpPr>
                <p:cNvPr id="1736" name="Google Shape;1736;p32"/>
                <p:cNvSpPr/>
                <p:nvPr/>
              </p:nvSpPr>
              <p:spPr>
                <a:xfrm>
                  <a:off x="243516" y="712638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7" name="Google Shape;1737;p32"/>
                <p:cNvSpPr/>
                <p:nvPr/>
              </p:nvSpPr>
              <p:spPr>
                <a:xfrm>
                  <a:off x="100325" y="569450"/>
                  <a:ext cx="612900" cy="6126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8" name="Google Shape;1738;p32"/>
                <p:cNvSpPr/>
                <p:nvPr/>
              </p:nvSpPr>
              <p:spPr>
                <a:xfrm>
                  <a:off x="1873606" y="94129"/>
                  <a:ext cx="417000" cy="4167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9" name="Google Shape;1739;p32"/>
                <p:cNvSpPr/>
                <p:nvPr/>
              </p:nvSpPr>
              <p:spPr>
                <a:xfrm rot="-5400000">
                  <a:off x="1068788" y="-176723"/>
                  <a:ext cx="326396" cy="1296862"/>
                </a:xfrm>
                <a:custGeom>
                  <a:rect b="b" l="l" r="r" t="t"/>
                  <a:pathLst>
                    <a:path extrusionOk="0" h="14717" w="3704">
                      <a:moveTo>
                        <a:pt x="218" y="1"/>
                      </a:moveTo>
                      <a:cubicBezTo>
                        <a:pt x="168" y="1"/>
                        <a:pt x="117" y="20"/>
                        <a:pt x="79" y="59"/>
                      </a:cubicBezTo>
                      <a:cubicBezTo>
                        <a:pt x="1" y="136"/>
                        <a:pt x="1" y="261"/>
                        <a:pt x="79" y="338"/>
                      </a:cubicBezTo>
                      <a:lnTo>
                        <a:pt x="3308" y="3569"/>
                      </a:lnTo>
                      <a:lnTo>
                        <a:pt x="3308" y="14518"/>
                      </a:lnTo>
                      <a:cubicBezTo>
                        <a:pt x="3308" y="14628"/>
                        <a:pt x="3397" y="14717"/>
                        <a:pt x="3506" y="14717"/>
                      </a:cubicBezTo>
                      <a:cubicBezTo>
                        <a:pt x="3616" y="14717"/>
                        <a:pt x="3703" y="14628"/>
                        <a:pt x="3703" y="14518"/>
                      </a:cubicBezTo>
                      <a:lnTo>
                        <a:pt x="3703" y="3486"/>
                      </a:lnTo>
                      <a:cubicBezTo>
                        <a:pt x="3703" y="3434"/>
                        <a:pt x="3683" y="3383"/>
                        <a:pt x="3645" y="3347"/>
                      </a:cubicBezTo>
                      <a:lnTo>
                        <a:pt x="358" y="59"/>
                      </a:lnTo>
                      <a:cubicBezTo>
                        <a:pt x="319" y="20"/>
                        <a:pt x="269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40" name="Google Shape;1740;p32"/>
            <p:cNvGrpSpPr/>
            <p:nvPr/>
          </p:nvGrpSpPr>
          <p:grpSpPr>
            <a:xfrm>
              <a:off x="4471525" y="2227346"/>
              <a:ext cx="4572150" cy="2793495"/>
              <a:chOff x="4471525" y="2227346"/>
              <a:chExt cx="4572150" cy="2793495"/>
            </a:xfrm>
          </p:grpSpPr>
          <p:sp>
            <p:nvSpPr>
              <p:cNvPr id="1741" name="Google Shape;1741;p32"/>
              <p:cNvSpPr/>
              <p:nvPr/>
            </p:nvSpPr>
            <p:spPr>
              <a:xfrm>
                <a:off x="6335737" y="46040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42" name="Google Shape;1742;p32"/>
              <p:cNvGrpSpPr/>
              <p:nvPr/>
            </p:nvGrpSpPr>
            <p:grpSpPr>
              <a:xfrm>
                <a:off x="4471525" y="4603950"/>
                <a:ext cx="1344400" cy="271200"/>
                <a:chOff x="3686625" y="4603950"/>
                <a:chExt cx="1344400" cy="271200"/>
              </a:xfrm>
            </p:grpSpPr>
            <p:sp>
              <p:nvSpPr>
                <p:cNvPr id="1743" name="Google Shape;1743;p32"/>
                <p:cNvSpPr/>
                <p:nvPr/>
              </p:nvSpPr>
              <p:spPr>
                <a:xfrm rot="-5400000">
                  <a:off x="363892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4" name="Google Shape;1744;p32"/>
                <p:cNvSpPr/>
                <p:nvPr/>
              </p:nvSpPr>
              <p:spPr>
                <a:xfrm rot="-5400000">
                  <a:off x="393107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5" name="Google Shape;1745;p32"/>
                <p:cNvSpPr/>
                <p:nvPr/>
              </p:nvSpPr>
              <p:spPr>
                <a:xfrm rot="-5400000">
                  <a:off x="422322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6" name="Google Shape;1746;p32"/>
                <p:cNvSpPr/>
                <p:nvPr/>
              </p:nvSpPr>
              <p:spPr>
                <a:xfrm rot="-5400000">
                  <a:off x="451537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7" name="Google Shape;1747;p32"/>
                <p:cNvSpPr/>
                <p:nvPr/>
              </p:nvSpPr>
              <p:spPr>
                <a:xfrm rot="-5400000">
                  <a:off x="4807525" y="4651650"/>
                  <a:ext cx="271200" cy="175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48" name="Google Shape;1748;p32"/>
              <p:cNvGrpSpPr/>
              <p:nvPr/>
            </p:nvGrpSpPr>
            <p:grpSpPr>
              <a:xfrm>
                <a:off x="8300672" y="2227346"/>
                <a:ext cx="743003" cy="2793495"/>
                <a:chOff x="8300672" y="2227346"/>
                <a:chExt cx="743003" cy="2793495"/>
              </a:xfrm>
            </p:grpSpPr>
            <p:sp>
              <p:nvSpPr>
                <p:cNvPr id="1749" name="Google Shape;1749;p32"/>
                <p:cNvSpPr/>
                <p:nvPr/>
              </p:nvSpPr>
              <p:spPr>
                <a:xfrm>
                  <a:off x="8430775" y="4408241"/>
                  <a:ext cx="612900" cy="612600"/>
                </a:xfrm>
                <a:prstGeom prst="donut">
                  <a:avLst>
                    <a:gd fmla="val 10906" name="adj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0" name="Google Shape;1750;p32"/>
                <p:cNvSpPr/>
                <p:nvPr/>
              </p:nvSpPr>
              <p:spPr>
                <a:xfrm>
                  <a:off x="8300672" y="2227346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1" name="Google Shape;1751;p32"/>
                <p:cNvSpPr/>
                <p:nvPr/>
              </p:nvSpPr>
              <p:spPr>
                <a:xfrm flipH="1" rot="5400000">
                  <a:off x="7666552" y="3317954"/>
                  <a:ext cx="1868166" cy="312450"/>
                </a:xfrm>
                <a:custGeom>
                  <a:rect b="b" l="l" r="r" t="t"/>
                  <a:pathLst>
                    <a:path extrusionOk="0" h="2786" w="16657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9"/>
                        <a:pt x="69" y="308"/>
                        <a:pt x="154" y="308"/>
                      </a:cubicBezTo>
                      <a:lnTo>
                        <a:pt x="5453" y="308"/>
                      </a:lnTo>
                      <a:lnTo>
                        <a:pt x="7886" y="2740"/>
                      </a:lnTo>
                      <a:cubicBezTo>
                        <a:pt x="7916" y="2769"/>
                        <a:pt x="7955" y="2785"/>
                        <a:pt x="7995" y="2785"/>
                      </a:cubicBezTo>
                      <a:lnTo>
                        <a:pt x="16503" y="2785"/>
                      </a:lnTo>
                      <a:cubicBezTo>
                        <a:pt x="16588" y="2785"/>
                        <a:pt x="16657" y="2717"/>
                        <a:pt x="16657" y="2632"/>
                      </a:cubicBezTo>
                      <a:cubicBezTo>
                        <a:pt x="16657" y="2547"/>
                        <a:pt x="16588" y="2478"/>
                        <a:pt x="16503" y="2478"/>
                      </a:cubicBezTo>
                      <a:lnTo>
                        <a:pt x="8059" y="2478"/>
                      </a:lnTo>
                      <a:lnTo>
                        <a:pt x="5626" y="45"/>
                      </a:lnTo>
                      <a:cubicBezTo>
                        <a:pt x="5598" y="16"/>
                        <a:pt x="5557" y="0"/>
                        <a:pt x="5517" y="0"/>
                      </a:cubicBezTo>
                      <a:close/>
                    </a:path>
                  </a:pathLst>
                </a:cu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752" name="Google Shape;1752;p32"/>
          <p:cNvSpPr txBox="1"/>
          <p:nvPr>
            <p:ph type="title"/>
          </p:nvPr>
        </p:nvSpPr>
        <p:spPr>
          <a:xfrm>
            <a:off x="947400" y="1529700"/>
            <a:ext cx="3624600" cy="12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53" name="Google Shape;1753;p32"/>
          <p:cNvSpPr txBox="1"/>
          <p:nvPr>
            <p:ph idx="1" type="subTitle"/>
          </p:nvPr>
        </p:nvSpPr>
        <p:spPr>
          <a:xfrm>
            <a:off x="4572000" y="1529700"/>
            <a:ext cx="3624600" cy="12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54" name="Google Shape;1754;p32"/>
          <p:cNvSpPr txBox="1"/>
          <p:nvPr/>
        </p:nvSpPr>
        <p:spPr>
          <a:xfrm>
            <a:off x="4572000" y="2755188"/>
            <a:ext cx="36246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CREDITS: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Golos Text"/>
                <a:ea typeface="Golos Text"/>
                <a:cs typeface="Golos Text"/>
                <a:sym typeface="Golos Text"/>
                <a:hlinkClick r:id="rId3"/>
              </a:rPr>
              <a:t>Slidesgo</a:t>
            </a:r>
            <a:r>
              <a:rPr lang="en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, and includes icons by </a:t>
            </a:r>
            <a:r>
              <a:rPr b="1" lang="en" sz="1000" u="sng">
                <a:solidFill>
                  <a:schemeClr val="hlink"/>
                </a:solidFill>
                <a:latin typeface="Golos Text"/>
                <a:ea typeface="Golos Text"/>
                <a:cs typeface="Golos Text"/>
                <a:sym typeface="Golos Text"/>
                <a:hlinkClick r:id="rId4"/>
              </a:rPr>
              <a:t>Flaticon</a:t>
            </a:r>
            <a:r>
              <a:rPr lang="en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, and infographics &amp; images by </a:t>
            </a:r>
            <a:r>
              <a:rPr b="1" lang="en" sz="1000" u="sng">
                <a:solidFill>
                  <a:schemeClr val="hlink"/>
                </a:solidFill>
                <a:latin typeface="Golos Text"/>
                <a:ea typeface="Golos Text"/>
                <a:cs typeface="Golos Text"/>
                <a:sym typeface="Golos Text"/>
                <a:hlinkClick r:id="rId5"/>
              </a:rPr>
              <a:t>Freepik</a:t>
            </a:r>
            <a:r>
              <a:rPr b="1" lang="en" sz="1000" u="sng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1" sz="1000" u="sng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1755" name="Google Shape;1755;p32"/>
          <p:cNvGrpSpPr/>
          <p:nvPr/>
        </p:nvGrpSpPr>
        <p:grpSpPr>
          <a:xfrm>
            <a:off x="115658" y="-116227"/>
            <a:ext cx="8682153" cy="5335929"/>
            <a:chOff x="115658" y="-116227"/>
            <a:chExt cx="8682153" cy="5335929"/>
          </a:xfrm>
        </p:grpSpPr>
        <p:grpSp>
          <p:nvGrpSpPr>
            <p:cNvPr id="1756" name="Google Shape;1756;p32"/>
            <p:cNvGrpSpPr/>
            <p:nvPr/>
          </p:nvGrpSpPr>
          <p:grpSpPr>
            <a:xfrm>
              <a:off x="7583572" y="3904223"/>
              <a:ext cx="1214239" cy="1315478"/>
              <a:chOff x="7583572" y="3904223"/>
              <a:chExt cx="1214239" cy="1315478"/>
            </a:xfrm>
          </p:grpSpPr>
          <p:sp>
            <p:nvSpPr>
              <p:cNvPr id="1757" name="Google Shape;1757;p32"/>
              <p:cNvSpPr/>
              <p:nvPr/>
            </p:nvSpPr>
            <p:spPr>
              <a:xfrm rot="-5400000">
                <a:off x="7533827" y="4953153"/>
                <a:ext cx="283146" cy="183656"/>
              </a:xfrm>
              <a:custGeom>
                <a:rect b="b" l="l" r="r" t="t"/>
                <a:pathLst>
                  <a:path extrusionOk="0" h="3679" w="5672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8"/>
                      <a:pt x="69" y="308"/>
                      <a:pt x="154" y="308"/>
                    </a:cubicBezTo>
                    <a:lnTo>
                      <a:pt x="3462" y="308"/>
                    </a:lnTo>
                    <a:lnTo>
                      <a:pt x="5364" y="2210"/>
                    </a:lnTo>
                    <a:lnTo>
                      <a:pt x="5364" y="3524"/>
                    </a:lnTo>
                    <a:cubicBezTo>
                      <a:pt x="5364" y="3610"/>
                      <a:pt x="5432" y="3678"/>
                      <a:pt x="5518" y="3678"/>
                    </a:cubicBezTo>
                    <a:cubicBezTo>
                      <a:pt x="5603" y="3678"/>
                      <a:pt x="5671" y="3610"/>
                      <a:pt x="5671" y="3524"/>
                    </a:cubicBezTo>
                    <a:lnTo>
                      <a:pt x="5671" y="2146"/>
                    </a:lnTo>
                    <a:cubicBezTo>
                      <a:pt x="5671" y="2105"/>
                      <a:pt x="5655" y="2066"/>
                      <a:pt x="5626" y="2037"/>
                    </a:cubicBezTo>
                    <a:lnTo>
                      <a:pt x="3634" y="45"/>
                    </a:lnTo>
                    <a:cubicBezTo>
                      <a:pt x="3605" y="16"/>
                      <a:pt x="3566" y="0"/>
                      <a:pt x="35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32"/>
              <p:cNvSpPr/>
              <p:nvPr/>
            </p:nvSpPr>
            <p:spPr>
              <a:xfrm rot="-5400000">
                <a:off x="8035498" y="4734404"/>
                <a:ext cx="831517" cy="139077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32"/>
              <p:cNvSpPr/>
              <p:nvPr/>
            </p:nvSpPr>
            <p:spPr>
              <a:xfrm rot="-5400000">
                <a:off x="8037426" y="4510738"/>
                <a:ext cx="1221492" cy="196435"/>
              </a:xfrm>
              <a:custGeom>
                <a:rect b="b" l="l" r="r" t="t"/>
                <a:pathLst>
                  <a:path extrusionOk="0" h="3935" w="24469">
                    <a:moveTo>
                      <a:pt x="20637" y="1"/>
                    </a:moveTo>
                    <a:cubicBezTo>
                      <a:pt x="20596" y="1"/>
                      <a:pt x="20557" y="17"/>
                      <a:pt x="20529" y="47"/>
                    </a:cubicBezTo>
                    <a:lnTo>
                      <a:pt x="16947" y="3627"/>
                    </a:lnTo>
                    <a:lnTo>
                      <a:pt x="6092" y="3627"/>
                    </a:lnTo>
                    <a:lnTo>
                      <a:pt x="4400" y="1936"/>
                    </a:lnTo>
                    <a:cubicBezTo>
                      <a:pt x="4372" y="1907"/>
                      <a:pt x="4332" y="1891"/>
                      <a:pt x="4291" y="1891"/>
                    </a:cubicBezTo>
                    <a:lnTo>
                      <a:pt x="154" y="1891"/>
                    </a:lnTo>
                    <a:cubicBezTo>
                      <a:pt x="69" y="1891"/>
                      <a:pt x="0" y="1959"/>
                      <a:pt x="0" y="2045"/>
                    </a:cubicBezTo>
                    <a:cubicBezTo>
                      <a:pt x="0" y="2130"/>
                      <a:pt x="69" y="2198"/>
                      <a:pt x="154" y="2198"/>
                    </a:cubicBezTo>
                    <a:lnTo>
                      <a:pt x="4227" y="2198"/>
                    </a:lnTo>
                    <a:lnTo>
                      <a:pt x="5919" y="3890"/>
                    </a:lnTo>
                    <a:cubicBezTo>
                      <a:pt x="5949" y="3918"/>
                      <a:pt x="5988" y="3935"/>
                      <a:pt x="6028" y="3935"/>
                    </a:cubicBezTo>
                    <a:lnTo>
                      <a:pt x="17010" y="3935"/>
                    </a:lnTo>
                    <a:cubicBezTo>
                      <a:pt x="17051" y="3935"/>
                      <a:pt x="17090" y="3918"/>
                      <a:pt x="17119" y="3890"/>
                    </a:cubicBezTo>
                    <a:lnTo>
                      <a:pt x="20701" y="308"/>
                    </a:lnTo>
                    <a:lnTo>
                      <a:pt x="24315" y="308"/>
                    </a:lnTo>
                    <a:cubicBezTo>
                      <a:pt x="24400" y="308"/>
                      <a:pt x="24469" y="239"/>
                      <a:pt x="24469" y="154"/>
                    </a:cubicBezTo>
                    <a:cubicBezTo>
                      <a:pt x="24469" y="70"/>
                      <a:pt x="24400" y="1"/>
                      <a:pt x="243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32"/>
              <p:cNvSpPr/>
              <p:nvPr/>
            </p:nvSpPr>
            <p:spPr>
              <a:xfrm rot="-5400000">
                <a:off x="8474023" y="4783140"/>
                <a:ext cx="78175" cy="78175"/>
              </a:xfrm>
              <a:custGeom>
                <a:rect b="b" l="l" r="r" t="t"/>
                <a:pathLst>
                  <a:path extrusionOk="0" h="1566" w="1566">
                    <a:moveTo>
                      <a:pt x="783" y="0"/>
                    </a:moveTo>
                    <a:cubicBezTo>
                      <a:pt x="350" y="0"/>
                      <a:pt x="0" y="350"/>
                      <a:pt x="0" y="783"/>
                    </a:cubicBezTo>
                    <a:cubicBezTo>
                      <a:pt x="0" y="1215"/>
                      <a:pt x="350" y="1565"/>
                      <a:pt x="783" y="1565"/>
                    </a:cubicBezTo>
                    <a:cubicBezTo>
                      <a:pt x="1216" y="1565"/>
                      <a:pt x="1566" y="1215"/>
                      <a:pt x="1566" y="783"/>
                    </a:cubicBezTo>
                    <a:cubicBezTo>
                      <a:pt x="1566" y="350"/>
                      <a:pt x="1216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32"/>
              <p:cNvSpPr/>
              <p:nvPr/>
            </p:nvSpPr>
            <p:spPr>
              <a:xfrm rot="-5400000">
                <a:off x="8398817" y="4707888"/>
                <a:ext cx="228584" cy="228634"/>
              </a:xfrm>
              <a:custGeom>
                <a:rect b="b" l="l" r="r" t="t"/>
                <a:pathLst>
                  <a:path extrusionOk="0" h="4580" w="4579">
                    <a:moveTo>
                      <a:pt x="2289" y="155"/>
                    </a:moveTo>
                    <a:cubicBezTo>
                      <a:pt x="3466" y="155"/>
                      <a:pt x="4425" y="1112"/>
                      <a:pt x="4425" y="2290"/>
                    </a:cubicBezTo>
                    <a:cubicBezTo>
                      <a:pt x="4425" y="3467"/>
                      <a:pt x="3466" y="4426"/>
                      <a:pt x="2289" y="4426"/>
                    </a:cubicBezTo>
                    <a:cubicBezTo>
                      <a:pt x="1112" y="4426"/>
                      <a:pt x="154" y="3467"/>
                      <a:pt x="154" y="2290"/>
                    </a:cubicBezTo>
                    <a:cubicBezTo>
                      <a:pt x="154" y="1112"/>
                      <a:pt x="1112" y="155"/>
                      <a:pt x="2289" y="155"/>
                    </a:cubicBezTo>
                    <a:close/>
                    <a:moveTo>
                      <a:pt x="2289" y="1"/>
                    </a:moveTo>
                    <a:cubicBezTo>
                      <a:pt x="1026" y="1"/>
                      <a:pt x="0" y="1028"/>
                      <a:pt x="0" y="2290"/>
                    </a:cubicBezTo>
                    <a:cubicBezTo>
                      <a:pt x="0" y="3552"/>
                      <a:pt x="1026" y="4580"/>
                      <a:pt x="2289" y="4580"/>
                    </a:cubicBezTo>
                    <a:cubicBezTo>
                      <a:pt x="3552" y="4580"/>
                      <a:pt x="4579" y="3552"/>
                      <a:pt x="4579" y="2290"/>
                    </a:cubicBezTo>
                    <a:cubicBezTo>
                      <a:pt x="4579" y="1028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32"/>
              <p:cNvSpPr/>
              <p:nvPr/>
            </p:nvSpPr>
            <p:spPr>
              <a:xfrm rot="-5400000">
                <a:off x="8518554" y="4144544"/>
                <a:ext cx="78225" cy="78225"/>
              </a:xfrm>
              <a:custGeom>
                <a:rect b="b" l="l" r="r" t="t"/>
                <a:pathLst>
                  <a:path extrusionOk="0" h="1567" w="1567">
                    <a:moveTo>
                      <a:pt x="784" y="1"/>
                    </a:moveTo>
                    <a:cubicBezTo>
                      <a:pt x="352" y="1"/>
                      <a:pt x="1" y="352"/>
                      <a:pt x="1" y="783"/>
                    </a:cubicBezTo>
                    <a:cubicBezTo>
                      <a:pt x="1" y="1216"/>
                      <a:pt x="352" y="1567"/>
                      <a:pt x="784" y="1567"/>
                    </a:cubicBezTo>
                    <a:cubicBezTo>
                      <a:pt x="1216" y="1567"/>
                      <a:pt x="1567" y="1216"/>
                      <a:pt x="1567" y="783"/>
                    </a:cubicBezTo>
                    <a:cubicBezTo>
                      <a:pt x="1567" y="352"/>
                      <a:pt x="1216" y="1"/>
                      <a:pt x="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32"/>
              <p:cNvSpPr/>
              <p:nvPr/>
            </p:nvSpPr>
            <p:spPr>
              <a:xfrm rot="-5400000">
                <a:off x="8443372" y="4069317"/>
                <a:ext cx="228634" cy="228634"/>
              </a:xfrm>
              <a:custGeom>
                <a:rect b="b" l="l" r="r" t="t"/>
                <a:pathLst>
                  <a:path extrusionOk="0" h="4580" w="4580">
                    <a:moveTo>
                      <a:pt x="2290" y="154"/>
                    </a:moveTo>
                    <a:cubicBezTo>
                      <a:pt x="3468" y="154"/>
                      <a:pt x="4425" y="1112"/>
                      <a:pt x="4425" y="2289"/>
                    </a:cubicBezTo>
                    <a:cubicBezTo>
                      <a:pt x="4425" y="3468"/>
                      <a:pt x="3468" y="4425"/>
                      <a:pt x="2290" y="4425"/>
                    </a:cubicBezTo>
                    <a:cubicBezTo>
                      <a:pt x="1113" y="4425"/>
                      <a:pt x="154" y="3468"/>
                      <a:pt x="154" y="2289"/>
                    </a:cubicBezTo>
                    <a:cubicBezTo>
                      <a:pt x="154" y="1112"/>
                      <a:pt x="1113" y="154"/>
                      <a:pt x="2290" y="154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0" y="1028"/>
                      <a:pt x="0" y="2289"/>
                    </a:cubicBezTo>
                    <a:cubicBezTo>
                      <a:pt x="0" y="3552"/>
                      <a:pt x="1028" y="4579"/>
                      <a:pt x="2290" y="4579"/>
                    </a:cubicBezTo>
                    <a:cubicBezTo>
                      <a:pt x="3553" y="4579"/>
                      <a:pt x="4579" y="3552"/>
                      <a:pt x="4579" y="2289"/>
                    </a:cubicBezTo>
                    <a:cubicBezTo>
                      <a:pt x="4579" y="1028"/>
                      <a:pt x="3552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32"/>
              <p:cNvSpPr/>
              <p:nvPr/>
            </p:nvSpPr>
            <p:spPr>
              <a:xfrm rot="-5400000">
                <a:off x="8679601" y="4449566"/>
                <a:ext cx="118211" cy="118211"/>
              </a:xfrm>
              <a:custGeom>
                <a:rect b="b" l="l" r="r" t="t"/>
                <a:pathLst>
                  <a:path extrusionOk="0" h="2368" w="2368">
                    <a:moveTo>
                      <a:pt x="1184" y="154"/>
                    </a:moveTo>
                    <a:cubicBezTo>
                      <a:pt x="1751" y="154"/>
                      <a:pt x="2214" y="617"/>
                      <a:pt x="2214" y="1184"/>
                    </a:cubicBezTo>
                    <a:cubicBezTo>
                      <a:pt x="2214" y="1752"/>
                      <a:pt x="1751" y="2214"/>
                      <a:pt x="1184" y="2214"/>
                    </a:cubicBezTo>
                    <a:cubicBezTo>
                      <a:pt x="616" y="2214"/>
                      <a:pt x="155" y="1752"/>
                      <a:pt x="155" y="1184"/>
                    </a:cubicBezTo>
                    <a:cubicBezTo>
                      <a:pt x="155" y="617"/>
                      <a:pt x="616" y="154"/>
                      <a:pt x="1184" y="154"/>
                    </a:cubicBezTo>
                    <a:close/>
                    <a:moveTo>
                      <a:pt x="1184" y="1"/>
                    </a:moveTo>
                    <a:cubicBezTo>
                      <a:pt x="531" y="1"/>
                      <a:pt x="1" y="532"/>
                      <a:pt x="1" y="1184"/>
                    </a:cubicBezTo>
                    <a:cubicBezTo>
                      <a:pt x="1" y="1837"/>
                      <a:pt x="531" y="2368"/>
                      <a:pt x="1184" y="2368"/>
                    </a:cubicBezTo>
                    <a:cubicBezTo>
                      <a:pt x="1836" y="2368"/>
                      <a:pt x="2367" y="1837"/>
                      <a:pt x="2367" y="1184"/>
                    </a:cubicBezTo>
                    <a:cubicBezTo>
                      <a:pt x="2367" y="532"/>
                      <a:pt x="1836" y="1"/>
                      <a:pt x="11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32"/>
              <p:cNvSpPr/>
              <p:nvPr/>
            </p:nvSpPr>
            <p:spPr>
              <a:xfrm rot="-5400000">
                <a:off x="7697743" y="4849337"/>
                <a:ext cx="123602" cy="123602"/>
              </a:xfrm>
              <a:custGeom>
                <a:rect b="b" l="l" r="r" t="t"/>
                <a:pathLst>
                  <a:path extrusionOk="0" h="2476" w="2476">
                    <a:moveTo>
                      <a:pt x="1239" y="1"/>
                    </a:moveTo>
                    <a:cubicBezTo>
                      <a:pt x="555" y="1"/>
                      <a:pt x="1" y="554"/>
                      <a:pt x="1" y="1237"/>
                    </a:cubicBezTo>
                    <a:cubicBezTo>
                      <a:pt x="1" y="1921"/>
                      <a:pt x="555" y="2475"/>
                      <a:pt x="1239" y="2475"/>
                    </a:cubicBezTo>
                    <a:cubicBezTo>
                      <a:pt x="1922" y="2475"/>
                      <a:pt x="2475" y="1921"/>
                      <a:pt x="2475" y="1237"/>
                    </a:cubicBezTo>
                    <a:cubicBezTo>
                      <a:pt x="2475" y="554"/>
                      <a:pt x="1922" y="1"/>
                      <a:pt x="1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32"/>
              <p:cNvSpPr/>
              <p:nvPr/>
            </p:nvSpPr>
            <p:spPr>
              <a:xfrm rot="-5400000">
                <a:off x="7733511" y="4885104"/>
                <a:ext cx="52017" cy="52067"/>
              </a:xfrm>
              <a:custGeom>
                <a:rect b="b" l="l" r="r" t="t"/>
                <a:pathLst>
                  <a:path extrusionOk="0" h="1043" w="1042">
                    <a:moveTo>
                      <a:pt x="522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10"/>
                      <a:pt x="233" y="1043"/>
                      <a:pt x="522" y="1043"/>
                    </a:cubicBezTo>
                    <a:cubicBezTo>
                      <a:pt x="809" y="1043"/>
                      <a:pt x="1042" y="810"/>
                      <a:pt x="1042" y="521"/>
                    </a:cubicBezTo>
                    <a:cubicBezTo>
                      <a:pt x="1042" y="234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32"/>
              <p:cNvSpPr/>
              <p:nvPr/>
            </p:nvSpPr>
            <p:spPr>
              <a:xfrm rot="-5400000">
                <a:off x="8451359" y="4334047"/>
                <a:ext cx="123552" cy="123552"/>
              </a:xfrm>
              <a:custGeom>
                <a:rect b="b" l="l" r="r" t="t"/>
                <a:pathLst>
                  <a:path extrusionOk="0" h="2475" w="2475">
                    <a:moveTo>
                      <a:pt x="1237" y="0"/>
                    </a:moveTo>
                    <a:cubicBezTo>
                      <a:pt x="554" y="0"/>
                      <a:pt x="1" y="553"/>
                      <a:pt x="1" y="1237"/>
                    </a:cubicBezTo>
                    <a:cubicBezTo>
                      <a:pt x="1" y="1920"/>
                      <a:pt x="554" y="2474"/>
                      <a:pt x="1237" y="2474"/>
                    </a:cubicBezTo>
                    <a:cubicBezTo>
                      <a:pt x="1922" y="2474"/>
                      <a:pt x="2475" y="1920"/>
                      <a:pt x="2475" y="1237"/>
                    </a:cubicBezTo>
                    <a:cubicBezTo>
                      <a:pt x="2475" y="553"/>
                      <a:pt x="1922" y="0"/>
                      <a:pt x="12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32"/>
              <p:cNvSpPr/>
              <p:nvPr/>
            </p:nvSpPr>
            <p:spPr>
              <a:xfrm rot="-5400000">
                <a:off x="8487103" y="4369739"/>
                <a:ext cx="52017" cy="52116"/>
              </a:xfrm>
              <a:custGeom>
                <a:rect b="b" l="l" r="r" t="t"/>
                <a:pathLst>
                  <a:path extrusionOk="0" h="1044" w="1042">
                    <a:moveTo>
                      <a:pt x="520" y="0"/>
                    </a:moveTo>
                    <a:cubicBezTo>
                      <a:pt x="233" y="0"/>
                      <a:pt x="0" y="234"/>
                      <a:pt x="0" y="522"/>
                    </a:cubicBezTo>
                    <a:cubicBezTo>
                      <a:pt x="0" y="810"/>
                      <a:pt x="233" y="1043"/>
                      <a:pt x="520" y="1043"/>
                    </a:cubicBezTo>
                    <a:cubicBezTo>
                      <a:pt x="809" y="1043"/>
                      <a:pt x="1042" y="810"/>
                      <a:pt x="1042" y="522"/>
                    </a:cubicBezTo>
                    <a:cubicBezTo>
                      <a:pt x="1042" y="234"/>
                      <a:pt x="809" y="0"/>
                      <a:pt x="5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32"/>
              <p:cNvSpPr/>
              <p:nvPr/>
            </p:nvSpPr>
            <p:spPr>
              <a:xfrm rot="-5400000">
                <a:off x="8495889" y="3904223"/>
                <a:ext cx="123552" cy="123552"/>
              </a:xfrm>
              <a:custGeom>
                <a:rect b="b" l="l" r="r" t="t"/>
                <a:pathLst>
                  <a:path extrusionOk="0" h="2475" w="2475">
                    <a:moveTo>
                      <a:pt x="1238" y="1"/>
                    </a:moveTo>
                    <a:cubicBezTo>
                      <a:pt x="555" y="1"/>
                      <a:pt x="0" y="554"/>
                      <a:pt x="0" y="1237"/>
                    </a:cubicBezTo>
                    <a:cubicBezTo>
                      <a:pt x="0" y="1921"/>
                      <a:pt x="555" y="2475"/>
                      <a:pt x="1238" y="2475"/>
                    </a:cubicBezTo>
                    <a:cubicBezTo>
                      <a:pt x="1922" y="2475"/>
                      <a:pt x="2475" y="1921"/>
                      <a:pt x="2475" y="1237"/>
                    </a:cubicBezTo>
                    <a:cubicBezTo>
                      <a:pt x="2475" y="554"/>
                      <a:pt x="1922" y="1"/>
                      <a:pt x="12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32"/>
              <p:cNvSpPr/>
              <p:nvPr/>
            </p:nvSpPr>
            <p:spPr>
              <a:xfrm rot="-5400000">
                <a:off x="8531658" y="3939990"/>
                <a:ext cx="52067" cy="52017"/>
              </a:xfrm>
              <a:custGeom>
                <a:rect b="b" l="l" r="r" t="t"/>
                <a:pathLst>
                  <a:path extrusionOk="0" h="1042" w="1043">
                    <a:moveTo>
                      <a:pt x="522" y="0"/>
                    </a:moveTo>
                    <a:cubicBezTo>
                      <a:pt x="234" y="0"/>
                      <a:pt x="1" y="233"/>
                      <a:pt x="1" y="520"/>
                    </a:cubicBezTo>
                    <a:cubicBezTo>
                      <a:pt x="1" y="809"/>
                      <a:pt x="234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71" name="Google Shape;1771;p32"/>
            <p:cNvGrpSpPr/>
            <p:nvPr/>
          </p:nvGrpSpPr>
          <p:grpSpPr>
            <a:xfrm>
              <a:off x="115658" y="-116227"/>
              <a:ext cx="2282172" cy="803818"/>
              <a:chOff x="115658" y="-116227"/>
              <a:chExt cx="2282172" cy="803818"/>
            </a:xfrm>
          </p:grpSpPr>
          <p:sp>
            <p:nvSpPr>
              <p:cNvPr id="1772" name="Google Shape;1772;p32"/>
              <p:cNvSpPr/>
              <p:nvPr/>
            </p:nvSpPr>
            <p:spPr>
              <a:xfrm flipH="1" rot="10800000">
                <a:off x="2024986" y="-116227"/>
                <a:ext cx="247859" cy="573798"/>
              </a:xfrm>
              <a:custGeom>
                <a:rect b="b" l="l" r="r" t="t"/>
                <a:pathLst>
                  <a:path extrusionOk="0" h="9806" w="4236">
                    <a:moveTo>
                      <a:pt x="1239" y="1"/>
                    </a:moveTo>
                    <a:cubicBezTo>
                      <a:pt x="555" y="1"/>
                      <a:pt x="1" y="554"/>
                      <a:pt x="1" y="1237"/>
                    </a:cubicBezTo>
                    <a:cubicBezTo>
                      <a:pt x="1" y="1921"/>
                      <a:pt x="555" y="2475"/>
                      <a:pt x="1239" y="2475"/>
                    </a:cubicBezTo>
                    <a:cubicBezTo>
                      <a:pt x="1525" y="2475"/>
                      <a:pt x="1784" y="2374"/>
                      <a:pt x="1994" y="2211"/>
                    </a:cubicBezTo>
                    <a:lnTo>
                      <a:pt x="3928" y="4145"/>
                    </a:lnTo>
                    <a:lnTo>
                      <a:pt x="3928" y="9652"/>
                    </a:lnTo>
                    <a:cubicBezTo>
                      <a:pt x="3928" y="9737"/>
                      <a:pt x="3997" y="9806"/>
                      <a:pt x="4082" y="9806"/>
                    </a:cubicBezTo>
                    <a:cubicBezTo>
                      <a:pt x="4167" y="9806"/>
                      <a:pt x="4235" y="9737"/>
                      <a:pt x="4235" y="9652"/>
                    </a:cubicBezTo>
                    <a:lnTo>
                      <a:pt x="4235" y="4082"/>
                    </a:lnTo>
                    <a:cubicBezTo>
                      <a:pt x="4235" y="4041"/>
                      <a:pt x="4219" y="4001"/>
                      <a:pt x="4191" y="3973"/>
                    </a:cubicBezTo>
                    <a:lnTo>
                      <a:pt x="2212" y="1994"/>
                    </a:lnTo>
                    <a:cubicBezTo>
                      <a:pt x="2375" y="1785"/>
                      <a:pt x="2475" y="1524"/>
                      <a:pt x="2475" y="1237"/>
                    </a:cubicBezTo>
                    <a:cubicBezTo>
                      <a:pt x="2475" y="554"/>
                      <a:pt x="1922" y="1"/>
                      <a:pt x="12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32"/>
              <p:cNvSpPr/>
              <p:nvPr/>
            </p:nvSpPr>
            <p:spPr>
              <a:xfrm flipH="1" rot="10800000">
                <a:off x="2066941" y="354643"/>
                <a:ext cx="60970" cy="60973"/>
              </a:xfrm>
              <a:custGeom>
                <a:rect b="b" l="l" r="r" t="t"/>
                <a:pathLst>
                  <a:path extrusionOk="0" h="1042" w="1042">
                    <a:moveTo>
                      <a:pt x="522" y="0"/>
                    </a:moveTo>
                    <a:cubicBezTo>
                      <a:pt x="233" y="0"/>
                      <a:pt x="0" y="233"/>
                      <a:pt x="0" y="520"/>
                    </a:cubicBezTo>
                    <a:cubicBezTo>
                      <a:pt x="0" y="809"/>
                      <a:pt x="233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32"/>
              <p:cNvSpPr/>
              <p:nvPr/>
            </p:nvSpPr>
            <p:spPr>
              <a:xfrm flipH="1" rot="10800000">
                <a:off x="203780" y="507716"/>
                <a:ext cx="91748" cy="91752"/>
              </a:xfrm>
              <a:custGeom>
                <a:rect b="b" l="l" r="r" t="t"/>
                <a:pathLst>
                  <a:path extrusionOk="0" h="1568" w="1568">
                    <a:moveTo>
                      <a:pt x="784" y="1"/>
                    </a:moveTo>
                    <a:cubicBezTo>
                      <a:pt x="352" y="1"/>
                      <a:pt x="1" y="352"/>
                      <a:pt x="1" y="785"/>
                    </a:cubicBezTo>
                    <a:cubicBezTo>
                      <a:pt x="1" y="1216"/>
                      <a:pt x="352" y="1567"/>
                      <a:pt x="784" y="1567"/>
                    </a:cubicBezTo>
                    <a:cubicBezTo>
                      <a:pt x="1216" y="1567"/>
                      <a:pt x="1567" y="1216"/>
                      <a:pt x="1567" y="785"/>
                    </a:cubicBezTo>
                    <a:cubicBezTo>
                      <a:pt x="1567" y="352"/>
                      <a:pt x="1216" y="1"/>
                      <a:pt x="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32"/>
              <p:cNvSpPr/>
              <p:nvPr/>
            </p:nvSpPr>
            <p:spPr>
              <a:xfrm flipH="1" rot="10800000">
                <a:off x="115658" y="419592"/>
                <a:ext cx="267987" cy="267999"/>
              </a:xfrm>
              <a:custGeom>
                <a:rect b="b" l="l" r="r" t="t"/>
                <a:pathLst>
                  <a:path extrusionOk="0" h="4580" w="4580">
                    <a:moveTo>
                      <a:pt x="2290" y="154"/>
                    </a:moveTo>
                    <a:cubicBezTo>
                      <a:pt x="3468" y="154"/>
                      <a:pt x="4426" y="1112"/>
                      <a:pt x="4426" y="2291"/>
                    </a:cubicBezTo>
                    <a:cubicBezTo>
                      <a:pt x="4426" y="3468"/>
                      <a:pt x="3468" y="4426"/>
                      <a:pt x="2290" y="4426"/>
                    </a:cubicBezTo>
                    <a:cubicBezTo>
                      <a:pt x="1112" y="4426"/>
                      <a:pt x="154" y="3468"/>
                      <a:pt x="154" y="2291"/>
                    </a:cubicBezTo>
                    <a:cubicBezTo>
                      <a:pt x="154" y="1112"/>
                      <a:pt x="1112" y="154"/>
                      <a:pt x="2290" y="154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1" y="1028"/>
                      <a:pt x="1" y="2289"/>
                    </a:cubicBezTo>
                    <a:cubicBezTo>
                      <a:pt x="1" y="3552"/>
                      <a:pt x="1028" y="4579"/>
                      <a:pt x="2290" y="4579"/>
                    </a:cubicBezTo>
                    <a:cubicBezTo>
                      <a:pt x="3552" y="4579"/>
                      <a:pt x="4579" y="3552"/>
                      <a:pt x="4579" y="2289"/>
                    </a:cubicBezTo>
                    <a:cubicBezTo>
                      <a:pt x="4579" y="1028"/>
                      <a:pt x="3552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32"/>
              <p:cNvSpPr/>
              <p:nvPr/>
            </p:nvSpPr>
            <p:spPr>
              <a:xfrm flipH="1" rot="10800000">
                <a:off x="2218024" y="170439"/>
                <a:ext cx="91631" cy="91693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32"/>
              <p:cNvSpPr/>
              <p:nvPr/>
            </p:nvSpPr>
            <p:spPr>
              <a:xfrm flipH="1" rot="10800000">
                <a:off x="2129902" y="82315"/>
                <a:ext cx="267929" cy="267940"/>
              </a:xfrm>
              <a:custGeom>
                <a:rect b="b" l="l" r="r" t="t"/>
                <a:pathLst>
                  <a:path extrusionOk="0" h="4579" w="4579">
                    <a:moveTo>
                      <a:pt x="2289" y="154"/>
                    </a:moveTo>
                    <a:cubicBezTo>
                      <a:pt x="3466" y="154"/>
                      <a:pt x="4425" y="1113"/>
                      <a:pt x="4425" y="2290"/>
                    </a:cubicBezTo>
                    <a:cubicBezTo>
                      <a:pt x="4425" y="3468"/>
                      <a:pt x="3466" y="4425"/>
                      <a:pt x="2289" y="4425"/>
                    </a:cubicBezTo>
                    <a:cubicBezTo>
                      <a:pt x="1111" y="4425"/>
                      <a:pt x="154" y="3468"/>
                      <a:pt x="154" y="2290"/>
                    </a:cubicBezTo>
                    <a:cubicBezTo>
                      <a:pt x="154" y="1113"/>
                      <a:pt x="1111" y="154"/>
                      <a:pt x="2289" y="154"/>
                    </a:cubicBezTo>
                    <a:close/>
                    <a:moveTo>
                      <a:pt x="2289" y="0"/>
                    </a:moveTo>
                    <a:cubicBezTo>
                      <a:pt x="1026" y="0"/>
                      <a:pt x="0" y="1028"/>
                      <a:pt x="0" y="2290"/>
                    </a:cubicBezTo>
                    <a:cubicBezTo>
                      <a:pt x="0" y="3553"/>
                      <a:pt x="1026" y="4579"/>
                      <a:pt x="2289" y="4579"/>
                    </a:cubicBezTo>
                    <a:cubicBezTo>
                      <a:pt x="3551" y="4579"/>
                      <a:pt x="4579" y="3553"/>
                      <a:pt x="4579" y="2290"/>
                    </a:cubicBezTo>
                    <a:cubicBezTo>
                      <a:pt x="4579" y="1028"/>
                      <a:pt x="3551" y="0"/>
                      <a:pt x="22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78" name="Google Shape;1778;p32"/>
          <p:cNvGrpSpPr/>
          <p:nvPr/>
        </p:nvGrpSpPr>
        <p:grpSpPr>
          <a:xfrm>
            <a:off x="305706" y="147624"/>
            <a:ext cx="8762083" cy="4927199"/>
            <a:chOff x="305706" y="147624"/>
            <a:chExt cx="8762083" cy="4927199"/>
          </a:xfrm>
        </p:grpSpPr>
        <p:grpSp>
          <p:nvGrpSpPr>
            <p:cNvPr id="1779" name="Google Shape;1779;p32"/>
            <p:cNvGrpSpPr/>
            <p:nvPr/>
          </p:nvGrpSpPr>
          <p:grpSpPr>
            <a:xfrm>
              <a:off x="305706" y="147624"/>
              <a:ext cx="3060344" cy="801498"/>
              <a:chOff x="305706" y="147624"/>
              <a:chExt cx="3060344" cy="801498"/>
            </a:xfrm>
          </p:grpSpPr>
          <p:sp>
            <p:nvSpPr>
              <p:cNvPr id="1780" name="Google Shape;1780;p32"/>
              <p:cNvSpPr/>
              <p:nvPr/>
            </p:nvSpPr>
            <p:spPr>
              <a:xfrm flipH="1" rot="10800000">
                <a:off x="506584" y="684753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1"/>
                      <a:pt x="243" y="1085"/>
                      <a:pt x="542" y="1085"/>
                    </a:cubicBezTo>
                    <a:cubicBezTo>
                      <a:pt x="841" y="1085"/>
                      <a:pt x="1085" y="841"/>
                      <a:pt x="1085" y="542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1" name="Google Shape;1781;p32"/>
              <p:cNvSpPr/>
              <p:nvPr/>
            </p:nvSpPr>
            <p:spPr>
              <a:xfrm flipH="1" rot="10800000">
                <a:off x="407520" y="783818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32"/>
              <p:cNvSpPr/>
              <p:nvPr/>
            </p:nvSpPr>
            <p:spPr>
              <a:xfrm flipH="1" rot="10800000">
                <a:off x="305706" y="885633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3" y="1085"/>
                    </a:cubicBezTo>
                    <a:cubicBezTo>
                      <a:pt x="842" y="1085"/>
                      <a:pt x="1085" y="842"/>
                      <a:pt x="1085" y="543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32"/>
              <p:cNvSpPr/>
              <p:nvPr/>
            </p:nvSpPr>
            <p:spPr>
              <a:xfrm flipH="1" rot="10800000">
                <a:off x="3302564" y="147624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1"/>
                      <a:pt x="243" y="1085"/>
                      <a:pt x="542" y="1085"/>
                    </a:cubicBezTo>
                    <a:cubicBezTo>
                      <a:pt x="841" y="1085"/>
                      <a:pt x="1085" y="841"/>
                      <a:pt x="1085" y="542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32"/>
              <p:cNvSpPr/>
              <p:nvPr/>
            </p:nvSpPr>
            <p:spPr>
              <a:xfrm flipH="1" rot="10800000">
                <a:off x="3203500" y="246689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32"/>
              <p:cNvSpPr/>
              <p:nvPr/>
            </p:nvSpPr>
            <p:spPr>
              <a:xfrm flipH="1" rot="10800000">
                <a:off x="3101686" y="348505"/>
                <a:ext cx="63486" cy="63489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3" y="1085"/>
                    </a:cubicBezTo>
                    <a:cubicBezTo>
                      <a:pt x="842" y="1085"/>
                      <a:pt x="1085" y="842"/>
                      <a:pt x="1085" y="543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6" name="Google Shape;1786;p32"/>
            <p:cNvGrpSpPr/>
            <p:nvPr/>
          </p:nvGrpSpPr>
          <p:grpSpPr>
            <a:xfrm>
              <a:off x="6074824" y="4559741"/>
              <a:ext cx="2992965" cy="515083"/>
              <a:chOff x="6074824" y="4559741"/>
              <a:chExt cx="2992965" cy="515083"/>
            </a:xfrm>
          </p:grpSpPr>
          <p:sp>
            <p:nvSpPr>
              <p:cNvPr id="1787" name="Google Shape;1787;p32"/>
              <p:cNvSpPr/>
              <p:nvPr/>
            </p:nvSpPr>
            <p:spPr>
              <a:xfrm rot="-5400000">
                <a:off x="9013626" y="4559741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2" y="1"/>
                      <a:pt x="0" y="243"/>
                      <a:pt x="0" y="542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32"/>
              <p:cNvSpPr/>
              <p:nvPr/>
            </p:nvSpPr>
            <p:spPr>
              <a:xfrm rot="-5400000">
                <a:off x="8929159" y="4644258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0"/>
                    </a:moveTo>
                    <a:cubicBezTo>
                      <a:pt x="243" y="0"/>
                      <a:pt x="0" y="242"/>
                      <a:pt x="0" y="541"/>
                    </a:cubicBezTo>
                    <a:cubicBezTo>
                      <a:pt x="0" y="842"/>
                      <a:pt x="243" y="1084"/>
                      <a:pt x="543" y="1084"/>
                    </a:cubicBezTo>
                    <a:cubicBezTo>
                      <a:pt x="842" y="1084"/>
                      <a:pt x="1084" y="842"/>
                      <a:pt x="1084" y="541"/>
                    </a:cubicBezTo>
                    <a:cubicBezTo>
                      <a:pt x="1084" y="242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32"/>
              <p:cNvSpPr/>
              <p:nvPr/>
            </p:nvSpPr>
            <p:spPr>
              <a:xfrm rot="-5400000">
                <a:off x="8842245" y="4731121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2" y="1"/>
                      <a:pt x="0" y="243"/>
                      <a:pt x="0" y="544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4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32"/>
              <p:cNvSpPr/>
              <p:nvPr/>
            </p:nvSpPr>
            <p:spPr>
              <a:xfrm rot="-5400000">
                <a:off x="6246205" y="4849329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2"/>
                      <a:pt x="244" y="1085"/>
                      <a:pt x="543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32"/>
              <p:cNvSpPr/>
              <p:nvPr/>
            </p:nvSpPr>
            <p:spPr>
              <a:xfrm rot="-5400000">
                <a:off x="6161688" y="4933847"/>
                <a:ext cx="54163" cy="5416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3"/>
                      <a:pt x="244" y="1085"/>
                      <a:pt x="543" y="1085"/>
                    </a:cubicBezTo>
                    <a:cubicBezTo>
                      <a:pt x="842" y="1085"/>
                      <a:pt x="1085" y="843"/>
                      <a:pt x="1085" y="542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32"/>
              <p:cNvSpPr/>
              <p:nvPr/>
            </p:nvSpPr>
            <p:spPr>
              <a:xfrm rot="-5400000">
                <a:off x="6074849" y="5020685"/>
                <a:ext cx="54113" cy="54163"/>
              </a:xfrm>
              <a:custGeom>
                <a:rect b="b" l="l" r="r" t="t"/>
                <a:pathLst>
                  <a:path extrusionOk="0" h="1085" w="1084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4" y="842"/>
                      <a:pt x="1084" y="543"/>
                    </a:cubicBezTo>
                    <a:cubicBezTo>
                      <a:pt x="1084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93" name="Google Shape;1793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5" name="Google Shape;1795;p33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6" name="Google Shape;1796;p33"/>
          <p:cNvGrpSpPr/>
          <p:nvPr/>
        </p:nvGrpSpPr>
        <p:grpSpPr>
          <a:xfrm flipH="1">
            <a:off x="158650" y="196831"/>
            <a:ext cx="8822200" cy="4890858"/>
            <a:chOff x="158650" y="196831"/>
            <a:chExt cx="8822200" cy="4890858"/>
          </a:xfrm>
        </p:grpSpPr>
        <p:grpSp>
          <p:nvGrpSpPr>
            <p:cNvPr id="1797" name="Google Shape;1797;p33"/>
            <p:cNvGrpSpPr/>
            <p:nvPr/>
          </p:nvGrpSpPr>
          <p:grpSpPr>
            <a:xfrm>
              <a:off x="713225" y="268300"/>
              <a:ext cx="1344400" cy="271200"/>
              <a:chOff x="3686625" y="4603950"/>
              <a:chExt cx="1344400" cy="271200"/>
            </a:xfrm>
          </p:grpSpPr>
          <p:sp>
            <p:nvSpPr>
              <p:cNvPr id="1798" name="Google Shape;1798;p33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33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33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33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33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3" name="Google Shape;1803;p33"/>
            <p:cNvGrpSpPr/>
            <p:nvPr/>
          </p:nvGrpSpPr>
          <p:grpSpPr>
            <a:xfrm flipH="1" rot="10800000">
              <a:off x="158650" y="4066400"/>
              <a:ext cx="2222493" cy="1021289"/>
              <a:chOff x="100325" y="160761"/>
              <a:chExt cx="2222493" cy="1021289"/>
            </a:xfrm>
          </p:grpSpPr>
          <p:sp>
            <p:nvSpPr>
              <p:cNvPr id="1804" name="Google Shape;1804;p33"/>
              <p:cNvSpPr/>
              <p:nvPr/>
            </p:nvSpPr>
            <p:spPr>
              <a:xfrm>
                <a:off x="243516" y="71263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33"/>
              <p:cNvSpPr/>
              <p:nvPr/>
            </p:nvSpPr>
            <p:spPr>
              <a:xfrm>
                <a:off x="100325" y="56945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33"/>
              <p:cNvSpPr/>
              <p:nvPr/>
            </p:nvSpPr>
            <p:spPr>
              <a:xfrm>
                <a:off x="1905818" y="160761"/>
                <a:ext cx="417000" cy="4167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33"/>
              <p:cNvSpPr/>
              <p:nvPr/>
            </p:nvSpPr>
            <p:spPr>
              <a:xfrm rot="-5400000">
                <a:off x="1099099" y="-131715"/>
                <a:ext cx="326396" cy="1296862"/>
              </a:xfrm>
              <a:custGeom>
                <a:rect b="b" l="l" r="r" t="t"/>
                <a:pathLst>
                  <a:path extrusionOk="0" h="14717" w="3704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8" name="Google Shape;1808;p33"/>
            <p:cNvGrpSpPr/>
            <p:nvPr/>
          </p:nvGrpSpPr>
          <p:grpSpPr>
            <a:xfrm rot="-5400000">
              <a:off x="6915358" y="1416516"/>
              <a:ext cx="3285167" cy="845798"/>
              <a:chOff x="5751733" y="4297691"/>
              <a:chExt cx="3285167" cy="845798"/>
            </a:xfrm>
          </p:grpSpPr>
          <p:sp>
            <p:nvSpPr>
              <p:cNvPr id="1809" name="Google Shape;1809;p33"/>
              <p:cNvSpPr/>
              <p:nvPr/>
            </p:nvSpPr>
            <p:spPr>
              <a:xfrm flipH="1">
                <a:off x="6071276" y="4605900"/>
                <a:ext cx="2358631" cy="394498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33"/>
              <p:cNvSpPr/>
              <p:nvPr/>
            </p:nvSpPr>
            <p:spPr>
              <a:xfrm>
                <a:off x="8424000" y="4297691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33"/>
              <p:cNvSpPr/>
              <p:nvPr/>
            </p:nvSpPr>
            <p:spPr>
              <a:xfrm>
                <a:off x="5751733" y="48170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2" name="Google Shape;1812;p33"/>
            <p:cNvGrpSpPr/>
            <p:nvPr/>
          </p:nvGrpSpPr>
          <p:grpSpPr>
            <a:xfrm flipH="1">
              <a:off x="7541750" y="4351725"/>
              <a:ext cx="1439100" cy="504550"/>
              <a:chOff x="2539675" y="122850"/>
              <a:chExt cx="1439100" cy="504550"/>
            </a:xfrm>
          </p:grpSpPr>
          <p:sp>
            <p:nvSpPr>
              <p:cNvPr id="1813" name="Google Shape;1813;p33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33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15" name="Google Shape;1815;p33"/>
          <p:cNvGrpSpPr/>
          <p:nvPr/>
        </p:nvGrpSpPr>
        <p:grpSpPr>
          <a:xfrm flipH="1">
            <a:off x="-113379" y="147944"/>
            <a:ext cx="9219936" cy="5061256"/>
            <a:chOff x="76428" y="147944"/>
            <a:chExt cx="9219936" cy="5061256"/>
          </a:xfrm>
        </p:grpSpPr>
        <p:grpSp>
          <p:nvGrpSpPr>
            <p:cNvPr id="1816" name="Google Shape;1816;p33"/>
            <p:cNvGrpSpPr/>
            <p:nvPr/>
          </p:nvGrpSpPr>
          <p:grpSpPr>
            <a:xfrm>
              <a:off x="8036363" y="147944"/>
              <a:ext cx="1260001" cy="1682408"/>
              <a:chOff x="8036363" y="147944"/>
              <a:chExt cx="1260001" cy="1682408"/>
            </a:xfrm>
          </p:grpSpPr>
          <p:sp>
            <p:nvSpPr>
              <p:cNvPr id="1817" name="Google Shape;1817;p33"/>
              <p:cNvSpPr/>
              <p:nvPr/>
            </p:nvSpPr>
            <p:spPr>
              <a:xfrm flipH="1" rot="-5400000">
                <a:off x="8597834" y="-286011"/>
                <a:ext cx="188422" cy="1056333"/>
              </a:xfrm>
              <a:custGeom>
                <a:rect b="b" l="l" r="r" t="t"/>
                <a:pathLst>
                  <a:path extrusionOk="0" h="20429" w="3644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33"/>
              <p:cNvSpPr/>
              <p:nvPr/>
            </p:nvSpPr>
            <p:spPr>
              <a:xfrm flipH="1" rot="-5400000">
                <a:off x="8624066" y="225534"/>
                <a:ext cx="236820" cy="236769"/>
              </a:xfrm>
              <a:custGeom>
                <a:rect b="b" l="l" r="r" t="t"/>
                <a:pathLst>
                  <a:path extrusionOk="0" h="4579" w="458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33"/>
              <p:cNvSpPr/>
              <p:nvPr/>
            </p:nvSpPr>
            <p:spPr>
              <a:xfrm flipH="1" rot="-5400000">
                <a:off x="8200954" y="245416"/>
                <a:ext cx="53931" cy="53931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33"/>
              <p:cNvSpPr/>
              <p:nvPr/>
            </p:nvSpPr>
            <p:spPr>
              <a:xfrm flipH="1" rot="-5400000">
                <a:off x="8701992" y="303408"/>
                <a:ext cx="80974" cy="81026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33"/>
              <p:cNvSpPr/>
              <p:nvPr/>
            </p:nvSpPr>
            <p:spPr>
              <a:xfrm flipH="1" rot="-5400000">
                <a:off x="8386087" y="-13816"/>
                <a:ext cx="484344" cy="1183792"/>
              </a:xfrm>
              <a:custGeom>
                <a:rect b="b" l="l" r="r" t="t"/>
                <a:pathLst>
                  <a:path extrusionOk="0" h="22894" w="9367">
                    <a:moveTo>
                      <a:pt x="1897" y="1"/>
                    </a:moveTo>
                    <a:cubicBezTo>
                      <a:pt x="1214" y="1"/>
                      <a:pt x="661" y="555"/>
                      <a:pt x="661" y="1238"/>
                    </a:cubicBezTo>
                    <a:cubicBezTo>
                      <a:pt x="661" y="1847"/>
                      <a:pt x="1103" y="2352"/>
                      <a:pt x="1683" y="2454"/>
                    </a:cubicBezTo>
                    <a:lnTo>
                      <a:pt x="1683" y="8153"/>
                    </a:lnTo>
                    <a:lnTo>
                      <a:pt x="46" y="9790"/>
                    </a:lnTo>
                    <a:cubicBezTo>
                      <a:pt x="17" y="9819"/>
                      <a:pt x="1" y="9858"/>
                      <a:pt x="1" y="9899"/>
                    </a:cubicBezTo>
                    <a:lnTo>
                      <a:pt x="1" y="13697"/>
                    </a:lnTo>
                    <a:cubicBezTo>
                      <a:pt x="1" y="13738"/>
                      <a:pt x="17" y="13778"/>
                      <a:pt x="46" y="13806"/>
                    </a:cubicBezTo>
                    <a:lnTo>
                      <a:pt x="9090" y="22849"/>
                    </a:lnTo>
                    <a:cubicBezTo>
                      <a:pt x="9119" y="22879"/>
                      <a:pt x="9158" y="22894"/>
                      <a:pt x="9198" y="22894"/>
                    </a:cubicBezTo>
                    <a:cubicBezTo>
                      <a:pt x="9237" y="22894"/>
                      <a:pt x="9276" y="22879"/>
                      <a:pt x="9307" y="22849"/>
                    </a:cubicBezTo>
                    <a:cubicBezTo>
                      <a:pt x="9366" y="22790"/>
                      <a:pt x="9366" y="22692"/>
                      <a:pt x="9307" y="22631"/>
                    </a:cubicBezTo>
                    <a:lnTo>
                      <a:pt x="308" y="13634"/>
                    </a:lnTo>
                    <a:lnTo>
                      <a:pt x="308" y="9963"/>
                    </a:lnTo>
                    <a:lnTo>
                      <a:pt x="1946" y="8326"/>
                    </a:lnTo>
                    <a:cubicBezTo>
                      <a:pt x="1974" y="8297"/>
                      <a:pt x="1991" y="8258"/>
                      <a:pt x="1991" y="8217"/>
                    </a:cubicBezTo>
                    <a:lnTo>
                      <a:pt x="1991" y="2466"/>
                    </a:lnTo>
                    <a:cubicBezTo>
                      <a:pt x="2629" y="2417"/>
                      <a:pt x="3135" y="1890"/>
                      <a:pt x="3135" y="1238"/>
                    </a:cubicBezTo>
                    <a:cubicBezTo>
                      <a:pt x="3135" y="555"/>
                      <a:pt x="2580" y="1"/>
                      <a:pt x="18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33"/>
              <p:cNvSpPr/>
              <p:nvPr/>
            </p:nvSpPr>
            <p:spPr>
              <a:xfrm flipH="1" rot="-5400000">
                <a:off x="8073387" y="407060"/>
                <a:ext cx="53983" cy="53879"/>
              </a:xfrm>
              <a:custGeom>
                <a:rect b="b" l="l" r="r" t="t"/>
                <a:pathLst>
                  <a:path extrusionOk="0" h="1042" w="1044">
                    <a:moveTo>
                      <a:pt x="522" y="0"/>
                    </a:moveTo>
                    <a:cubicBezTo>
                      <a:pt x="235" y="0"/>
                      <a:pt x="1" y="233"/>
                      <a:pt x="1" y="521"/>
                    </a:cubicBezTo>
                    <a:cubicBezTo>
                      <a:pt x="1" y="809"/>
                      <a:pt x="235" y="1042"/>
                      <a:pt x="522" y="1042"/>
                    </a:cubicBezTo>
                    <a:cubicBezTo>
                      <a:pt x="811" y="1042"/>
                      <a:pt x="1043" y="809"/>
                      <a:pt x="1043" y="521"/>
                    </a:cubicBezTo>
                    <a:cubicBezTo>
                      <a:pt x="1043" y="233"/>
                      <a:pt x="81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3" name="Google Shape;1823;p33"/>
              <p:cNvSpPr/>
              <p:nvPr/>
            </p:nvSpPr>
            <p:spPr>
              <a:xfrm flipH="1" rot="-5400000">
                <a:off x="8627065" y="857681"/>
                <a:ext cx="128028" cy="127976"/>
              </a:xfrm>
              <a:custGeom>
                <a:rect b="b" l="l" r="r" t="t"/>
                <a:pathLst>
                  <a:path extrusionOk="0" h="2475" w="2476">
                    <a:moveTo>
                      <a:pt x="1237" y="0"/>
                    </a:moveTo>
                    <a:cubicBezTo>
                      <a:pt x="555" y="0"/>
                      <a:pt x="1" y="555"/>
                      <a:pt x="1" y="1238"/>
                    </a:cubicBezTo>
                    <a:cubicBezTo>
                      <a:pt x="1" y="1921"/>
                      <a:pt x="555" y="2474"/>
                      <a:pt x="1237" y="2474"/>
                    </a:cubicBezTo>
                    <a:cubicBezTo>
                      <a:pt x="1921" y="2474"/>
                      <a:pt x="2475" y="1921"/>
                      <a:pt x="2475" y="1238"/>
                    </a:cubicBezTo>
                    <a:cubicBezTo>
                      <a:pt x="2475" y="555"/>
                      <a:pt x="1921" y="0"/>
                      <a:pt x="12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4" name="Google Shape;1824;p33"/>
              <p:cNvSpPr/>
              <p:nvPr/>
            </p:nvSpPr>
            <p:spPr>
              <a:xfrm flipH="1" rot="-5400000">
                <a:off x="8664166" y="894679"/>
                <a:ext cx="53879" cy="53983"/>
              </a:xfrm>
              <a:custGeom>
                <a:rect b="b" l="l" r="r" t="t"/>
                <a:pathLst>
                  <a:path extrusionOk="0" h="1044" w="1042">
                    <a:moveTo>
                      <a:pt x="522" y="1"/>
                    </a:moveTo>
                    <a:cubicBezTo>
                      <a:pt x="233" y="1"/>
                      <a:pt x="0" y="235"/>
                      <a:pt x="0" y="522"/>
                    </a:cubicBezTo>
                    <a:cubicBezTo>
                      <a:pt x="0" y="809"/>
                      <a:pt x="233" y="1043"/>
                      <a:pt x="522" y="1043"/>
                    </a:cubicBezTo>
                    <a:cubicBezTo>
                      <a:pt x="809" y="1043"/>
                      <a:pt x="1042" y="809"/>
                      <a:pt x="1042" y="522"/>
                    </a:cubicBezTo>
                    <a:cubicBezTo>
                      <a:pt x="1042" y="233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5" name="Google Shape;1825;p33"/>
              <p:cNvSpPr/>
              <p:nvPr/>
            </p:nvSpPr>
            <p:spPr>
              <a:xfrm flipH="1" rot="-5400000">
                <a:off x="8904891" y="702457"/>
                <a:ext cx="92712" cy="537861"/>
              </a:xfrm>
              <a:custGeom>
                <a:rect b="b" l="l" r="r" t="t"/>
                <a:pathLst>
                  <a:path extrusionOk="0" h="10402" w="1793">
                    <a:moveTo>
                      <a:pt x="1639" y="10402"/>
                    </a:moveTo>
                    <a:cubicBezTo>
                      <a:pt x="1554" y="10402"/>
                      <a:pt x="1485" y="10333"/>
                      <a:pt x="1485" y="10248"/>
                    </a:cubicBezTo>
                    <a:lnTo>
                      <a:pt x="1485" y="1703"/>
                    </a:lnTo>
                    <a:lnTo>
                      <a:pt x="61" y="279"/>
                    </a:lnTo>
                    <a:cubicBezTo>
                      <a:pt x="1" y="218"/>
                      <a:pt x="1" y="121"/>
                      <a:pt x="61" y="61"/>
                    </a:cubicBezTo>
                    <a:cubicBezTo>
                      <a:pt x="121" y="1"/>
                      <a:pt x="218" y="1"/>
                      <a:pt x="278" y="61"/>
                    </a:cubicBezTo>
                    <a:lnTo>
                      <a:pt x="1748" y="1531"/>
                    </a:lnTo>
                    <a:cubicBezTo>
                      <a:pt x="1776" y="1559"/>
                      <a:pt x="1793" y="1598"/>
                      <a:pt x="1793" y="1639"/>
                    </a:cubicBezTo>
                    <a:lnTo>
                      <a:pt x="1793" y="10248"/>
                    </a:lnTo>
                    <a:cubicBezTo>
                      <a:pt x="1793" y="10333"/>
                      <a:pt x="1724" y="10402"/>
                      <a:pt x="1639" y="1040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33"/>
              <p:cNvSpPr/>
              <p:nvPr/>
            </p:nvSpPr>
            <p:spPr>
              <a:xfrm flipH="1" rot="-5400000">
                <a:off x="8561084" y="789644"/>
                <a:ext cx="553994" cy="916567"/>
              </a:xfrm>
              <a:custGeom>
                <a:rect b="b" l="l" r="r" t="t"/>
                <a:pathLst>
                  <a:path extrusionOk="0" h="17726" w="10714">
                    <a:moveTo>
                      <a:pt x="1237" y="0"/>
                    </a:moveTo>
                    <a:cubicBezTo>
                      <a:pt x="553" y="0"/>
                      <a:pt x="0" y="553"/>
                      <a:pt x="0" y="1237"/>
                    </a:cubicBezTo>
                    <a:cubicBezTo>
                      <a:pt x="0" y="1920"/>
                      <a:pt x="553" y="2474"/>
                      <a:pt x="1237" y="2474"/>
                    </a:cubicBezTo>
                    <a:cubicBezTo>
                      <a:pt x="1539" y="2474"/>
                      <a:pt x="1813" y="2362"/>
                      <a:pt x="2026" y="2182"/>
                    </a:cubicBezTo>
                    <a:lnTo>
                      <a:pt x="5616" y="5771"/>
                    </a:lnTo>
                    <a:lnTo>
                      <a:pt x="5616" y="12797"/>
                    </a:lnTo>
                    <a:cubicBezTo>
                      <a:pt x="5616" y="12839"/>
                      <a:pt x="5632" y="12878"/>
                      <a:pt x="5662" y="12906"/>
                    </a:cubicBezTo>
                    <a:cubicBezTo>
                      <a:pt x="5662" y="12906"/>
                      <a:pt x="10291" y="17537"/>
                      <a:pt x="10437" y="17681"/>
                    </a:cubicBezTo>
                    <a:cubicBezTo>
                      <a:pt x="10466" y="17711"/>
                      <a:pt x="10505" y="17726"/>
                      <a:pt x="10544" y="17726"/>
                    </a:cubicBezTo>
                    <a:cubicBezTo>
                      <a:pt x="10584" y="17726"/>
                      <a:pt x="10623" y="17710"/>
                      <a:pt x="10654" y="17681"/>
                    </a:cubicBezTo>
                    <a:cubicBezTo>
                      <a:pt x="10713" y="17620"/>
                      <a:pt x="10713" y="17524"/>
                      <a:pt x="10653" y="17463"/>
                    </a:cubicBezTo>
                    <a:lnTo>
                      <a:pt x="10654" y="17463"/>
                    </a:lnTo>
                    <a:cubicBezTo>
                      <a:pt x="10517" y="17327"/>
                      <a:pt x="6402" y="13211"/>
                      <a:pt x="5924" y="12733"/>
                    </a:cubicBezTo>
                    <a:lnTo>
                      <a:pt x="5924" y="5708"/>
                    </a:lnTo>
                    <a:cubicBezTo>
                      <a:pt x="5924" y="5667"/>
                      <a:pt x="5908" y="5627"/>
                      <a:pt x="5879" y="5599"/>
                    </a:cubicBezTo>
                    <a:lnTo>
                      <a:pt x="2238" y="1959"/>
                    </a:lnTo>
                    <a:cubicBezTo>
                      <a:pt x="2386" y="1754"/>
                      <a:pt x="2475" y="1507"/>
                      <a:pt x="2475" y="1237"/>
                    </a:cubicBezTo>
                    <a:cubicBezTo>
                      <a:pt x="2475" y="553"/>
                      <a:pt x="1920" y="0"/>
                      <a:pt x="12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33"/>
              <p:cNvSpPr/>
              <p:nvPr/>
            </p:nvSpPr>
            <p:spPr>
              <a:xfrm flipH="1" rot="-5400000">
                <a:off x="8416769" y="1007954"/>
                <a:ext cx="53931" cy="53931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4" y="0"/>
                      <a:pt x="1" y="234"/>
                      <a:pt x="1" y="522"/>
                    </a:cubicBezTo>
                    <a:cubicBezTo>
                      <a:pt x="1" y="809"/>
                      <a:pt x="234" y="1043"/>
                      <a:pt x="521" y="1043"/>
                    </a:cubicBezTo>
                    <a:cubicBezTo>
                      <a:pt x="809" y="1043"/>
                      <a:pt x="1042" y="810"/>
                      <a:pt x="1042" y="522"/>
                    </a:cubicBezTo>
                    <a:cubicBezTo>
                      <a:pt x="1042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33"/>
              <p:cNvSpPr/>
              <p:nvPr/>
            </p:nvSpPr>
            <p:spPr>
              <a:xfrm flipH="1" rot="-5400000">
                <a:off x="8556514" y="1141804"/>
                <a:ext cx="236820" cy="236872"/>
              </a:xfrm>
              <a:custGeom>
                <a:rect b="b" l="l" r="r" t="t"/>
                <a:pathLst>
                  <a:path extrusionOk="0" h="4581" w="4580">
                    <a:moveTo>
                      <a:pt x="2290" y="156"/>
                    </a:moveTo>
                    <a:cubicBezTo>
                      <a:pt x="3468" y="156"/>
                      <a:pt x="4426" y="1113"/>
                      <a:pt x="4426" y="2291"/>
                    </a:cubicBezTo>
                    <a:cubicBezTo>
                      <a:pt x="4426" y="3468"/>
                      <a:pt x="3468" y="4427"/>
                      <a:pt x="2290" y="4427"/>
                    </a:cubicBezTo>
                    <a:cubicBezTo>
                      <a:pt x="1113" y="4427"/>
                      <a:pt x="154" y="3468"/>
                      <a:pt x="154" y="2291"/>
                    </a:cubicBezTo>
                    <a:cubicBezTo>
                      <a:pt x="154" y="1113"/>
                      <a:pt x="1113" y="156"/>
                      <a:pt x="2290" y="156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1" y="1028"/>
                      <a:pt x="1" y="2291"/>
                    </a:cubicBezTo>
                    <a:cubicBezTo>
                      <a:pt x="1" y="3553"/>
                      <a:pt x="1028" y="4580"/>
                      <a:pt x="2290" y="4580"/>
                    </a:cubicBezTo>
                    <a:cubicBezTo>
                      <a:pt x="3553" y="4580"/>
                      <a:pt x="4579" y="3553"/>
                      <a:pt x="4579" y="2291"/>
                    </a:cubicBezTo>
                    <a:cubicBezTo>
                      <a:pt x="4579" y="1028"/>
                      <a:pt x="3553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33"/>
              <p:cNvSpPr/>
              <p:nvPr/>
            </p:nvSpPr>
            <p:spPr>
              <a:xfrm flipH="1" rot="-5400000">
                <a:off x="8634414" y="1219756"/>
                <a:ext cx="81026" cy="81026"/>
              </a:xfrm>
              <a:custGeom>
                <a:rect b="b" l="l" r="r" t="t"/>
                <a:pathLst>
                  <a:path extrusionOk="0" h="1567" w="1567">
                    <a:moveTo>
                      <a:pt x="783" y="1"/>
                    </a:moveTo>
                    <a:cubicBezTo>
                      <a:pt x="351" y="1"/>
                      <a:pt x="1" y="351"/>
                      <a:pt x="1" y="784"/>
                    </a:cubicBezTo>
                    <a:cubicBezTo>
                      <a:pt x="1" y="1216"/>
                      <a:pt x="351" y="1566"/>
                      <a:pt x="783" y="1566"/>
                    </a:cubicBezTo>
                    <a:cubicBezTo>
                      <a:pt x="1216" y="1566"/>
                      <a:pt x="1566" y="1216"/>
                      <a:pt x="1566" y="784"/>
                    </a:cubicBezTo>
                    <a:cubicBezTo>
                      <a:pt x="1566" y="351"/>
                      <a:pt x="1216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33"/>
              <p:cNvSpPr/>
              <p:nvPr/>
            </p:nvSpPr>
            <p:spPr>
              <a:xfrm flipH="1" rot="-5400000">
                <a:off x="8796336" y="1534788"/>
                <a:ext cx="236820" cy="236820"/>
              </a:xfrm>
              <a:custGeom>
                <a:rect b="b" l="l" r="r" t="t"/>
                <a:pathLst>
                  <a:path extrusionOk="0" h="4580" w="4580">
                    <a:moveTo>
                      <a:pt x="2291" y="154"/>
                    </a:moveTo>
                    <a:cubicBezTo>
                      <a:pt x="3468" y="154"/>
                      <a:pt x="4426" y="1113"/>
                      <a:pt x="4426" y="2290"/>
                    </a:cubicBezTo>
                    <a:cubicBezTo>
                      <a:pt x="4426" y="3468"/>
                      <a:pt x="3468" y="4427"/>
                      <a:pt x="2291" y="4427"/>
                    </a:cubicBezTo>
                    <a:cubicBezTo>
                      <a:pt x="1113" y="4427"/>
                      <a:pt x="155" y="3468"/>
                      <a:pt x="155" y="2290"/>
                    </a:cubicBezTo>
                    <a:cubicBezTo>
                      <a:pt x="155" y="1113"/>
                      <a:pt x="1113" y="154"/>
                      <a:pt x="2291" y="154"/>
                    </a:cubicBezTo>
                    <a:close/>
                    <a:moveTo>
                      <a:pt x="2291" y="1"/>
                    </a:moveTo>
                    <a:cubicBezTo>
                      <a:pt x="1028" y="1"/>
                      <a:pt x="1" y="1028"/>
                      <a:pt x="1" y="2290"/>
                    </a:cubicBezTo>
                    <a:cubicBezTo>
                      <a:pt x="1" y="3553"/>
                      <a:pt x="1028" y="4579"/>
                      <a:pt x="2291" y="4579"/>
                    </a:cubicBezTo>
                    <a:cubicBezTo>
                      <a:pt x="3553" y="4579"/>
                      <a:pt x="4579" y="3553"/>
                      <a:pt x="4579" y="2290"/>
                    </a:cubicBezTo>
                    <a:cubicBezTo>
                      <a:pt x="4579" y="1028"/>
                      <a:pt x="3553" y="1"/>
                      <a:pt x="22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33"/>
              <p:cNvSpPr/>
              <p:nvPr/>
            </p:nvSpPr>
            <p:spPr>
              <a:xfrm flipH="1" rot="-5400000">
                <a:off x="8874287" y="1612740"/>
                <a:ext cx="80974" cy="81026"/>
              </a:xfrm>
              <a:custGeom>
                <a:rect b="b" l="l" r="r" t="t"/>
                <a:pathLst>
                  <a:path extrusionOk="0" h="1567" w="1566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6"/>
                      <a:pt x="350" y="1566"/>
                      <a:pt x="783" y="1566"/>
                    </a:cubicBezTo>
                    <a:cubicBezTo>
                      <a:pt x="1215" y="1566"/>
                      <a:pt x="1565" y="1216"/>
                      <a:pt x="1565" y="783"/>
                    </a:cubicBezTo>
                    <a:cubicBezTo>
                      <a:pt x="1565" y="351"/>
                      <a:pt x="1215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33"/>
              <p:cNvSpPr/>
              <p:nvPr/>
            </p:nvSpPr>
            <p:spPr>
              <a:xfrm flipH="1" rot="-5400000">
                <a:off x="8783632" y="1393812"/>
                <a:ext cx="185061" cy="688020"/>
              </a:xfrm>
              <a:custGeom>
                <a:rect b="b" l="l" r="r" t="t"/>
                <a:pathLst>
                  <a:path extrusionOk="0" h="13306" w="3579">
                    <a:moveTo>
                      <a:pt x="2341" y="0"/>
                    </a:moveTo>
                    <a:cubicBezTo>
                      <a:pt x="1657" y="0"/>
                      <a:pt x="1104" y="555"/>
                      <a:pt x="1104" y="1237"/>
                    </a:cubicBezTo>
                    <a:cubicBezTo>
                      <a:pt x="1104" y="1875"/>
                      <a:pt x="1588" y="2393"/>
                      <a:pt x="2206" y="2462"/>
                    </a:cubicBezTo>
                    <a:lnTo>
                      <a:pt x="2206" y="5094"/>
                    </a:lnTo>
                    <a:lnTo>
                      <a:pt x="45" y="7256"/>
                    </a:lnTo>
                    <a:cubicBezTo>
                      <a:pt x="17" y="7285"/>
                      <a:pt x="0" y="7324"/>
                      <a:pt x="0" y="7365"/>
                    </a:cubicBezTo>
                    <a:lnTo>
                      <a:pt x="0" y="13152"/>
                    </a:lnTo>
                    <a:cubicBezTo>
                      <a:pt x="0" y="13237"/>
                      <a:pt x="69" y="13306"/>
                      <a:pt x="154" y="13306"/>
                    </a:cubicBezTo>
                    <a:cubicBezTo>
                      <a:pt x="239" y="13306"/>
                      <a:pt x="307" y="13237"/>
                      <a:pt x="307" y="13152"/>
                    </a:cubicBezTo>
                    <a:lnTo>
                      <a:pt x="307" y="7429"/>
                    </a:lnTo>
                    <a:lnTo>
                      <a:pt x="2468" y="5267"/>
                    </a:lnTo>
                    <a:cubicBezTo>
                      <a:pt x="2498" y="5238"/>
                      <a:pt x="2513" y="5199"/>
                      <a:pt x="2513" y="5158"/>
                    </a:cubicBezTo>
                    <a:lnTo>
                      <a:pt x="2513" y="2457"/>
                    </a:lnTo>
                    <a:cubicBezTo>
                      <a:pt x="3115" y="2373"/>
                      <a:pt x="3578" y="1862"/>
                      <a:pt x="3578" y="1238"/>
                    </a:cubicBezTo>
                    <a:lnTo>
                      <a:pt x="3578" y="1237"/>
                    </a:lnTo>
                    <a:cubicBezTo>
                      <a:pt x="3578" y="555"/>
                      <a:pt x="3024" y="0"/>
                      <a:pt x="23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33"/>
              <p:cNvSpPr/>
              <p:nvPr/>
            </p:nvSpPr>
            <p:spPr>
              <a:xfrm flipH="1" rot="-5400000">
                <a:off x="8569151" y="1739376"/>
                <a:ext cx="53983" cy="53931"/>
              </a:xfrm>
              <a:custGeom>
                <a:rect b="b" l="l" r="r" t="t"/>
                <a:pathLst>
                  <a:path extrusionOk="0" h="1043" w="1044">
                    <a:moveTo>
                      <a:pt x="522" y="1"/>
                    </a:moveTo>
                    <a:cubicBezTo>
                      <a:pt x="234" y="1"/>
                      <a:pt x="0" y="233"/>
                      <a:pt x="0" y="521"/>
                    </a:cubicBezTo>
                    <a:cubicBezTo>
                      <a:pt x="0" y="809"/>
                      <a:pt x="234" y="1042"/>
                      <a:pt x="522" y="1042"/>
                    </a:cubicBezTo>
                    <a:cubicBezTo>
                      <a:pt x="810" y="1042"/>
                      <a:pt x="1043" y="809"/>
                      <a:pt x="1043" y="521"/>
                    </a:cubicBezTo>
                    <a:cubicBezTo>
                      <a:pt x="1043" y="233"/>
                      <a:pt x="810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34" name="Google Shape;1834;p33"/>
            <p:cNvGrpSpPr/>
            <p:nvPr/>
          </p:nvGrpSpPr>
          <p:grpSpPr>
            <a:xfrm>
              <a:off x="76428" y="3878198"/>
              <a:ext cx="947059" cy="1331003"/>
              <a:chOff x="5463078" y="3878198"/>
              <a:chExt cx="947059" cy="1331003"/>
            </a:xfrm>
          </p:grpSpPr>
          <p:sp>
            <p:nvSpPr>
              <p:cNvPr id="1835" name="Google Shape;1835;p33"/>
              <p:cNvSpPr/>
              <p:nvPr/>
            </p:nvSpPr>
            <p:spPr>
              <a:xfrm>
                <a:off x="5925793" y="4025353"/>
                <a:ext cx="484344" cy="1183792"/>
              </a:xfrm>
              <a:custGeom>
                <a:rect b="b" l="l" r="r" t="t"/>
                <a:pathLst>
                  <a:path extrusionOk="0" h="22894" w="9367">
                    <a:moveTo>
                      <a:pt x="1897" y="1"/>
                    </a:moveTo>
                    <a:cubicBezTo>
                      <a:pt x="1214" y="1"/>
                      <a:pt x="661" y="555"/>
                      <a:pt x="661" y="1238"/>
                    </a:cubicBezTo>
                    <a:cubicBezTo>
                      <a:pt x="661" y="1847"/>
                      <a:pt x="1103" y="2352"/>
                      <a:pt x="1683" y="2454"/>
                    </a:cubicBezTo>
                    <a:lnTo>
                      <a:pt x="1683" y="8153"/>
                    </a:lnTo>
                    <a:lnTo>
                      <a:pt x="46" y="9790"/>
                    </a:lnTo>
                    <a:cubicBezTo>
                      <a:pt x="17" y="9819"/>
                      <a:pt x="1" y="9858"/>
                      <a:pt x="1" y="9899"/>
                    </a:cubicBezTo>
                    <a:lnTo>
                      <a:pt x="1" y="13697"/>
                    </a:lnTo>
                    <a:cubicBezTo>
                      <a:pt x="1" y="13738"/>
                      <a:pt x="17" y="13778"/>
                      <a:pt x="46" y="13806"/>
                    </a:cubicBezTo>
                    <a:lnTo>
                      <a:pt x="9090" y="22849"/>
                    </a:lnTo>
                    <a:cubicBezTo>
                      <a:pt x="9119" y="22879"/>
                      <a:pt x="9158" y="22894"/>
                      <a:pt x="9198" y="22894"/>
                    </a:cubicBezTo>
                    <a:cubicBezTo>
                      <a:pt x="9237" y="22894"/>
                      <a:pt x="9276" y="22879"/>
                      <a:pt x="9307" y="22849"/>
                    </a:cubicBezTo>
                    <a:cubicBezTo>
                      <a:pt x="9366" y="22790"/>
                      <a:pt x="9366" y="22692"/>
                      <a:pt x="9307" y="22631"/>
                    </a:cubicBezTo>
                    <a:lnTo>
                      <a:pt x="308" y="13634"/>
                    </a:lnTo>
                    <a:lnTo>
                      <a:pt x="308" y="9963"/>
                    </a:lnTo>
                    <a:lnTo>
                      <a:pt x="1946" y="8326"/>
                    </a:lnTo>
                    <a:cubicBezTo>
                      <a:pt x="1974" y="8297"/>
                      <a:pt x="1991" y="8258"/>
                      <a:pt x="1991" y="8217"/>
                    </a:cubicBezTo>
                    <a:lnTo>
                      <a:pt x="1991" y="2466"/>
                    </a:lnTo>
                    <a:cubicBezTo>
                      <a:pt x="2629" y="2417"/>
                      <a:pt x="3135" y="1890"/>
                      <a:pt x="3135" y="1238"/>
                    </a:cubicBezTo>
                    <a:cubicBezTo>
                      <a:pt x="3135" y="555"/>
                      <a:pt x="2580" y="1"/>
                      <a:pt x="18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33"/>
              <p:cNvSpPr/>
              <p:nvPr/>
            </p:nvSpPr>
            <p:spPr>
              <a:xfrm>
                <a:off x="5996893" y="4062429"/>
                <a:ext cx="53983" cy="53879"/>
              </a:xfrm>
              <a:custGeom>
                <a:rect b="b" l="l" r="r" t="t"/>
                <a:pathLst>
                  <a:path extrusionOk="0" h="1042" w="1044">
                    <a:moveTo>
                      <a:pt x="522" y="0"/>
                    </a:moveTo>
                    <a:cubicBezTo>
                      <a:pt x="235" y="0"/>
                      <a:pt x="1" y="233"/>
                      <a:pt x="1" y="521"/>
                    </a:cubicBezTo>
                    <a:cubicBezTo>
                      <a:pt x="1" y="809"/>
                      <a:pt x="235" y="1042"/>
                      <a:pt x="522" y="1042"/>
                    </a:cubicBezTo>
                    <a:cubicBezTo>
                      <a:pt x="811" y="1042"/>
                      <a:pt x="1043" y="809"/>
                      <a:pt x="1043" y="521"/>
                    </a:cubicBezTo>
                    <a:cubicBezTo>
                      <a:pt x="1043" y="233"/>
                      <a:pt x="81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837" name="Google Shape;1837;p33"/>
              <p:cNvGrpSpPr/>
              <p:nvPr/>
            </p:nvGrpSpPr>
            <p:grpSpPr>
              <a:xfrm>
                <a:off x="5463078" y="3878198"/>
                <a:ext cx="274737" cy="274677"/>
                <a:chOff x="1111176" y="-150810"/>
                <a:chExt cx="231748" cy="231697"/>
              </a:xfrm>
            </p:grpSpPr>
            <p:sp>
              <p:nvSpPr>
                <p:cNvPr id="1838" name="Google Shape;1838;p33"/>
                <p:cNvSpPr/>
                <p:nvPr/>
              </p:nvSpPr>
              <p:spPr>
                <a:xfrm rot="-5400000">
                  <a:off x="1187406" y="-74582"/>
                  <a:ext cx="79240" cy="79290"/>
                </a:xfrm>
                <a:custGeom>
                  <a:rect b="b" l="l" r="r" t="t"/>
                  <a:pathLst>
                    <a:path extrusionOk="0" h="1567" w="1566">
                      <a:moveTo>
                        <a:pt x="783" y="1"/>
                      </a:moveTo>
                      <a:cubicBezTo>
                        <a:pt x="350" y="1"/>
                        <a:pt x="0" y="352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6" y="1567"/>
                        <a:pt x="1565" y="1216"/>
                        <a:pt x="1565" y="784"/>
                      </a:cubicBezTo>
                      <a:cubicBezTo>
                        <a:pt x="1565" y="352"/>
                        <a:pt x="1216" y="1"/>
                        <a:pt x="7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9" name="Google Shape;1839;p33"/>
                <p:cNvSpPr/>
                <p:nvPr/>
              </p:nvSpPr>
              <p:spPr>
                <a:xfrm rot="-5400000">
                  <a:off x="1111201" y="-150836"/>
                  <a:ext cx="231697" cy="231748"/>
                </a:xfrm>
                <a:custGeom>
                  <a:rect b="b" l="l" r="r" t="t"/>
                  <a:pathLst>
                    <a:path extrusionOk="0" h="4580" w="4579">
                      <a:moveTo>
                        <a:pt x="2289" y="154"/>
                      </a:moveTo>
                      <a:cubicBezTo>
                        <a:pt x="3466" y="154"/>
                        <a:pt x="4425" y="1112"/>
                        <a:pt x="4425" y="2290"/>
                      </a:cubicBezTo>
                      <a:cubicBezTo>
                        <a:pt x="4425" y="3468"/>
                        <a:pt x="3466" y="4425"/>
                        <a:pt x="2289" y="4425"/>
                      </a:cubicBezTo>
                      <a:cubicBezTo>
                        <a:pt x="1111" y="4425"/>
                        <a:pt x="154" y="3468"/>
                        <a:pt x="154" y="2290"/>
                      </a:cubicBezTo>
                      <a:cubicBezTo>
                        <a:pt x="154" y="1113"/>
                        <a:pt x="1111" y="154"/>
                        <a:pt x="2289" y="154"/>
                      </a:cubicBezTo>
                      <a:close/>
                      <a:moveTo>
                        <a:pt x="2289" y="0"/>
                      </a:moveTo>
                      <a:cubicBezTo>
                        <a:pt x="1026" y="0"/>
                        <a:pt x="0" y="1028"/>
                        <a:pt x="0" y="2290"/>
                      </a:cubicBezTo>
                      <a:cubicBezTo>
                        <a:pt x="0" y="3552"/>
                        <a:pt x="1026" y="4579"/>
                        <a:pt x="2289" y="4579"/>
                      </a:cubicBezTo>
                      <a:cubicBezTo>
                        <a:pt x="3551" y="4579"/>
                        <a:pt x="4579" y="3552"/>
                        <a:pt x="4579" y="2290"/>
                      </a:cubicBezTo>
                      <a:cubicBezTo>
                        <a:pt x="4579" y="1028"/>
                        <a:pt x="3551" y="0"/>
                        <a:pt x="22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rotWithShape="0" algn="bl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40" name="Google Shape;1840;p33"/>
              <p:cNvSpPr/>
              <p:nvPr/>
            </p:nvSpPr>
            <p:spPr>
              <a:xfrm>
                <a:off x="5737830" y="4152868"/>
                <a:ext cx="188422" cy="1056333"/>
              </a:xfrm>
              <a:custGeom>
                <a:rect b="b" l="l" r="r" t="t"/>
                <a:pathLst>
                  <a:path extrusionOk="0" h="20429" w="3644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33"/>
              <p:cNvSpPr/>
              <p:nvPr/>
            </p:nvSpPr>
            <p:spPr>
              <a:xfrm>
                <a:off x="5835302" y="4189944"/>
                <a:ext cx="53931" cy="53931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33"/>
              <p:cNvSpPr/>
              <p:nvPr/>
            </p:nvSpPr>
            <p:spPr>
              <a:xfrm>
                <a:off x="5576031" y="4457126"/>
                <a:ext cx="138369" cy="752034"/>
              </a:xfrm>
              <a:custGeom>
                <a:rect b="b" l="l" r="r" t="t"/>
                <a:pathLst>
                  <a:path extrusionOk="0" h="14544" w="2676">
                    <a:moveTo>
                      <a:pt x="1438" y="0"/>
                    </a:moveTo>
                    <a:cubicBezTo>
                      <a:pt x="755" y="0"/>
                      <a:pt x="200" y="555"/>
                      <a:pt x="200" y="1238"/>
                    </a:cubicBezTo>
                    <a:cubicBezTo>
                      <a:pt x="200" y="1525"/>
                      <a:pt x="302" y="1786"/>
                      <a:pt x="466" y="1996"/>
                    </a:cubicBezTo>
                    <a:lnTo>
                      <a:pt x="45" y="2417"/>
                    </a:lnTo>
                    <a:cubicBezTo>
                      <a:pt x="17" y="2445"/>
                      <a:pt x="1" y="2484"/>
                      <a:pt x="1" y="2526"/>
                    </a:cubicBezTo>
                    <a:lnTo>
                      <a:pt x="1" y="8856"/>
                    </a:lnTo>
                    <a:cubicBezTo>
                      <a:pt x="1" y="8896"/>
                      <a:pt x="17" y="8935"/>
                      <a:pt x="45" y="8965"/>
                    </a:cubicBezTo>
                    <a:lnTo>
                      <a:pt x="1990" y="10908"/>
                    </a:lnTo>
                    <a:lnTo>
                      <a:pt x="1990" y="14390"/>
                    </a:lnTo>
                    <a:cubicBezTo>
                      <a:pt x="1990" y="14475"/>
                      <a:pt x="2059" y="14544"/>
                      <a:pt x="2144" y="14544"/>
                    </a:cubicBezTo>
                    <a:cubicBezTo>
                      <a:pt x="2229" y="14544"/>
                      <a:pt x="2297" y="14475"/>
                      <a:pt x="2297" y="14390"/>
                    </a:cubicBezTo>
                    <a:lnTo>
                      <a:pt x="2297" y="10846"/>
                    </a:lnTo>
                    <a:cubicBezTo>
                      <a:pt x="2297" y="10804"/>
                      <a:pt x="2281" y="10765"/>
                      <a:pt x="2253" y="10737"/>
                    </a:cubicBezTo>
                    <a:lnTo>
                      <a:pt x="308" y="8792"/>
                    </a:lnTo>
                    <a:lnTo>
                      <a:pt x="308" y="2589"/>
                    </a:lnTo>
                    <a:lnTo>
                      <a:pt x="684" y="2213"/>
                    </a:lnTo>
                    <a:lnTo>
                      <a:pt x="685" y="2213"/>
                    </a:lnTo>
                    <a:cubicBezTo>
                      <a:pt x="894" y="2375"/>
                      <a:pt x="1153" y="2475"/>
                      <a:pt x="1438" y="2475"/>
                    </a:cubicBezTo>
                    <a:cubicBezTo>
                      <a:pt x="2121" y="2475"/>
                      <a:pt x="2676" y="1921"/>
                      <a:pt x="2676" y="1238"/>
                    </a:cubicBezTo>
                    <a:cubicBezTo>
                      <a:pt x="2676" y="555"/>
                      <a:pt x="2121" y="0"/>
                      <a:pt x="1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33"/>
              <p:cNvSpPr/>
              <p:nvPr/>
            </p:nvSpPr>
            <p:spPr>
              <a:xfrm>
                <a:off x="5623397" y="4494150"/>
                <a:ext cx="53983" cy="53983"/>
              </a:xfrm>
              <a:custGeom>
                <a:rect b="b" l="l" r="r" t="t"/>
                <a:pathLst>
                  <a:path extrusionOk="0" h="1044" w="1044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09"/>
                      <a:pt x="235" y="1044"/>
                      <a:pt x="522" y="1044"/>
                    </a:cubicBezTo>
                    <a:cubicBezTo>
                      <a:pt x="809" y="1044"/>
                      <a:pt x="1043" y="809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33"/>
              <p:cNvSpPr/>
              <p:nvPr/>
            </p:nvSpPr>
            <p:spPr>
              <a:xfrm>
                <a:off x="5815394" y="4613081"/>
                <a:ext cx="236820" cy="236769"/>
              </a:xfrm>
              <a:custGeom>
                <a:rect b="b" l="l" r="r" t="t"/>
                <a:pathLst>
                  <a:path extrusionOk="0" h="4579" w="458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33"/>
              <p:cNvSpPr/>
              <p:nvPr/>
            </p:nvSpPr>
            <p:spPr>
              <a:xfrm>
                <a:off x="5893320" y="4690956"/>
                <a:ext cx="80974" cy="81026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46" name="Google Shape;1846;p33"/>
          <p:cNvGrpSpPr/>
          <p:nvPr/>
        </p:nvGrpSpPr>
        <p:grpSpPr>
          <a:xfrm>
            <a:off x="488002" y="593782"/>
            <a:ext cx="8366378" cy="4301138"/>
            <a:chOff x="488002" y="593782"/>
            <a:chExt cx="8366378" cy="4301138"/>
          </a:xfrm>
        </p:grpSpPr>
        <p:grpSp>
          <p:nvGrpSpPr>
            <p:cNvPr id="1847" name="Google Shape;1847;p33"/>
            <p:cNvGrpSpPr/>
            <p:nvPr/>
          </p:nvGrpSpPr>
          <p:grpSpPr>
            <a:xfrm flipH="1">
              <a:off x="488002" y="593782"/>
              <a:ext cx="327473" cy="1061849"/>
              <a:chOff x="8367510" y="593782"/>
              <a:chExt cx="327473" cy="1061849"/>
            </a:xfrm>
          </p:grpSpPr>
          <p:sp>
            <p:nvSpPr>
              <p:cNvPr id="1848" name="Google Shape;1848;p33"/>
              <p:cNvSpPr/>
              <p:nvPr/>
            </p:nvSpPr>
            <p:spPr>
              <a:xfrm flipH="1" rot="-5400000">
                <a:off x="8367510" y="593782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33"/>
              <p:cNvSpPr/>
              <p:nvPr/>
            </p:nvSpPr>
            <p:spPr>
              <a:xfrm flipH="1" rot="-5400000">
                <a:off x="8457484" y="683756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33"/>
              <p:cNvSpPr/>
              <p:nvPr/>
            </p:nvSpPr>
            <p:spPr>
              <a:xfrm flipH="1" rot="-5400000">
                <a:off x="8545028" y="771248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33"/>
              <p:cNvSpPr/>
              <p:nvPr/>
            </p:nvSpPr>
            <p:spPr>
              <a:xfrm flipH="1" rot="-5400000">
                <a:off x="8461362" y="1422010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0"/>
                    </a:moveTo>
                    <a:cubicBezTo>
                      <a:pt x="243" y="0"/>
                      <a:pt x="1" y="243"/>
                      <a:pt x="1" y="543"/>
                    </a:cubicBezTo>
                    <a:cubicBezTo>
                      <a:pt x="1" y="842"/>
                      <a:pt x="243" y="1084"/>
                      <a:pt x="543" y="1084"/>
                    </a:cubicBezTo>
                    <a:cubicBezTo>
                      <a:pt x="842" y="1084"/>
                      <a:pt x="1085" y="842"/>
                      <a:pt x="1085" y="543"/>
                    </a:cubicBezTo>
                    <a:cubicBezTo>
                      <a:pt x="1085" y="243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33"/>
              <p:cNvSpPr/>
              <p:nvPr/>
            </p:nvSpPr>
            <p:spPr>
              <a:xfrm flipH="1" rot="-5400000">
                <a:off x="8551337" y="1511984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3" y="1084"/>
                      <a:pt x="1085" y="842"/>
                      <a:pt x="1085" y="542"/>
                    </a:cubicBezTo>
                    <a:cubicBezTo>
                      <a:pt x="1085" y="243"/>
                      <a:pt x="843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33"/>
              <p:cNvSpPr/>
              <p:nvPr/>
            </p:nvSpPr>
            <p:spPr>
              <a:xfrm flipH="1" rot="-5400000">
                <a:off x="8638881" y="1599528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1" y="1084"/>
                      <a:pt x="1085" y="842"/>
                      <a:pt x="1085" y="542"/>
                    </a:cubicBezTo>
                    <a:cubicBezTo>
                      <a:pt x="1085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4" name="Google Shape;1854;p33"/>
            <p:cNvGrpSpPr/>
            <p:nvPr/>
          </p:nvGrpSpPr>
          <p:grpSpPr>
            <a:xfrm flipH="1">
              <a:off x="8152399" y="4661300"/>
              <a:ext cx="233569" cy="233621"/>
              <a:chOff x="6183667" y="4661300"/>
              <a:chExt cx="233569" cy="233621"/>
            </a:xfrm>
          </p:grpSpPr>
          <p:sp>
            <p:nvSpPr>
              <p:cNvPr id="1855" name="Google Shape;1855;p33"/>
              <p:cNvSpPr/>
              <p:nvPr/>
            </p:nvSpPr>
            <p:spPr>
              <a:xfrm>
                <a:off x="6183667" y="4661300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6" name="Google Shape;1856;p33"/>
              <p:cNvSpPr/>
              <p:nvPr/>
            </p:nvSpPr>
            <p:spPr>
              <a:xfrm>
                <a:off x="6273642" y="4751274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33"/>
              <p:cNvSpPr/>
              <p:nvPr/>
            </p:nvSpPr>
            <p:spPr>
              <a:xfrm>
                <a:off x="6361134" y="4838818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8" name="Google Shape;1858;p33"/>
            <p:cNvGrpSpPr/>
            <p:nvPr/>
          </p:nvGrpSpPr>
          <p:grpSpPr>
            <a:xfrm flipH="1">
              <a:off x="8620811" y="3644575"/>
              <a:ext cx="233569" cy="233621"/>
              <a:chOff x="6183667" y="4661300"/>
              <a:chExt cx="233569" cy="233621"/>
            </a:xfrm>
          </p:grpSpPr>
          <p:sp>
            <p:nvSpPr>
              <p:cNvPr id="1859" name="Google Shape;1859;p33"/>
              <p:cNvSpPr/>
              <p:nvPr/>
            </p:nvSpPr>
            <p:spPr>
              <a:xfrm>
                <a:off x="6183667" y="4661300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33"/>
              <p:cNvSpPr/>
              <p:nvPr/>
            </p:nvSpPr>
            <p:spPr>
              <a:xfrm>
                <a:off x="6273642" y="4751274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33"/>
              <p:cNvSpPr/>
              <p:nvPr/>
            </p:nvSpPr>
            <p:spPr>
              <a:xfrm>
                <a:off x="6361134" y="4838818"/>
                <a:ext cx="56103" cy="56103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62" name="Google Shape;1862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4" name="Google Shape;1864;p34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5" name="Google Shape;1865;p34"/>
          <p:cNvGrpSpPr/>
          <p:nvPr/>
        </p:nvGrpSpPr>
        <p:grpSpPr>
          <a:xfrm>
            <a:off x="158650" y="116591"/>
            <a:ext cx="8822200" cy="4935749"/>
            <a:chOff x="158650" y="116591"/>
            <a:chExt cx="8822200" cy="4935749"/>
          </a:xfrm>
        </p:grpSpPr>
        <p:grpSp>
          <p:nvGrpSpPr>
            <p:cNvPr id="1866" name="Google Shape;1866;p34"/>
            <p:cNvGrpSpPr/>
            <p:nvPr/>
          </p:nvGrpSpPr>
          <p:grpSpPr>
            <a:xfrm>
              <a:off x="713225" y="268300"/>
              <a:ext cx="1344400" cy="271200"/>
              <a:chOff x="3686625" y="4603950"/>
              <a:chExt cx="1344400" cy="271200"/>
            </a:xfrm>
          </p:grpSpPr>
          <p:sp>
            <p:nvSpPr>
              <p:cNvPr id="1867" name="Google Shape;1867;p34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8" name="Google Shape;1868;p34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34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34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34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72" name="Google Shape;1872;p34"/>
            <p:cNvGrpSpPr/>
            <p:nvPr/>
          </p:nvGrpSpPr>
          <p:grpSpPr>
            <a:xfrm flipH="1" rot="10800000">
              <a:off x="158650" y="4066400"/>
              <a:ext cx="2268450" cy="985940"/>
              <a:chOff x="100325" y="196110"/>
              <a:chExt cx="2268450" cy="985940"/>
            </a:xfrm>
          </p:grpSpPr>
          <p:sp>
            <p:nvSpPr>
              <p:cNvPr id="1873" name="Google Shape;1873;p34"/>
              <p:cNvSpPr/>
              <p:nvPr/>
            </p:nvSpPr>
            <p:spPr>
              <a:xfrm>
                <a:off x="243516" y="71263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34"/>
              <p:cNvSpPr/>
              <p:nvPr/>
            </p:nvSpPr>
            <p:spPr>
              <a:xfrm>
                <a:off x="100325" y="569450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5" name="Google Shape;1875;p34"/>
              <p:cNvSpPr/>
              <p:nvPr/>
            </p:nvSpPr>
            <p:spPr>
              <a:xfrm>
                <a:off x="1951775" y="196110"/>
                <a:ext cx="417000" cy="4167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6" name="Google Shape;1876;p34"/>
              <p:cNvSpPr/>
              <p:nvPr/>
            </p:nvSpPr>
            <p:spPr>
              <a:xfrm rot="-5400000">
                <a:off x="1140145" y="-98990"/>
                <a:ext cx="326396" cy="1296862"/>
              </a:xfrm>
              <a:custGeom>
                <a:rect b="b" l="l" r="r" t="t"/>
                <a:pathLst>
                  <a:path extrusionOk="0" h="14717" w="3704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77" name="Google Shape;1877;p34"/>
            <p:cNvGrpSpPr/>
            <p:nvPr/>
          </p:nvGrpSpPr>
          <p:grpSpPr>
            <a:xfrm>
              <a:off x="5688834" y="116591"/>
              <a:ext cx="3292016" cy="834014"/>
              <a:chOff x="5744884" y="4297691"/>
              <a:chExt cx="3292016" cy="834014"/>
            </a:xfrm>
          </p:grpSpPr>
          <p:sp>
            <p:nvSpPr>
              <p:cNvPr id="1878" name="Google Shape;1878;p34"/>
              <p:cNvSpPr/>
              <p:nvPr/>
            </p:nvSpPr>
            <p:spPr>
              <a:xfrm flipH="1">
                <a:off x="6071264" y="4604000"/>
                <a:ext cx="2358631" cy="394498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9" name="Google Shape;1879;p34"/>
              <p:cNvSpPr/>
              <p:nvPr/>
            </p:nvSpPr>
            <p:spPr>
              <a:xfrm>
                <a:off x="8424000" y="4297691"/>
                <a:ext cx="612900" cy="612600"/>
              </a:xfrm>
              <a:prstGeom prst="donut">
                <a:avLst>
                  <a:gd fmla="val 10906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0" name="Google Shape;1880;p34"/>
              <p:cNvSpPr/>
              <p:nvPr/>
            </p:nvSpPr>
            <p:spPr>
              <a:xfrm>
                <a:off x="5744884" y="4805305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1" name="Google Shape;1881;p34"/>
            <p:cNvGrpSpPr/>
            <p:nvPr/>
          </p:nvGrpSpPr>
          <p:grpSpPr>
            <a:xfrm rot="-5400000">
              <a:off x="7963500" y="4015075"/>
              <a:ext cx="1439100" cy="504550"/>
              <a:chOff x="2539675" y="122850"/>
              <a:chExt cx="1439100" cy="504550"/>
            </a:xfrm>
          </p:grpSpPr>
          <p:sp>
            <p:nvSpPr>
              <p:cNvPr id="1882" name="Google Shape;1882;p34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3" name="Google Shape;1883;p34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fmla="val 50000" name="adj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84" name="Google Shape;1884;p34"/>
          <p:cNvGrpSpPr/>
          <p:nvPr/>
        </p:nvGrpSpPr>
        <p:grpSpPr>
          <a:xfrm>
            <a:off x="107271" y="-51901"/>
            <a:ext cx="8958929" cy="5195381"/>
            <a:chOff x="107271" y="-51901"/>
            <a:chExt cx="8958929" cy="5195381"/>
          </a:xfrm>
        </p:grpSpPr>
        <p:grpSp>
          <p:nvGrpSpPr>
            <p:cNvPr id="1885" name="Google Shape;1885;p34"/>
            <p:cNvGrpSpPr/>
            <p:nvPr/>
          </p:nvGrpSpPr>
          <p:grpSpPr>
            <a:xfrm>
              <a:off x="8555518" y="-51901"/>
              <a:ext cx="510681" cy="1614501"/>
              <a:chOff x="8555518" y="-51901"/>
              <a:chExt cx="510681" cy="1614501"/>
            </a:xfrm>
          </p:grpSpPr>
          <p:sp>
            <p:nvSpPr>
              <p:cNvPr id="1886" name="Google Shape;1886;p34"/>
              <p:cNvSpPr/>
              <p:nvPr/>
            </p:nvSpPr>
            <p:spPr>
              <a:xfrm rot="5400000">
                <a:off x="8470563" y="373037"/>
                <a:ext cx="1020574" cy="170698"/>
              </a:xfrm>
              <a:custGeom>
                <a:rect b="b" l="l" r="r" t="t"/>
                <a:pathLst>
                  <a:path extrusionOk="0" h="2786" w="16657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34"/>
              <p:cNvSpPr/>
              <p:nvPr/>
            </p:nvSpPr>
            <p:spPr>
              <a:xfrm rot="5400000">
                <a:off x="7989565" y="577158"/>
                <a:ext cx="1499216" cy="241097"/>
              </a:xfrm>
              <a:custGeom>
                <a:rect b="b" l="l" r="r" t="t"/>
                <a:pathLst>
                  <a:path extrusionOk="0" h="3935" w="24469">
                    <a:moveTo>
                      <a:pt x="20637" y="1"/>
                    </a:moveTo>
                    <a:cubicBezTo>
                      <a:pt x="20596" y="1"/>
                      <a:pt x="20557" y="17"/>
                      <a:pt x="20529" y="47"/>
                    </a:cubicBezTo>
                    <a:lnTo>
                      <a:pt x="16947" y="3627"/>
                    </a:lnTo>
                    <a:lnTo>
                      <a:pt x="6092" y="3627"/>
                    </a:lnTo>
                    <a:lnTo>
                      <a:pt x="4400" y="1936"/>
                    </a:lnTo>
                    <a:cubicBezTo>
                      <a:pt x="4372" y="1907"/>
                      <a:pt x="4332" y="1891"/>
                      <a:pt x="4291" y="1891"/>
                    </a:cubicBezTo>
                    <a:lnTo>
                      <a:pt x="154" y="1891"/>
                    </a:lnTo>
                    <a:cubicBezTo>
                      <a:pt x="69" y="1891"/>
                      <a:pt x="0" y="1959"/>
                      <a:pt x="0" y="2045"/>
                    </a:cubicBezTo>
                    <a:cubicBezTo>
                      <a:pt x="0" y="2130"/>
                      <a:pt x="69" y="2198"/>
                      <a:pt x="154" y="2198"/>
                    </a:cubicBezTo>
                    <a:lnTo>
                      <a:pt x="4227" y="2198"/>
                    </a:lnTo>
                    <a:lnTo>
                      <a:pt x="5919" y="3890"/>
                    </a:lnTo>
                    <a:cubicBezTo>
                      <a:pt x="5949" y="3918"/>
                      <a:pt x="5988" y="3935"/>
                      <a:pt x="6028" y="3935"/>
                    </a:cubicBezTo>
                    <a:lnTo>
                      <a:pt x="17010" y="3935"/>
                    </a:lnTo>
                    <a:cubicBezTo>
                      <a:pt x="17051" y="3935"/>
                      <a:pt x="17090" y="3918"/>
                      <a:pt x="17119" y="3890"/>
                    </a:cubicBezTo>
                    <a:lnTo>
                      <a:pt x="20701" y="308"/>
                    </a:lnTo>
                    <a:lnTo>
                      <a:pt x="24315" y="308"/>
                    </a:lnTo>
                    <a:cubicBezTo>
                      <a:pt x="24400" y="308"/>
                      <a:pt x="24469" y="239"/>
                      <a:pt x="24469" y="154"/>
                    </a:cubicBezTo>
                    <a:cubicBezTo>
                      <a:pt x="24469" y="70"/>
                      <a:pt x="24400" y="1"/>
                      <a:pt x="243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8" name="Google Shape;1888;p34"/>
              <p:cNvSpPr/>
              <p:nvPr/>
            </p:nvSpPr>
            <p:spPr>
              <a:xfrm rot="5400000">
                <a:off x="8856964" y="387949"/>
                <a:ext cx="95949" cy="95949"/>
              </a:xfrm>
              <a:custGeom>
                <a:rect b="b" l="l" r="r" t="t"/>
                <a:pathLst>
                  <a:path extrusionOk="0" h="1566" w="1566">
                    <a:moveTo>
                      <a:pt x="783" y="0"/>
                    </a:moveTo>
                    <a:cubicBezTo>
                      <a:pt x="350" y="0"/>
                      <a:pt x="0" y="350"/>
                      <a:pt x="0" y="783"/>
                    </a:cubicBezTo>
                    <a:cubicBezTo>
                      <a:pt x="0" y="1215"/>
                      <a:pt x="350" y="1565"/>
                      <a:pt x="783" y="1565"/>
                    </a:cubicBezTo>
                    <a:cubicBezTo>
                      <a:pt x="1216" y="1565"/>
                      <a:pt x="1566" y="1215"/>
                      <a:pt x="1566" y="783"/>
                    </a:cubicBezTo>
                    <a:cubicBezTo>
                      <a:pt x="1566" y="350"/>
                      <a:pt x="1216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34"/>
              <p:cNvSpPr/>
              <p:nvPr/>
            </p:nvSpPr>
            <p:spPr>
              <a:xfrm rot="5400000">
                <a:off x="8764659" y="295647"/>
                <a:ext cx="280555" cy="280617"/>
              </a:xfrm>
              <a:custGeom>
                <a:rect b="b" l="l" r="r" t="t"/>
                <a:pathLst>
                  <a:path extrusionOk="0" h="4580" w="4579">
                    <a:moveTo>
                      <a:pt x="2289" y="155"/>
                    </a:moveTo>
                    <a:cubicBezTo>
                      <a:pt x="3466" y="155"/>
                      <a:pt x="4425" y="1112"/>
                      <a:pt x="4425" y="2290"/>
                    </a:cubicBezTo>
                    <a:cubicBezTo>
                      <a:pt x="4425" y="3467"/>
                      <a:pt x="3466" y="4426"/>
                      <a:pt x="2289" y="4426"/>
                    </a:cubicBezTo>
                    <a:cubicBezTo>
                      <a:pt x="1112" y="4426"/>
                      <a:pt x="154" y="3467"/>
                      <a:pt x="154" y="2290"/>
                    </a:cubicBezTo>
                    <a:cubicBezTo>
                      <a:pt x="154" y="1112"/>
                      <a:pt x="1112" y="155"/>
                      <a:pt x="2289" y="155"/>
                    </a:cubicBezTo>
                    <a:close/>
                    <a:moveTo>
                      <a:pt x="2289" y="1"/>
                    </a:moveTo>
                    <a:cubicBezTo>
                      <a:pt x="1026" y="1"/>
                      <a:pt x="0" y="1028"/>
                      <a:pt x="0" y="2290"/>
                    </a:cubicBezTo>
                    <a:cubicBezTo>
                      <a:pt x="0" y="3552"/>
                      <a:pt x="1026" y="4580"/>
                      <a:pt x="2289" y="4580"/>
                    </a:cubicBezTo>
                    <a:cubicBezTo>
                      <a:pt x="3552" y="4580"/>
                      <a:pt x="4579" y="3552"/>
                      <a:pt x="4579" y="2290"/>
                    </a:cubicBezTo>
                    <a:cubicBezTo>
                      <a:pt x="4579" y="1028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0" name="Google Shape;1890;p34"/>
              <p:cNvSpPr/>
              <p:nvPr/>
            </p:nvSpPr>
            <p:spPr>
              <a:xfrm rot="5400000">
                <a:off x="8802250" y="1171640"/>
                <a:ext cx="96010" cy="96010"/>
              </a:xfrm>
              <a:custGeom>
                <a:rect b="b" l="l" r="r" t="t"/>
                <a:pathLst>
                  <a:path extrusionOk="0" h="1567" w="1567">
                    <a:moveTo>
                      <a:pt x="784" y="1"/>
                    </a:moveTo>
                    <a:cubicBezTo>
                      <a:pt x="352" y="1"/>
                      <a:pt x="1" y="352"/>
                      <a:pt x="1" y="783"/>
                    </a:cubicBezTo>
                    <a:cubicBezTo>
                      <a:pt x="1" y="1216"/>
                      <a:pt x="352" y="1567"/>
                      <a:pt x="784" y="1567"/>
                    </a:cubicBezTo>
                    <a:cubicBezTo>
                      <a:pt x="1216" y="1567"/>
                      <a:pt x="1567" y="1216"/>
                      <a:pt x="1567" y="783"/>
                    </a:cubicBezTo>
                    <a:cubicBezTo>
                      <a:pt x="1567" y="352"/>
                      <a:pt x="1216" y="1"/>
                      <a:pt x="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34"/>
              <p:cNvSpPr/>
              <p:nvPr/>
            </p:nvSpPr>
            <p:spPr>
              <a:xfrm rot="5400000">
                <a:off x="8709915" y="1079369"/>
                <a:ext cx="280617" cy="280617"/>
              </a:xfrm>
              <a:custGeom>
                <a:rect b="b" l="l" r="r" t="t"/>
                <a:pathLst>
                  <a:path extrusionOk="0" h="4580" w="4580">
                    <a:moveTo>
                      <a:pt x="2290" y="154"/>
                    </a:moveTo>
                    <a:cubicBezTo>
                      <a:pt x="3468" y="154"/>
                      <a:pt x="4425" y="1112"/>
                      <a:pt x="4425" y="2289"/>
                    </a:cubicBezTo>
                    <a:cubicBezTo>
                      <a:pt x="4425" y="3468"/>
                      <a:pt x="3468" y="4425"/>
                      <a:pt x="2290" y="4425"/>
                    </a:cubicBezTo>
                    <a:cubicBezTo>
                      <a:pt x="1113" y="4425"/>
                      <a:pt x="154" y="3468"/>
                      <a:pt x="154" y="2289"/>
                    </a:cubicBezTo>
                    <a:cubicBezTo>
                      <a:pt x="154" y="1112"/>
                      <a:pt x="1113" y="154"/>
                      <a:pt x="2290" y="154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0" y="1028"/>
                      <a:pt x="0" y="2289"/>
                    </a:cubicBezTo>
                    <a:cubicBezTo>
                      <a:pt x="0" y="3552"/>
                      <a:pt x="1028" y="4579"/>
                      <a:pt x="2290" y="4579"/>
                    </a:cubicBezTo>
                    <a:cubicBezTo>
                      <a:pt x="3553" y="4579"/>
                      <a:pt x="4579" y="3552"/>
                      <a:pt x="4579" y="2289"/>
                    </a:cubicBezTo>
                    <a:cubicBezTo>
                      <a:pt x="4579" y="1028"/>
                      <a:pt x="3552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34"/>
              <p:cNvSpPr/>
              <p:nvPr/>
            </p:nvSpPr>
            <p:spPr>
              <a:xfrm rot="5400000">
                <a:off x="8555518" y="748211"/>
                <a:ext cx="145087" cy="145087"/>
              </a:xfrm>
              <a:custGeom>
                <a:rect b="b" l="l" r="r" t="t"/>
                <a:pathLst>
                  <a:path extrusionOk="0" h="2368" w="2368">
                    <a:moveTo>
                      <a:pt x="1184" y="154"/>
                    </a:moveTo>
                    <a:cubicBezTo>
                      <a:pt x="1751" y="154"/>
                      <a:pt x="2214" y="617"/>
                      <a:pt x="2214" y="1184"/>
                    </a:cubicBezTo>
                    <a:cubicBezTo>
                      <a:pt x="2214" y="1752"/>
                      <a:pt x="1751" y="2214"/>
                      <a:pt x="1184" y="2214"/>
                    </a:cubicBezTo>
                    <a:cubicBezTo>
                      <a:pt x="616" y="2214"/>
                      <a:pt x="155" y="1752"/>
                      <a:pt x="155" y="1184"/>
                    </a:cubicBezTo>
                    <a:cubicBezTo>
                      <a:pt x="155" y="617"/>
                      <a:pt x="616" y="154"/>
                      <a:pt x="1184" y="154"/>
                    </a:cubicBezTo>
                    <a:close/>
                    <a:moveTo>
                      <a:pt x="1184" y="1"/>
                    </a:moveTo>
                    <a:cubicBezTo>
                      <a:pt x="531" y="1"/>
                      <a:pt x="1" y="532"/>
                      <a:pt x="1" y="1184"/>
                    </a:cubicBezTo>
                    <a:cubicBezTo>
                      <a:pt x="1" y="1837"/>
                      <a:pt x="531" y="2368"/>
                      <a:pt x="1184" y="2368"/>
                    </a:cubicBezTo>
                    <a:cubicBezTo>
                      <a:pt x="1836" y="2368"/>
                      <a:pt x="2367" y="1837"/>
                      <a:pt x="2367" y="1184"/>
                    </a:cubicBezTo>
                    <a:cubicBezTo>
                      <a:pt x="2367" y="532"/>
                      <a:pt x="1836" y="1"/>
                      <a:pt x="11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3" name="Google Shape;1893;p34"/>
              <p:cNvSpPr/>
              <p:nvPr/>
            </p:nvSpPr>
            <p:spPr>
              <a:xfrm rot="5400000">
                <a:off x="8829085" y="883431"/>
                <a:ext cx="151643" cy="151643"/>
              </a:xfrm>
              <a:custGeom>
                <a:rect b="b" l="l" r="r" t="t"/>
                <a:pathLst>
                  <a:path extrusionOk="0" h="2475" w="2475">
                    <a:moveTo>
                      <a:pt x="1237" y="0"/>
                    </a:moveTo>
                    <a:cubicBezTo>
                      <a:pt x="554" y="0"/>
                      <a:pt x="1" y="553"/>
                      <a:pt x="1" y="1237"/>
                    </a:cubicBezTo>
                    <a:cubicBezTo>
                      <a:pt x="1" y="1920"/>
                      <a:pt x="554" y="2474"/>
                      <a:pt x="1237" y="2474"/>
                    </a:cubicBezTo>
                    <a:cubicBezTo>
                      <a:pt x="1922" y="2474"/>
                      <a:pt x="2475" y="1920"/>
                      <a:pt x="2475" y="1237"/>
                    </a:cubicBezTo>
                    <a:cubicBezTo>
                      <a:pt x="2475" y="553"/>
                      <a:pt x="1922" y="0"/>
                      <a:pt x="12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4" name="Google Shape;1894;p34"/>
              <p:cNvSpPr/>
              <p:nvPr/>
            </p:nvSpPr>
            <p:spPr>
              <a:xfrm rot="5400000">
                <a:off x="8873016" y="927300"/>
                <a:ext cx="63843" cy="63966"/>
              </a:xfrm>
              <a:custGeom>
                <a:rect b="b" l="l" r="r" t="t"/>
                <a:pathLst>
                  <a:path extrusionOk="0" h="1044" w="1042">
                    <a:moveTo>
                      <a:pt x="520" y="0"/>
                    </a:moveTo>
                    <a:cubicBezTo>
                      <a:pt x="233" y="0"/>
                      <a:pt x="0" y="234"/>
                      <a:pt x="0" y="522"/>
                    </a:cubicBezTo>
                    <a:cubicBezTo>
                      <a:pt x="0" y="810"/>
                      <a:pt x="233" y="1043"/>
                      <a:pt x="520" y="1043"/>
                    </a:cubicBezTo>
                    <a:cubicBezTo>
                      <a:pt x="809" y="1043"/>
                      <a:pt x="1042" y="810"/>
                      <a:pt x="1042" y="522"/>
                    </a:cubicBezTo>
                    <a:cubicBezTo>
                      <a:pt x="1042" y="234"/>
                      <a:pt x="809" y="0"/>
                      <a:pt x="5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5" name="Google Shape;1895;p34"/>
              <p:cNvSpPr/>
              <p:nvPr/>
            </p:nvSpPr>
            <p:spPr>
              <a:xfrm rot="5400000">
                <a:off x="8774433" y="1410957"/>
                <a:ext cx="151643" cy="151643"/>
              </a:xfrm>
              <a:custGeom>
                <a:rect b="b" l="l" r="r" t="t"/>
                <a:pathLst>
                  <a:path extrusionOk="0" h="2475" w="2475">
                    <a:moveTo>
                      <a:pt x="1238" y="1"/>
                    </a:moveTo>
                    <a:cubicBezTo>
                      <a:pt x="555" y="1"/>
                      <a:pt x="0" y="554"/>
                      <a:pt x="0" y="1237"/>
                    </a:cubicBezTo>
                    <a:cubicBezTo>
                      <a:pt x="0" y="1921"/>
                      <a:pt x="555" y="2475"/>
                      <a:pt x="1238" y="2475"/>
                    </a:cubicBezTo>
                    <a:cubicBezTo>
                      <a:pt x="1922" y="2475"/>
                      <a:pt x="2475" y="1921"/>
                      <a:pt x="2475" y="1237"/>
                    </a:cubicBezTo>
                    <a:cubicBezTo>
                      <a:pt x="2475" y="554"/>
                      <a:pt x="1922" y="1"/>
                      <a:pt x="12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6" name="Google Shape;1896;p34"/>
              <p:cNvSpPr/>
              <p:nvPr/>
            </p:nvSpPr>
            <p:spPr>
              <a:xfrm rot="5400000">
                <a:off x="8818272" y="1454856"/>
                <a:ext cx="63905" cy="63843"/>
              </a:xfrm>
              <a:custGeom>
                <a:rect b="b" l="l" r="r" t="t"/>
                <a:pathLst>
                  <a:path extrusionOk="0" h="1042" w="1043">
                    <a:moveTo>
                      <a:pt x="522" y="0"/>
                    </a:moveTo>
                    <a:cubicBezTo>
                      <a:pt x="234" y="0"/>
                      <a:pt x="1" y="233"/>
                      <a:pt x="1" y="520"/>
                    </a:cubicBezTo>
                    <a:cubicBezTo>
                      <a:pt x="1" y="809"/>
                      <a:pt x="234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7" name="Google Shape;1897;p34"/>
            <p:cNvGrpSpPr/>
            <p:nvPr/>
          </p:nvGrpSpPr>
          <p:grpSpPr>
            <a:xfrm>
              <a:off x="107271" y="3767598"/>
              <a:ext cx="419518" cy="1375882"/>
              <a:chOff x="107271" y="3767598"/>
              <a:chExt cx="419518" cy="1375882"/>
            </a:xfrm>
          </p:grpSpPr>
          <p:sp>
            <p:nvSpPr>
              <p:cNvPr id="1898" name="Google Shape;1898;p34"/>
              <p:cNvSpPr/>
              <p:nvPr/>
            </p:nvSpPr>
            <p:spPr>
              <a:xfrm>
                <a:off x="326305" y="4019527"/>
                <a:ext cx="200484" cy="1123953"/>
              </a:xfrm>
              <a:custGeom>
                <a:rect b="b" l="l" r="r" t="t"/>
                <a:pathLst>
                  <a:path extrusionOk="0" h="20429" w="3644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34"/>
              <p:cNvSpPr/>
              <p:nvPr/>
            </p:nvSpPr>
            <p:spPr>
              <a:xfrm>
                <a:off x="430016" y="4058976"/>
                <a:ext cx="57383" cy="57383"/>
              </a:xfrm>
              <a:custGeom>
                <a:rect b="b" l="l" r="r" t="t"/>
                <a:pathLst>
                  <a:path extrusionOk="0" h="1043" w="1043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0" name="Google Shape;1900;p34"/>
              <p:cNvSpPr/>
              <p:nvPr/>
            </p:nvSpPr>
            <p:spPr>
              <a:xfrm>
                <a:off x="154150" y="4343260"/>
                <a:ext cx="147227" cy="800175"/>
              </a:xfrm>
              <a:custGeom>
                <a:rect b="b" l="l" r="r" t="t"/>
                <a:pathLst>
                  <a:path extrusionOk="0" h="14544" w="2676">
                    <a:moveTo>
                      <a:pt x="1438" y="0"/>
                    </a:moveTo>
                    <a:cubicBezTo>
                      <a:pt x="755" y="0"/>
                      <a:pt x="200" y="555"/>
                      <a:pt x="200" y="1238"/>
                    </a:cubicBezTo>
                    <a:cubicBezTo>
                      <a:pt x="200" y="1525"/>
                      <a:pt x="302" y="1786"/>
                      <a:pt x="466" y="1996"/>
                    </a:cubicBezTo>
                    <a:lnTo>
                      <a:pt x="45" y="2417"/>
                    </a:lnTo>
                    <a:cubicBezTo>
                      <a:pt x="17" y="2445"/>
                      <a:pt x="1" y="2484"/>
                      <a:pt x="1" y="2526"/>
                    </a:cubicBezTo>
                    <a:lnTo>
                      <a:pt x="1" y="8856"/>
                    </a:lnTo>
                    <a:cubicBezTo>
                      <a:pt x="1" y="8896"/>
                      <a:pt x="17" y="8935"/>
                      <a:pt x="45" y="8965"/>
                    </a:cubicBezTo>
                    <a:lnTo>
                      <a:pt x="1990" y="10908"/>
                    </a:lnTo>
                    <a:lnTo>
                      <a:pt x="1990" y="14390"/>
                    </a:lnTo>
                    <a:cubicBezTo>
                      <a:pt x="1990" y="14475"/>
                      <a:pt x="2059" y="14544"/>
                      <a:pt x="2144" y="14544"/>
                    </a:cubicBezTo>
                    <a:cubicBezTo>
                      <a:pt x="2229" y="14544"/>
                      <a:pt x="2297" y="14475"/>
                      <a:pt x="2297" y="14390"/>
                    </a:cubicBezTo>
                    <a:lnTo>
                      <a:pt x="2297" y="10846"/>
                    </a:lnTo>
                    <a:cubicBezTo>
                      <a:pt x="2297" y="10804"/>
                      <a:pt x="2281" y="10765"/>
                      <a:pt x="2253" y="10737"/>
                    </a:cubicBezTo>
                    <a:lnTo>
                      <a:pt x="308" y="8792"/>
                    </a:lnTo>
                    <a:lnTo>
                      <a:pt x="308" y="2589"/>
                    </a:lnTo>
                    <a:lnTo>
                      <a:pt x="684" y="2213"/>
                    </a:lnTo>
                    <a:lnTo>
                      <a:pt x="685" y="2213"/>
                    </a:lnTo>
                    <a:cubicBezTo>
                      <a:pt x="894" y="2375"/>
                      <a:pt x="1153" y="2475"/>
                      <a:pt x="1438" y="2475"/>
                    </a:cubicBezTo>
                    <a:cubicBezTo>
                      <a:pt x="2121" y="2475"/>
                      <a:pt x="2676" y="1921"/>
                      <a:pt x="2676" y="1238"/>
                    </a:cubicBezTo>
                    <a:cubicBezTo>
                      <a:pt x="2676" y="555"/>
                      <a:pt x="2121" y="0"/>
                      <a:pt x="1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34"/>
              <p:cNvSpPr/>
              <p:nvPr/>
            </p:nvSpPr>
            <p:spPr>
              <a:xfrm>
                <a:off x="204547" y="4382654"/>
                <a:ext cx="57438" cy="57438"/>
              </a:xfrm>
              <a:custGeom>
                <a:rect b="b" l="l" r="r" t="t"/>
                <a:pathLst>
                  <a:path extrusionOk="0" h="1044" w="1044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09"/>
                      <a:pt x="235" y="1044"/>
                      <a:pt x="522" y="1044"/>
                    </a:cubicBezTo>
                    <a:cubicBezTo>
                      <a:pt x="809" y="1044"/>
                      <a:pt x="1043" y="809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2" name="Google Shape;1902;p34"/>
              <p:cNvSpPr/>
              <p:nvPr/>
            </p:nvSpPr>
            <p:spPr>
              <a:xfrm>
                <a:off x="190185" y="3850456"/>
                <a:ext cx="86157" cy="86212"/>
              </a:xfrm>
              <a:custGeom>
                <a:rect b="b" l="l" r="r" t="t"/>
                <a:pathLst>
                  <a:path extrusionOk="0" h="1567" w="1566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34"/>
              <p:cNvSpPr/>
              <p:nvPr/>
            </p:nvSpPr>
            <p:spPr>
              <a:xfrm>
                <a:off x="107271" y="3767598"/>
                <a:ext cx="251980" cy="251925"/>
              </a:xfrm>
              <a:custGeom>
                <a:rect b="b" l="l" r="r" t="t"/>
                <a:pathLst>
                  <a:path extrusionOk="0" h="4579" w="458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04" name="Google Shape;1904;p34"/>
          <p:cNvGrpSpPr/>
          <p:nvPr/>
        </p:nvGrpSpPr>
        <p:grpSpPr>
          <a:xfrm>
            <a:off x="302292" y="111137"/>
            <a:ext cx="8280548" cy="4769581"/>
            <a:chOff x="302292" y="111137"/>
            <a:chExt cx="8280548" cy="4769581"/>
          </a:xfrm>
        </p:grpSpPr>
        <p:grpSp>
          <p:nvGrpSpPr>
            <p:cNvPr id="1905" name="Google Shape;1905;p34"/>
            <p:cNvGrpSpPr/>
            <p:nvPr/>
          </p:nvGrpSpPr>
          <p:grpSpPr>
            <a:xfrm>
              <a:off x="302292" y="3519018"/>
              <a:ext cx="248519" cy="248575"/>
              <a:chOff x="800679" y="4236193"/>
              <a:chExt cx="248519" cy="248575"/>
            </a:xfrm>
          </p:grpSpPr>
          <p:sp>
            <p:nvSpPr>
              <p:cNvPr id="1906" name="Google Shape;1906;p34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7" name="Google Shape;1907;p34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34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9" name="Google Shape;1909;p34"/>
            <p:cNvGrpSpPr/>
            <p:nvPr/>
          </p:nvGrpSpPr>
          <p:grpSpPr>
            <a:xfrm>
              <a:off x="551729" y="4632143"/>
              <a:ext cx="248519" cy="248575"/>
              <a:chOff x="800679" y="4236193"/>
              <a:chExt cx="248519" cy="248575"/>
            </a:xfrm>
          </p:grpSpPr>
          <p:sp>
            <p:nvSpPr>
              <p:cNvPr id="1910" name="Google Shape;1910;p34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34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34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rect b="b" l="l" r="r" t="t"/>
                <a:pathLst>
                  <a:path extrusionOk="0" h="1085" w="1085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3" name="Google Shape;1913;p34"/>
            <p:cNvGrpSpPr/>
            <p:nvPr/>
          </p:nvGrpSpPr>
          <p:grpSpPr>
            <a:xfrm>
              <a:off x="8306024" y="111137"/>
              <a:ext cx="276816" cy="276814"/>
              <a:chOff x="8306024" y="111137"/>
              <a:chExt cx="276816" cy="276814"/>
            </a:xfrm>
          </p:grpSpPr>
          <p:sp>
            <p:nvSpPr>
              <p:cNvPr id="1914" name="Google Shape;1914;p34"/>
              <p:cNvSpPr/>
              <p:nvPr/>
            </p:nvSpPr>
            <p:spPr>
              <a:xfrm rot="5400000">
                <a:off x="8306024" y="321473"/>
                <a:ext cx="66478" cy="66478"/>
              </a:xfrm>
              <a:custGeom>
                <a:rect b="b" l="l" r="r" t="t"/>
                <a:pathLst>
                  <a:path extrusionOk="0" h="1085" w="1085">
                    <a:moveTo>
                      <a:pt x="543" y="1"/>
                    </a:moveTo>
                    <a:cubicBezTo>
                      <a:pt x="242" y="1"/>
                      <a:pt x="0" y="243"/>
                      <a:pt x="0" y="542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15" name="Google Shape;1915;p34"/>
              <p:cNvGrpSpPr/>
              <p:nvPr/>
            </p:nvGrpSpPr>
            <p:grpSpPr>
              <a:xfrm>
                <a:off x="8409692" y="111137"/>
                <a:ext cx="173148" cy="173086"/>
                <a:chOff x="8409692" y="111137"/>
                <a:chExt cx="173148" cy="173086"/>
              </a:xfrm>
            </p:grpSpPr>
            <p:sp>
              <p:nvSpPr>
                <p:cNvPr id="1916" name="Google Shape;1916;p34"/>
                <p:cNvSpPr/>
                <p:nvPr/>
              </p:nvSpPr>
              <p:spPr>
                <a:xfrm rot="5400000">
                  <a:off x="8409692" y="217745"/>
                  <a:ext cx="66478" cy="66478"/>
                </a:xfrm>
                <a:custGeom>
                  <a:rect b="b" l="l" r="r" t="t"/>
                  <a:pathLst>
                    <a:path extrusionOk="0" h="1085" w="1085">
                      <a:moveTo>
                        <a:pt x="543" y="0"/>
                      </a:moveTo>
                      <a:cubicBezTo>
                        <a:pt x="243" y="0"/>
                        <a:pt x="0" y="242"/>
                        <a:pt x="0" y="541"/>
                      </a:cubicBezTo>
                      <a:cubicBezTo>
                        <a:pt x="0" y="842"/>
                        <a:pt x="243" y="1084"/>
                        <a:pt x="543" y="1084"/>
                      </a:cubicBezTo>
                      <a:cubicBezTo>
                        <a:pt x="842" y="1084"/>
                        <a:pt x="1084" y="842"/>
                        <a:pt x="1084" y="541"/>
                      </a:cubicBezTo>
                      <a:cubicBezTo>
                        <a:pt x="1084" y="242"/>
                        <a:pt x="842" y="0"/>
                        <a:pt x="54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7" name="Google Shape;1917;p34"/>
                <p:cNvSpPr/>
                <p:nvPr/>
              </p:nvSpPr>
              <p:spPr>
                <a:xfrm rot="5400000">
                  <a:off x="8516362" y="111137"/>
                  <a:ext cx="66478" cy="66478"/>
                </a:xfrm>
                <a:custGeom>
                  <a:rect b="b" l="l" r="r" t="t"/>
                  <a:pathLst>
                    <a:path extrusionOk="0" h="1085" w="1085">
                      <a:moveTo>
                        <a:pt x="543" y="1"/>
                      </a:moveTo>
                      <a:cubicBezTo>
                        <a:pt x="242" y="1"/>
                        <a:pt x="0" y="243"/>
                        <a:pt x="0" y="544"/>
                      </a:cubicBezTo>
                      <a:cubicBezTo>
                        <a:pt x="0" y="843"/>
                        <a:pt x="242" y="1085"/>
                        <a:pt x="543" y="1085"/>
                      </a:cubicBezTo>
                      <a:cubicBezTo>
                        <a:pt x="842" y="1085"/>
                        <a:pt x="1084" y="843"/>
                        <a:pt x="1084" y="544"/>
                      </a:cubicBezTo>
                      <a:cubicBezTo>
                        <a:pt x="1084" y="243"/>
                        <a:pt x="842" y="1"/>
                        <a:pt x="54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918" name="Google Shape;1918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35"/>
          <p:cNvSpPr txBox="1"/>
          <p:nvPr>
            <p:ph type="ctrTitle"/>
          </p:nvPr>
        </p:nvSpPr>
        <p:spPr>
          <a:xfrm>
            <a:off x="713225" y="1467375"/>
            <a:ext cx="5102700" cy="19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Balloon Sat Arduino Shield Project</a:t>
            </a:r>
            <a:endParaRPr/>
          </a:p>
        </p:txBody>
      </p:sp>
      <p:sp>
        <p:nvSpPr>
          <p:cNvPr id="1924" name="Google Shape;1924;p35"/>
          <p:cNvSpPr txBox="1"/>
          <p:nvPr>
            <p:ph idx="1" type="subTitle"/>
          </p:nvPr>
        </p:nvSpPr>
        <p:spPr>
          <a:xfrm>
            <a:off x="777550" y="3778863"/>
            <a:ext cx="2614800" cy="6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 Kurta</a:t>
            </a:r>
            <a:endParaRPr/>
          </a:p>
        </p:txBody>
      </p:sp>
      <p:grpSp>
        <p:nvGrpSpPr>
          <p:cNvPr id="1925" name="Google Shape;1925;p35"/>
          <p:cNvGrpSpPr/>
          <p:nvPr/>
        </p:nvGrpSpPr>
        <p:grpSpPr>
          <a:xfrm>
            <a:off x="777562" y="-76204"/>
            <a:ext cx="3170770" cy="1162283"/>
            <a:chOff x="777562" y="-76204"/>
            <a:chExt cx="3170770" cy="1162283"/>
          </a:xfrm>
        </p:grpSpPr>
        <p:sp>
          <p:nvSpPr>
            <p:cNvPr id="1926" name="Google Shape;1926;p35"/>
            <p:cNvSpPr/>
            <p:nvPr/>
          </p:nvSpPr>
          <p:spPr>
            <a:xfrm rot="-5400000">
              <a:off x="3075054" y="76684"/>
              <a:ext cx="875835" cy="570060"/>
            </a:xfrm>
            <a:custGeom>
              <a:rect b="b" l="l" r="r" t="t"/>
              <a:pathLst>
                <a:path extrusionOk="0" h="11266" w="17309">
                  <a:moveTo>
                    <a:pt x="1239" y="0"/>
                  </a:moveTo>
                  <a:cubicBezTo>
                    <a:pt x="555" y="0"/>
                    <a:pt x="1" y="555"/>
                    <a:pt x="1" y="1238"/>
                  </a:cubicBezTo>
                  <a:cubicBezTo>
                    <a:pt x="1" y="1921"/>
                    <a:pt x="555" y="2476"/>
                    <a:pt x="1239" y="2476"/>
                  </a:cubicBezTo>
                  <a:cubicBezTo>
                    <a:pt x="1525" y="2476"/>
                    <a:pt x="1785" y="2374"/>
                    <a:pt x="1994" y="2211"/>
                  </a:cubicBezTo>
                  <a:lnTo>
                    <a:pt x="3382" y="3600"/>
                  </a:lnTo>
                  <a:lnTo>
                    <a:pt x="3382" y="5884"/>
                  </a:lnTo>
                  <a:cubicBezTo>
                    <a:pt x="3382" y="5925"/>
                    <a:pt x="3399" y="5964"/>
                    <a:pt x="3428" y="5993"/>
                  </a:cubicBezTo>
                  <a:lnTo>
                    <a:pt x="5480" y="8046"/>
                  </a:lnTo>
                  <a:cubicBezTo>
                    <a:pt x="5509" y="8074"/>
                    <a:pt x="5548" y="8091"/>
                    <a:pt x="5589" y="8091"/>
                  </a:cubicBezTo>
                  <a:lnTo>
                    <a:pt x="13901" y="8091"/>
                  </a:lnTo>
                  <a:lnTo>
                    <a:pt x="17030" y="11220"/>
                  </a:lnTo>
                  <a:cubicBezTo>
                    <a:pt x="17061" y="11250"/>
                    <a:pt x="17100" y="11265"/>
                    <a:pt x="17139" y="11265"/>
                  </a:cubicBezTo>
                  <a:cubicBezTo>
                    <a:pt x="17179" y="11265"/>
                    <a:pt x="17218" y="11250"/>
                    <a:pt x="17248" y="11220"/>
                  </a:cubicBezTo>
                  <a:cubicBezTo>
                    <a:pt x="17308" y="11160"/>
                    <a:pt x="17308" y="11063"/>
                    <a:pt x="17248" y="11003"/>
                  </a:cubicBezTo>
                  <a:lnTo>
                    <a:pt x="14074" y="7829"/>
                  </a:lnTo>
                  <a:cubicBezTo>
                    <a:pt x="14045" y="7799"/>
                    <a:pt x="14006" y="7782"/>
                    <a:pt x="13965" y="7782"/>
                  </a:cubicBezTo>
                  <a:lnTo>
                    <a:pt x="5653" y="7782"/>
                  </a:lnTo>
                  <a:lnTo>
                    <a:pt x="3691" y="5820"/>
                  </a:lnTo>
                  <a:lnTo>
                    <a:pt x="3691" y="3536"/>
                  </a:lnTo>
                  <a:cubicBezTo>
                    <a:pt x="3691" y="3495"/>
                    <a:pt x="3674" y="3456"/>
                    <a:pt x="3644" y="3427"/>
                  </a:cubicBezTo>
                  <a:lnTo>
                    <a:pt x="2212" y="1993"/>
                  </a:lnTo>
                  <a:cubicBezTo>
                    <a:pt x="2375" y="1784"/>
                    <a:pt x="2475" y="1524"/>
                    <a:pt x="2475" y="1238"/>
                  </a:cubicBezTo>
                  <a:cubicBezTo>
                    <a:pt x="2475" y="555"/>
                    <a:pt x="1922" y="0"/>
                    <a:pt x="12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35"/>
            <p:cNvSpPr/>
            <p:nvPr/>
          </p:nvSpPr>
          <p:spPr>
            <a:xfrm rot="-5400000">
              <a:off x="3264223" y="710575"/>
              <a:ext cx="52725" cy="52826"/>
            </a:xfrm>
            <a:custGeom>
              <a:rect b="b" l="l" r="r" t="t"/>
              <a:pathLst>
                <a:path extrusionOk="0" h="1044" w="1042">
                  <a:moveTo>
                    <a:pt x="522" y="1"/>
                  </a:moveTo>
                  <a:cubicBezTo>
                    <a:pt x="233" y="1"/>
                    <a:pt x="0" y="235"/>
                    <a:pt x="0" y="522"/>
                  </a:cubicBezTo>
                  <a:cubicBezTo>
                    <a:pt x="0" y="809"/>
                    <a:pt x="233" y="1043"/>
                    <a:pt x="522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35"/>
            <p:cNvSpPr/>
            <p:nvPr/>
          </p:nvSpPr>
          <p:spPr>
            <a:xfrm rot="-5400000">
              <a:off x="2429519" y="181451"/>
              <a:ext cx="816380" cy="332138"/>
            </a:xfrm>
            <a:custGeom>
              <a:rect b="b" l="l" r="r" t="t"/>
              <a:pathLst>
                <a:path extrusionOk="0" h="6564" w="16134">
                  <a:moveTo>
                    <a:pt x="15965" y="1"/>
                  </a:moveTo>
                  <a:cubicBezTo>
                    <a:pt x="15926" y="1"/>
                    <a:pt x="15886" y="16"/>
                    <a:pt x="15856" y="46"/>
                  </a:cubicBezTo>
                  <a:lnTo>
                    <a:pt x="12384" y="3518"/>
                  </a:lnTo>
                  <a:lnTo>
                    <a:pt x="3033" y="3518"/>
                  </a:lnTo>
                  <a:cubicBezTo>
                    <a:pt x="2992" y="3518"/>
                    <a:pt x="2953" y="3535"/>
                    <a:pt x="2924" y="3563"/>
                  </a:cubicBezTo>
                  <a:lnTo>
                    <a:pt x="2070" y="4417"/>
                  </a:lnTo>
                  <a:cubicBezTo>
                    <a:pt x="1850" y="4216"/>
                    <a:pt x="1560" y="4089"/>
                    <a:pt x="1237" y="4089"/>
                  </a:cubicBezTo>
                  <a:cubicBezTo>
                    <a:pt x="554" y="4089"/>
                    <a:pt x="1" y="4643"/>
                    <a:pt x="1" y="5327"/>
                  </a:cubicBezTo>
                  <a:cubicBezTo>
                    <a:pt x="1" y="6010"/>
                    <a:pt x="554" y="6563"/>
                    <a:pt x="1237" y="6563"/>
                  </a:cubicBezTo>
                  <a:cubicBezTo>
                    <a:pt x="1921" y="6563"/>
                    <a:pt x="2475" y="6010"/>
                    <a:pt x="2475" y="5327"/>
                  </a:cubicBezTo>
                  <a:cubicBezTo>
                    <a:pt x="2475" y="5076"/>
                    <a:pt x="2399" y="4844"/>
                    <a:pt x="2272" y="4649"/>
                  </a:cubicBezTo>
                  <a:lnTo>
                    <a:pt x="3096" y="3825"/>
                  </a:lnTo>
                  <a:lnTo>
                    <a:pt x="12448" y="3825"/>
                  </a:lnTo>
                  <a:cubicBezTo>
                    <a:pt x="12488" y="3825"/>
                    <a:pt x="12527" y="3809"/>
                    <a:pt x="12557" y="3781"/>
                  </a:cubicBezTo>
                  <a:lnTo>
                    <a:pt x="16074" y="264"/>
                  </a:lnTo>
                  <a:cubicBezTo>
                    <a:pt x="16134" y="203"/>
                    <a:pt x="16134" y="106"/>
                    <a:pt x="16074" y="46"/>
                  </a:cubicBezTo>
                  <a:cubicBezTo>
                    <a:pt x="16043" y="16"/>
                    <a:pt x="16004" y="1"/>
                    <a:pt x="15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35"/>
            <p:cNvSpPr/>
            <p:nvPr/>
          </p:nvSpPr>
          <p:spPr>
            <a:xfrm rot="-5400000">
              <a:off x="2914826" y="666654"/>
              <a:ext cx="52725" cy="52826"/>
            </a:xfrm>
            <a:custGeom>
              <a:rect b="b" l="l" r="r" t="t"/>
              <a:pathLst>
                <a:path extrusionOk="0" h="1044" w="1042">
                  <a:moveTo>
                    <a:pt x="520" y="0"/>
                  </a:moveTo>
                  <a:cubicBezTo>
                    <a:pt x="233" y="0"/>
                    <a:pt x="0" y="233"/>
                    <a:pt x="0" y="522"/>
                  </a:cubicBezTo>
                  <a:cubicBezTo>
                    <a:pt x="0" y="809"/>
                    <a:pt x="233" y="1043"/>
                    <a:pt x="520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5"/>
            <p:cNvSpPr/>
            <p:nvPr/>
          </p:nvSpPr>
          <p:spPr>
            <a:xfrm rot="-5400000">
              <a:off x="2465575" y="428254"/>
              <a:ext cx="1146697" cy="168953"/>
            </a:xfrm>
            <a:custGeom>
              <a:rect b="b" l="l" r="r" t="t"/>
              <a:pathLst>
                <a:path extrusionOk="0" h="3339" w="22662">
                  <a:moveTo>
                    <a:pt x="1237" y="0"/>
                  </a:moveTo>
                  <a:cubicBezTo>
                    <a:pt x="554" y="0"/>
                    <a:pt x="1" y="553"/>
                    <a:pt x="1" y="1237"/>
                  </a:cubicBezTo>
                  <a:cubicBezTo>
                    <a:pt x="1" y="1920"/>
                    <a:pt x="554" y="2475"/>
                    <a:pt x="1237" y="2475"/>
                  </a:cubicBezTo>
                  <a:cubicBezTo>
                    <a:pt x="1562" y="2475"/>
                    <a:pt x="1857" y="2347"/>
                    <a:pt x="2076" y="2141"/>
                  </a:cubicBezTo>
                  <a:lnTo>
                    <a:pt x="3230" y="3294"/>
                  </a:lnTo>
                  <a:cubicBezTo>
                    <a:pt x="3259" y="3323"/>
                    <a:pt x="3298" y="3339"/>
                    <a:pt x="3339" y="3339"/>
                  </a:cubicBezTo>
                  <a:lnTo>
                    <a:pt x="7566" y="3339"/>
                  </a:lnTo>
                  <a:cubicBezTo>
                    <a:pt x="7608" y="3339"/>
                    <a:pt x="7647" y="3323"/>
                    <a:pt x="7675" y="3294"/>
                  </a:cubicBezTo>
                  <a:lnTo>
                    <a:pt x="8719" y="2251"/>
                  </a:lnTo>
                  <a:lnTo>
                    <a:pt x="13252" y="2251"/>
                  </a:lnTo>
                  <a:cubicBezTo>
                    <a:pt x="13292" y="2251"/>
                    <a:pt x="13331" y="2235"/>
                    <a:pt x="13360" y="2206"/>
                  </a:cubicBezTo>
                  <a:lnTo>
                    <a:pt x="15246" y="319"/>
                  </a:lnTo>
                  <a:lnTo>
                    <a:pt x="20131" y="319"/>
                  </a:lnTo>
                  <a:lnTo>
                    <a:pt x="22385" y="2575"/>
                  </a:lnTo>
                  <a:cubicBezTo>
                    <a:pt x="22415" y="2605"/>
                    <a:pt x="22455" y="2619"/>
                    <a:pt x="22494" y="2619"/>
                  </a:cubicBezTo>
                  <a:cubicBezTo>
                    <a:pt x="22533" y="2619"/>
                    <a:pt x="22572" y="2605"/>
                    <a:pt x="22603" y="2575"/>
                  </a:cubicBezTo>
                  <a:cubicBezTo>
                    <a:pt x="22662" y="2515"/>
                    <a:pt x="22662" y="2417"/>
                    <a:pt x="22603" y="2358"/>
                  </a:cubicBezTo>
                  <a:lnTo>
                    <a:pt x="20303" y="57"/>
                  </a:lnTo>
                  <a:cubicBezTo>
                    <a:pt x="20274" y="29"/>
                    <a:pt x="20235" y="12"/>
                    <a:pt x="20193" y="12"/>
                  </a:cubicBezTo>
                  <a:lnTo>
                    <a:pt x="15182" y="12"/>
                  </a:lnTo>
                  <a:cubicBezTo>
                    <a:pt x="15141" y="12"/>
                    <a:pt x="15102" y="29"/>
                    <a:pt x="15073" y="57"/>
                  </a:cubicBezTo>
                  <a:lnTo>
                    <a:pt x="13188" y="1944"/>
                  </a:lnTo>
                  <a:lnTo>
                    <a:pt x="8655" y="1944"/>
                  </a:lnTo>
                  <a:cubicBezTo>
                    <a:pt x="8614" y="1944"/>
                    <a:pt x="8575" y="1959"/>
                    <a:pt x="8547" y="1989"/>
                  </a:cubicBezTo>
                  <a:lnTo>
                    <a:pt x="7503" y="3031"/>
                  </a:lnTo>
                  <a:lnTo>
                    <a:pt x="3402" y="3031"/>
                  </a:lnTo>
                  <a:lnTo>
                    <a:pt x="2276" y="1906"/>
                  </a:lnTo>
                  <a:cubicBezTo>
                    <a:pt x="2400" y="1712"/>
                    <a:pt x="2475" y="1484"/>
                    <a:pt x="2475" y="1237"/>
                  </a:cubicBezTo>
                  <a:cubicBezTo>
                    <a:pt x="2475" y="553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35"/>
            <p:cNvSpPr/>
            <p:nvPr/>
          </p:nvSpPr>
          <p:spPr>
            <a:xfrm rot="-5400000">
              <a:off x="2990651" y="997048"/>
              <a:ext cx="52776" cy="52826"/>
            </a:xfrm>
            <a:custGeom>
              <a:rect b="b" l="l" r="r" t="t"/>
              <a:pathLst>
                <a:path extrusionOk="0" h="1044" w="1043">
                  <a:moveTo>
                    <a:pt x="521" y="0"/>
                  </a:moveTo>
                  <a:cubicBezTo>
                    <a:pt x="234" y="0"/>
                    <a:pt x="1" y="233"/>
                    <a:pt x="1" y="522"/>
                  </a:cubicBezTo>
                  <a:cubicBezTo>
                    <a:pt x="1" y="809"/>
                    <a:pt x="234" y="1043"/>
                    <a:pt x="521" y="1043"/>
                  </a:cubicBezTo>
                  <a:cubicBezTo>
                    <a:pt x="810" y="1043"/>
                    <a:pt x="1042" y="809"/>
                    <a:pt x="1042" y="522"/>
                  </a:cubicBezTo>
                  <a:cubicBezTo>
                    <a:pt x="1042" y="233"/>
                    <a:pt x="810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35"/>
            <p:cNvSpPr/>
            <p:nvPr/>
          </p:nvSpPr>
          <p:spPr>
            <a:xfrm rot="-5400000">
              <a:off x="2236301" y="192962"/>
              <a:ext cx="727628" cy="190914"/>
            </a:xfrm>
            <a:custGeom>
              <a:rect b="b" l="l" r="r" t="t"/>
              <a:pathLst>
                <a:path extrusionOk="0" h="3773" w="14380">
                  <a:moveTo>
                    <a:pt x="3670" y="0"/>
                  </a:moveTo>
                  <a:cubicBezTo>
                    <a:pt x="3629" y="0"/>
                    <a:pt x="3590" y="17"/>
                    <a:pt x="3562" y="45"/>
                  </a:cubicBezTo>
                  <a:lnTo>
                    <a:pt x="2021" y="1585"/>
                  </a:lnTo>
                  <a:cubicBezTo>
                    <a:pt x="1807" y="1408"/>
                    <a:pt x="1538" y="1297"/>
                    <a:pt x="1237" y="1297"/>
                  </a:cubicBezTo>
                  <a:cubicBezTo>
                    <a:pt x="554" y="1297"/>
                    <a:pt x="1" y="1852"/>
                    <a:pt x="1" y="2535"/>
                  </a:cubicBezTo>
                  <a:cubicBezTo>
                    <a:pt x="1" y="3218"/>
                    <a:pt x="554" y="3773"/>
                    <a:pt x="1237" y="3773"/>
                  </a:cubicBezTo>
                  <a:cubicBezTo>
                    <a:pt x="1921" y="3773"/>
                    <a:pt x="2475" y="3218"/>
                    <a:pt x="2475" y="2535"/>
                  </a:cubicBezTo>
                  <a:cubicBezTo>
                    <a:pt x="2475" y="2262"/>
                    <a:pt x="2384" y="2011"/>
                    <a:pt x="2234" y="1807"/>
                  </a:cubicBezTo>
                  <a:lnTo>
                    <a:pt x="3734" y="308"/>
                  </a:lnTo>
                  <a:lnTo>
                    <a:pt x="14226" y="308"/>
                  </a:lnTo>
                  <a:cubicBezTo>
                    <a:pt x="14311" y="308"/>
                    <a:pt x="14380" y="239"/>
                    <a:pt x="14380" y="154"/>
                  </a:cubicBezTo>
                  <a:cubicBezTo>
                    <a:pt x="14380" y="69"/>
                    <a:pt x="14311" y="0"/>
                    <a:pt x="142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35"/>
            <p:cNvSpPr/>
            <p:nvPr/>
          </p:nvSpPr>
          <p:spPr>
            <a:xfrm rot="-5400000">
              <a:off x="2606568" y="563177"/>
              <a:ext cx="52725" cy="52826"/>
            </a:xfrm>
            <a:custGeom>
              <a:rect b="b" l="l" r="r" t="t"/>
              <a:pathLst>
                <a:path extrusionOk="0" h="1044" w="1042">
                  <a:moveTo>
                    <a:pt x="522" y="1"/>
                  </a:moveTo>
                  <a:cubicBezTo>
                    <a:pt x="233" y="1"/>
                    <a:pt x="0" y="235"/>
                    <a:pt x="0" y="522"/>
                  </a:cubicBezTo>
                  <a:cubicBezTo>
                    <a:pt x="0" y="809"/>
                    <a:pt x="233" y="1043"/>
                    <a:pt x="522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35"/>
            <p:cNvSpPr/>
            <p:nvPr/>
          </p:nvSpPr>
          <p:spPr>
            <a:xfrm rot="-5400000">
              <a:off x="1925792" y="254316"/>
              <a:ext cx="1032088" cy="372669"/>
            </a:xfrm>
            <a:custGeom>
              <a:rect b="b" l="l" r="r" t="t"/>
              <a:pathLst>
                <a:path extrusionOk="0" h="7365" w="20397">
                  <a:moveTo>
                    <a:pt x="14368" y="1"/>
                  </a:moveTo>
                  <a:cubicBezTo>
                    <a:pt x="14327" y="1"/>
                    <a:pt x="14288" y="16"/>
                    <a:pt x="14259" y="46"/>
                  </a:cubicBezTo>
                  <a:lnTo>
                    <a:pt x="11461" y="2844"/>
                  </a:lnTo>
                  <a:lnTo>
                    <a:pt x="4342" y="2844"/>
                  </a:lnTo>
                  <a:cubicBezTo>
                    <a:pt x="4301" y="2844"/>
                    <a:pt x="4262" y="2859"/>
                    <a:pt x="4233" y="2889"/>
                  </a:cubicBezTo>
                  <a:lnTo>
                    <a:pt x="1980" y="5142"/>
                  </a:lnTo>
                  <a:cubicBezTo>
                    <a:pt x="1771" y="4986"/>
                    <a:pt x="1517" y="4890"/>
                    <a:pt x="1237" y="4890"/>
                  </a:cubicBezTo>
                  <a:cubicBezTo>
                    <a:pt x="554" y="4890"/>
                    <a:pt x="1" y="5445"/>
                    <a:pt x="1" y="6128"/>
                  </a:cubicBezTo>
                  <a:cubicBezTo>
                    <a:pt x="1" y="6811"/>
                    <a:pt x="554" y="7364"/>
                    <a:pt x="1237" y="7364"/>
                  </a:cubicBezTo>
                  <a:cubicBezTo>
                    <a:pt x="1920" y="7364"/>
                    <a:pt x="2475" y="6811"/>
                    <a:pt x="2475" y="6128"/>
                  </a:cubicBezTo>
                  <a:cubicBezTo>
                    <a:pt x="2475" y="5835"/>
                    <a:pt x="2368" y="5569"/>
                    <a:pt x="2199" y="5357"/>
                  </a:cubicBezTo>
                  <a:lnTo>
                    <a:pt x="4405" y="3151"/>
                  </a:lnTo>
                  <a:lnTo>
                    <a:pt x="11524" y="3151"/>
                  </a:lnTo>
                  <a:cubicBezTo>
                    <a:pt x="11566" y="3151"/>
                    <a:pt x="11605" y="3135"/>
                    <a:pt x="11633" y="3106"/>
                  </a:cubicBezTo>
                  <a:lnTo>
                    <a:pt x="14431" y="308"/>
                  </a:lnTo>
                  <a:lnTo>
                    <a:pt x="20243" y="308"/>
                  </a:lnTo>
                  <a:cubicBezTo>
                    <a:pt x="20328" y="308"/>
                    <a:pt x="20397" y="239"/>
                    <a:pt x="20397" y="154"/>
                  </a:cubicBezTo>
                  <a:cubicBezTo>
                    <a:pt x="20397" y="69"/>
                    <a:pt x="20328" y="1"/>
                    <a:pt x="202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35"/>
            <p:cNvSpPr/>
            <p:nvPr/>
          </p:nvSpPr>
          <p:spPr>
            <a:xfrm rot="-5400000">
              <a:off x="2539168" y="867689"/>
              <a:ext cx="52776" cy="52776"/>
            </a:xfrm>
            <a:custGeom>
              <a:rect b="b" l="l" r="r" t="t"/>
              <a:pathLst>
                <a:path extrusionOk="0" h="1043" w="1043">
                  <a:moveTo>
                    <a:pt x="522" y="1"/>
                  </a:moveTo>
                  <a:cubicBezTo>
                    <a:pt x="234" y="1"/>
                    <a:pt x="1" y="233"/>
                    <a:pt x="1" y="522"/>
                  </a:cubicBezTo>
                  <a:cubicBezTo>
                    <a:pt x="1" y="809"/>
                    <a:pt x="234" y="1042"/>
                    <a:pt x="522" y="1042"/>
                  </a:cubicBezTo>
                  <a:cubicBezTo>
                    <a:pt x="810" y="1042"/>
                    <a:pt x="1042" y="809"/>
                    <a:pt x="1042" y="522"/>
                  </a:cubicBezTo>
                  <a:cubicBezTo>
                    <a:pt x="1042" y="233"/>
                    <a:pt x="810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35"/>
            <p:cNvSpPr/>
            <p:nvPr/>
          </p:nvSpPr>
          <p:spPr>
            <a:xfrm rot="-5400000">
              <a:off x="1611712" y="25451"/>
              <a:ext cx="815824" cy="612513"/>
            </a:xfrm>
            <a:custGeom>
              <a:rect b="b" l="l" r="r" t="t"/>
              <a:pathLst>
                <a:path extrusionOk="0" h="12105" w="16123">
                  <a:moveTo>
                    <a:pt x="15953" y="0"/>
                  </a:moveTo>
                  <a:cubicBezTo>
                    <a:pt x="15914" y="0"/>
                    <a:pt x="15874" y="15"/>
                    <a:pt x="15844" y="45"/>
                  </a:cubicBezTo>
                  <a:lnTo>
                    <a:pt x="10731" y="5158"/>
                  </a:lnTo>
                  <a:lnTo>
                    <a:pt x="4716" y="5158"/>
                  </a:lnTo>
                  <a:cubicBezTo>
                    <a:pt x="4676" y="5158"/>
                    <a:pt x="4636" y="5175"/>
                    <a:pt x="4608" y="5203"/>
                  </a:cubicBezTo>
                  <a:lnTo>
                    <a:pt x="3421" y="6390"/>
                  </a:lnTo>
                  <a:cubicBezTo>
                    <a:pt x="3392" y="6420"/>
                    <a:pt x="3376" y="6459"/>
                    <a:pt x="3376" y="6500"/>
                  </a:cubicBezTo>
                  <a:lnTo>
                    <a:pt x="3376" y="8694"/>
                  </a:lnTo>
                  <a:lnTo>
                    <a:pt x="2093" y="9977"/>
                  </a:lnTo>
                  <a:cubicBezTo>
                    <a:pt x="1871" y="9763"/>
                    <a:pt x="1571" y="9631"/>
                    <a:pt x="1237" y="9631"/>
                  </a:cubicBezTo>
                  <a:cubicBezTo>
                    <a:pt x="554" y="9631"/>
                    <a:pt x="1" y="10185"/>
                    <a:pt x="1" y="10868"/>
                  </a:cubicBezTo>
                  <a:cubicBezTo>
                    <a:pt x="1" y="11552"/>
                    <a:pt x="554" y="12105"/>
                    <a:pt x="1237" y="12105"/>
                  </a:cubicBezTo>
                  <a:cubicBezTo>
                    <a:pt x="1921" y="12105"/>
                    <a:pt x="2475" y="11552"/>
                    <a:pt x="2475" y="10868"/>
                  </a:cubicBezTo>
                  <a:cubicBezTo>
                    <a:pt x="2475" y="10628"/>
                    <a:pt x="2404" y="10407"/>
                    <a:pt x="2287" y="10218"/>
                  </a:cubicBezTo>
                  <a:lnTo>
                    <a:pt x="3638" y="8866"/>
                  </a:lnTo>
                  <a:cubicBezTo>
                    <a:pt x="3667" y="8837"/>
                    <a:pt x="3683" y="8798"/>
                    <a:pt x="3683" y="8757"/>
                  </a:cubicBezTo>
                  <a:lnTo>
                    <a:pt x="3683" y="6563"/>
                  </a:lnTo>
                  <a:lnTo>
                    <a:pt x="4780" y="5466"/>
                  </a:lnTo>
                  <a:lnTo>
                    <a:pt x="10795" y="5466"/>
                  </a:lnTo>
                  <a:cubicBezTo>
                    <a:pt x="10835" y="5466"/>
                    <a:pt x="10874" y="5450"/>
                    <a:pt x="10904" y="5421"/>
                  </a:cubicBezTo>
                  <a:lnTo>
                    <a:pt x="16062" y="263"/>
                  </a:lnTo>
                  <a:cubicBezTo>
                    <a:pt x="16122" y="203"/>
                    <a:pt x="16122" y="106"/>
                    <a:pt x="16062" y="45"/>
                  </a:cubicBezTo>
                  <a:cubicBezTo>
                    <a:pt x="16032" y="15"/>
                    <a:pt x="15992" y="0"/>
                    <a:pt x="159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35"/>
            <p:cNvSpPr/>
            <p:nvPr/>
          </p:nvSpPr>
          <p:spPr>
            <a:xfrm rot="-5400000">
              <a:off x="2236906" y="650589"/>
              <a:ext cx="52725" cy="52776"/>
            </a:xfrm>
            <a:custGeom>
              <a:rect b="b" l="l" r="r" t="t"/>
              <a:pathLst>
                <a:path extrusionOk="0" h="1043" w="1042">
                  <a:moveTo>
                    <a:pt x="520" y="1"/>
                  </a:moveTo>
                  <a:cubicBezTo>
                    <a:pt x="233" y="1"/>
                    <a:pt x="0" y="234"/>
                    <a:pt x="0" y="522"/>
                  </a:cubicBezTo>
                  <a:cubicBezTo>
                    <a:pt x="0" y="810"/>
                    <a:pt x="233" y="1042"/>
                    <a:pt x="520" y="1042"/>
                  </a:cubicBezTo>
                  <a:cubicBezTo>
                    <a:pt x="809" y="1042"/>
                    <a:pt x="1042" y="810"/>
                    <a:pt x="1042" y="522"/>
                  </a:cubicBezTo>
                  <a:cubicBezTo>
                    <a:pt x="1042" y="234"/>
                    <a:pt x="809" y="1"/>
                    <a:pt x="5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35"/>
            <p:cNvSpPr/>
            <p:nvPr/>
          </p:nvSpPr>
          <p:spPr>
            <a:xfrm rot="-5400000">
              <a:off x="1900010" y="148687"/>
              <a:ext cx="649957" cy="201793"/>
            </a:xfrm>
            <a:custGeom>
              <a:rect b="b" l="l" r="r" t="t"/>
              <a:pathLst>
                <a:path extrusionOk="0" h="3988" w="12845">
                  <a:moveTo>
                    <a:pt x="4160" y="0"/>
                  </a:moveTo>
                  <a:cubicBezTo>
                    <a:pt x="4119" y="0"/>
                    <a:pt x="4080" y="16"/>
                    <a:pt x="4052" y="45"/>
                  </a:cubicBezTo>
                  <a:lnTo>
                    <a:pt x="2161" y="1934"/>
                  </a:lnTo>
                  <a:cubicBezTo>
                    <a:pt x="1934" y="1678"/>
                    <a:pt x="1607" y="1514"/>
                    <a:pt x="1238" y="1514"/>
                  </a:cubicBezTo>
                  <a:cubicBezTo>
                    <a:pt x="555" y="1514"/>
                    <a:pt x="0" y="2068"/>
                    <a:pt x="0" y="2751"/>
                  </a:cubicBezTo>
                  <a:cubicBezTo>
                    <a:pt x="0" y="3435"/>
                    <a:pt x="555" y="3988"/>
                    <a:pt x="1238" y="3988"/>
                  </a:cubicBezTo>
                  <a:cubicBezTo>
                    <a:pt x="1921" y="3988"/>
                    <a:pt x="2476" y="3435"/>
                    <a:pt x="2476" y="2751"/>
                  </a:cubicBezTo>
                  <a:cubicBezTo>
                    <a:pt x="2476" y="2549"/>
                    <a:pt x="2423" y="2362"/>
                    <a:pt x="2338" y="2193"/>
                  </a:cubicBezTo>
                  <a:lnTo>
                    <a:pt x="4223" y="308"/>
                  </a:lnTo>
                  <a:lnTo>
                    <a:pt x="12691" y="308"/>
                  </a:lnTo>
                  <a:cubicBezTo>
                    <a:pt x="12776" y="308"/>
                    <a:pt x="12845" y="239"/>
                    <a:pt x="12845" y="154"/>
                  </a:cubicBezTo>
                  <a:cubicBezTo>
                    <a:pt x="12845" y="69"/>
                    <a:pt x="12776" y="0"/>
                    <a:pt x="126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35"/>
            <p:cNvSpPr/>
            <p:nvPr/>
          </p:nvSpPr>
          <p:spPr>
            <a:xfrm rot="-5400000">
              <a:off x="2236855" y="485531"/>
              <a:ext cx="52826" cy="52776"/>
            </a:xfrm>
            <a:custGeom>
              <a:rect b="b" l="l" r="r" t="t"/>
              <a:pathLst>
                <a:path extrusionOk="0" h="1043" w="1044">
                  <a:moveTo>
                    <a:pt x="522" y="1"/>
                  </a:moveTo>
                  <a:cubicBezTo>
                    <a:pt x="235" y="1"/>
                    <a:pt x="1" y="234"/>
                    <a:pt x="1" y="522"/>
                  </a:cubicBezTo>
                  <a:cubicBezTo>
                    <a:pt x="1" y="810"/>
                    <a:pt x="235" y="1042"/>
                    <a:pt x="522" y="1042"/>
                  </a:cubicBezTo>
                  <a:cubicBezTo>
                    <a:pt x="811" y="1042"/>
                    <a:pt x="1043" y="810"/>
                    <a:pt x="1043" y="522"/>
                  </a:cubicBezTo>
                  <a:cubicBezTo>
                    <a:pt x="1043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35"/>
            <p:cNvSpPr/>
            <p:nvPr/>
          </p:nvSpPr>
          <p:spPr>
            <a:xfrm rot="-5400000">
              <a:off x="1071656" y="291152"/>
              <a:ext cx="893444" cy="160351"/>
            </a:xfrm>
            <a:custGeom>
              <a:rect b="b" l="l" r="r" t="t"/>
              <a:pathLst>
                <a:path extrusionOk="0" h="3169" w="17657">
                  <a:moveTo>
                    <a:pt x="1239" y="0"/>
                  </a:moveTo>
                  <a:cubicBezTo>
                    <a:pt x="555" y="0"/>
                    <a:pt x="1" y="555"/>
                    <a:pt x="1" y="1238"/>
                  </a:cubicBezTo>
                  <a:cubicBezTo>
                    <a:pt x="1" y="1922"/>
                    <a:pt x="555" y="2475"/>
                    <a:pt x="1239" y="2475"/>
                  </a:cubicBezTo>
                  <a:cubicBezTo>
                    <a:pt x="1547" y="2475"/>
                    <a:pt x="1826" y="2359"/>
                    <a:pt x="2043" y="2172"/>
                  </a:cubicBezTo>
                  <a:lnTo>
                    <a:pt x="2994" y="3123"/>
                  </a:lnTo>
                  <a:cubicBezTo>
                    <a:pt x="3023" y="3152"/>
                    <a:pt x="3062" y="3169"/>
                    <a:pt x="3103" y="3169"/>
                  </a:cubicBezTo>
                  <a:lnTo>
                    <a:pt x="7848" y="3169"/>
                  </a:lnTo>
                  <a:cubicBezTo>
                    <a:pt x="7890" y="3169"/>
                    <a:pt x="7929" y="3152"/>
                    <a:pt x="7957" y="3123"/>
                  </a:cubicBezTo>
                  <a:lnTo>
                    <a:pt x="10366" y="713"/>
                  </a:lnTo>
                  <a:lnTo>
                    <a:pt x="17503" y="713"/>
                  </a:lnTo>
                  <a:cubicBezTo>
                    <a:pt x="17588" y="713"/>
                    <a:pt x="17657" y="645"/>
                    <a:pt x="17657" y="560"/>
                  </a:cubicBezTo>
                  <a:cubicBezTo>
                    <a:pt x="17657" y="475"/>
                    <a:pt x="17588" y="406"/>
                    <a:pt x="17503" y="406"/>
                  </a:cubicBezTo>
                  <a:lnTo>
                    <a:pt x="10304" y="406"/>
                  </a:lnTo>
                  <a:cubicBezTo>
                    <a:pt x="10262" y="406"/>
                    <a:pt x="10223" y="423"/>
                    <a:pt x="10195" y="451"/>
                  </a:cubicBezTo>
                  <a:lnTo>
                    <a:pt x="7784" y="2860"/>
                  </a:lnTo>
                  <a:lnTo>
                    <a:pt x="3167" y="2860"/>
                  </a:lnTo>
                  <a:lnTo>
                    <a:pt x="2252" y="1946"/>
                  </a:lnTo>
                  <a:cubicBezTo>
                    <a:pt x="2392" y="1745"/>
                    <a:pt x="2476" y="1502"/>
                    <a:pt x="2476" y="1238"/>
                  </a:cubicBezTo>
                  <a:cubicBezTo>
                    <a:pt x="2476" y="555"/>
                    <a:pt x="1922" y="0"/>
                    <a:pt x="12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5"/>
            <p:cNvSpPr/>
            <p:nvPr/>
          </p:nvSpPr>
          <p:spPr>
            <a:xfrm rot="-5400000">
              <a:off x="1474432" y="728994"/>
              <a:ext cx="52776" cy="52776"/>
            </a:xfrm>
            <a:custGeom>
              <a:rect b="b" l="l" r="r" t="t"/>
              <a:pathLst>
                <a:path extrusionOk="0" h="1043" w="1043">
                  <a:moveTo>
                    <a:pt x="522" y="1"/>
                  </a:moveTo>
                  <a:cubicBezTo>
                    <a:pt x="234" y="1"/>
                    <a:pt x="0" y="234"/>
                    <a:pt x="0" y="522"/>
                  </a:cubicBezTo>
                  <a:cubicBezTo>
                    <a:pt x="0" y="809"/>
                    <a:pt x="234" y="1042"/>
                    <a:pt x="522" y="1042"/>
                  </a:cubicBezTo>
                  <a:cubicBezTo>
                    <a:pt x="809" y="1042"/>
                    <a:pt x="1043" y="809"/>
                    <a:pt x="1043" y="522"/>
                  </a:cubicBezTo>
                  <a:cubicBezTo>
                    <a:pt x="1043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5"/>
            <p:cNvSpPr/>
            <p:nvPr/>
          </p:nvSpPr>
          <p:spPr>
            <a:xfrm rot="-5400000">
              <a:off x="810480" y="235264"/>
              <a:ext cx="831611" cy="208674"/>
            </a:xfrm>
            <a:custGeom>
              <a:rect b="b" l="l" r="r" t="t"/>
              <a:pathLst>
                <a:path extrusionOk="0" h="4124" w="16435">
                  <a:moveTo>
                    <a:pt x="16265" y="1"/>
                  </a:moveTo>
                  <a:cubicBezTo>
                    <a:pt x="16226" y="1"/>
                    <a:pt x="16186" y="16"/>
                    <a:pt x="16156" y="45"/>
                  </a:cubicBezTo>
                  <a:lnTo>
                    <a:pt x="14046" y="2155"/>
                  </a:lnTo>
                  <a:lnTo>
                    <a:pt x="9583" y="2155"/>
                  </a:lnTo>
                  <a:lnTo>
                    <a:pt x="8415" y="987"/>
                  </a:lnTo>
                  <a:cubicBezTo>
                    <a:pt x="8387" y="959"/>
                    <a:pt x="8348" y="942"/>
                    <a:pt x="8307" y="942"/>
                  </a:cubicBezTo>
                  <a:lnTo>
                    <a:pt x="3135" y="942"/>
                  </a:lnTo>
                  <a:cubicBezTo>
                    <a:pt x="3094" y="942"/>
                    <a:pt x="3054" y="959"/>
                    <a:pt x="3026" y="987"/>
                  </a:cubicBezTo>
                  <a:lnTo>
                    <a:pt x="2052" y="1962"/>
                  </a:lnTo>
                  <a:cubicBezTo>
                    <a:pt x="1834" y="1770"/>
                    <a:pt x="1552" y="1649"/>
                    <a:pt x="1238" y="1649"/>
                  </a:cubicBezTo>
                  <a:cubicBezTo>
                    <a:pt x="555" y="1649"/>
                    <a:pt x="1" y="2204"/>
                    <a:pt x="1" y="2887"/>
                  </a:cubicBezTo>
                  <a:cubicBezTo>
                    <a:pt x="1" y="3570"/>
                    <a:pt x="555" y="4124"/>
                    <a:pt x="1238" y="4124"/>
                  </a:cubicBezTo>
                  <a:cubicBezTo>
                    <a:pt x="1922" y="4124"/>
                    <a:pt x="2475" y="3570"/>
                    <a:pt x="2475" y="2887"/>
                  </a:cubicBezTo>
                  <a:cubicBezTo>
                    <a:pt x="2475" y="2628"/>
                    <a:pt x="2396" y="2388"/>
                    <a:pt x="2259" y="2190"/>
                  </a:cubicBezTo>
                  <a:lnTo>
                    <a:pt x="3198" y="1250"/>
                  </a:lnTo>
                  <a:lnTo>
                    <a:pt x="8243" y="1250"/>
                  </a:lnTo>
                  <a:lnTo>
                    <a:pt x="9411" y="2418"/>
                  </a:lnTo>
                  <a:cubicBezTo>
                    <a:pt x="9439" y="2447"/>
                    <a:pt x="9478" y="2463"/>
                    <a:pt x="9520" y="2463"/>
                  </a:cubicBezTo>
                  <a:lnTo>
                    <a:pt x="14110" y="2463"/>
                  </a:lnTo>
                  <a:cubicBezTo>
                    <a:pt x="14150" y="2463"/>
                    <a:pt x="14189" y="2447"/>
                    <a:pt x="14219" y="2418"/>
                  </a:cubicBezTo>
                  <a:lnTo>
                    <a:pt x="16374" y="263"/>
                  </a:lnTo>
                  <a:cubicBezTo>
                    <a:pt x="16434" y="202"/>
                    <a:pt x="16434" y="105"/>
                    <a:pt x="16374" y="45"/>
                  </a:cubicBezTo>
                  <a:cubicBezTo>
                    <a:pt x="16344" y="16"/>
                    <a:pt x="16304" y="1"/>
                    <a:pt x="162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5"/>
            <p:cNvSpPr/>
            <p:nvPr/>
          </p:nvSpPr>
          <p:spPr>
            <a:xfrm rot="-5400000">
              <a:off x="1241670" y="666351"/>
              <a:ext cx="52725" cy="52826"/>
            </a:xfrm>
            <a:custGeom>
              <a:rect b="b" l="l" r="r" t="t"/>
              <a:pathLst>
                <a:path extrusionOk="0" h="1044" w="1042">
                  <a:moveTo>
                    <a:pt x="521" y="1"/>
                  </a:moveTo>
                  <a:cubicBezTo>
                    <a:pt x="233" y="1"/>
                    <a:pt x="0" y="234"/>
                    <a:pt x="0" y="522"/>
                  </a:cubicBezTo>
                  <a:cubicBezTo>
                    <a:pt x="0" y="809"/>
                    <a:pt x="233" y="1044"/>
                    <a:pt x="521" y="1044"/>
                  </a:cubicBezTo>
                  <a:cubicBezTo>
                    <a:pt x="809" y="1044"/>
                    <a:pt x="1042" y="809"/>
                    <a:pt x="1042" y="522"/>
                  </a:cubicBezTo>
                  <a:cubicBezTo>
                    <a:pt x="1042" y="234"/>
                    <a:pt x="809" y="1"/>
                    <a:pt x="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5"/>
            <p:cNvSpPr/>
            <p:nvPr/>
          </p:nvSpPr>
          <p:spPr>
            <a:xfrm rot="-5400000">
              <a:off x="1834961" y="776609"/>
              <a:ext cx="54901" cy="54901"/>
            </a:xfrm>
            <a:custGeom>
              <a:rect b="b" l="l" r="r" t="t"/>
              <a:pathLst>
                <a:path extrusionOk="0" h="1085" w="1085">
                  <a:moveTo>
                    <a:pt x="544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1"/>
                    <a:pt x="244" y="1085"/>
                    <a:pt x="544" y="1085"/>
                  </a:cubicBezTo>
                  <a:cubicBezTo>
                    <a:pt x="843" y="1085"/>
                    <a:pt x="1085" y="841"/>
                    <a:pt x="1085" y="542"/>
                  </a:cubicBezTo>
                  <a:cubicBezTo>
                    <a:pt x="1085" y="243"/>
                    <a:pt x="843" y="1"/>
                    <a:pt x="5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5"/>
            <p:cNvSpPr/>
            <p:nvPr/>
          </p:nvSpPr>
          <p:spPr>
            <a:xfrm rot="-5400000">
              <a:off x="1749345" y="690942"/>
              <a:ext cx="54901" cy="54901"/>
            </a:xfrm>
            <a:custGeom>
              <a:rect b="b" l="l" r="r" t="t"/>
              <a:pathLst>
                <a:path extrusionOk="0" h="1085" w="1085">
                  <a:moveTo>
                    <a:pt x="543" y="0"/>
                  </a:moveTo>
                  <a:cubicBezTo>
                    <a:pt x="243" y="0"/>
                    <a:pt x="1" y="242"/>
                    <a:pt x="1" y="541"/>
                  </a:cubicBezTo>
                  <a:cubicBezTo>
                    <a:pt x="1" y="841"/>
                    <a:pt x="243" y="1084"/>
                    <a:pt x="543" y="1084"/>
                  </a:cubicBezTo>
                  <a:cubicBezTo>
                    <a:pt x="842" y="1084"/>
                    <a:pt x="1085" y="841"/>
                    <a:pt x="1085" y="541"/>
                  </a:cubicBezTo>
                  <a:cubicBezTo>
                    <a:pt x="1085" y="242"/>
                    <a:pt x="842" y="0"/>
                    <a:pt x="5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5"/>
            <p:cNvSpPr/>
            <p:nvPr/>
          </p:nvSpPr>
          <p:spPr>
            <a:xfrm rot="-5400000">
              <a:off x="1661249" y="602898"/>
              <a:ext cx="54901" cy="54901"/>
            </a:xfrm>
            <a:custGeom>
              <a:rect b="b" l="l" r="r" t="t"/>
              <a:pathLst>
                <a:path extrusionOk="0" h="1085" w="1085">
                  <a:moveTo>
                    <a:pt x="542" y="1"/>
                  </a:moveTo>
                  <a:cubicBezTo>
                    <a:pt x="243" y="1"/>
                    <a:pt x="1" y="243"/>
                    <a:pt x="1" y="542"/>
                  </a:cubicBezTo>
                  <a:cubicBezTo>
                    <a:pt x="1" y="843"/>
                    <a:pt x="243" y="1085"/>
                    <a:pt x="542" y="1085"/>
                  </a:cubicBezTo>
                  <a:cubicBezTo>
                    <a:pt x="843" y="1085"/>
                    <a:pt x="1085" y="843"/>
                    <a:pt x="1085" y="542"/>
                  </a:cubicBezTo>
                  <a:cubicBezTo>
                    <a:pt x="1085" y="243"/>
                    <a:pt x="843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35"/>
            <p:cNvSpPr/>
            <p:nvPr/>
          </p:nvSpPr>
          <p:spPr>
            <a:xfrm rot="-5400000">
              <a:off x="3792864" y="653435"/>
              <a:ext cx="79240" cy="79290"/>
            </a:xfrm>
            <a:custGeom>
              <a:rect b="b" l="l" r="r" t="t"/>
              <a:pathLst>
                <a:path extrusionOk="0" h="1567" w="1566">
                  <a:moveTo>
                    <a:pt x="783" y="0"/>
                  </a:moveTo>
                  <a:cubicBezTo>
                    <a:pt x="350" y="0"/>
                    <a:pt x="0" y="351"/>
                    <a:pt x="0" y="783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6" y="1567"/>
                    <a:pt x="1566" y="1216"/>
                    <a:pt x="1566" y="783"/>
                  </a:cubicBezTo>
                  <a:cubicBezTo>
                    <a:pt x="1566" y="351"/>
                    <a:pt x="1216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35"/>
            <p:cNvSpPr/>
            <p:nvPr/>
          </p:nvSpPr>
          <p:spPr>
            <a:xfrm rot="-5400000">
              <a:off x="3716635" y="577207"/>
              <a:ext cx="231697" cy="231697"/>
            </a:xfrm>
            <a:custGeom>
              <a:rect b="b" l="l" r="r" t="t"/>
              <a:pathLst>
                <a:path extrusionOk="0" h="4579" w="4579">
                  <a:moveTo>
                    <a:pt x="2289" y="154"/>
                  </a:moveTo>
                  <a:cubicBezTo>
                    <a:pt x="3466" y="154"/>
                    <a:pt x="4425" y="1111"/>
                    <a:pt x="4425" y="2289"/>
                  </a:cubicBezTo>
                  <a:cubicBezTo>
                    <a:pt x="4425" y="3468"/>
                    <a:pt x="3466" y="4425"/>
                    <a:pt x="2289" y="4425"/>
                  </a:cubicBezTo>
                  <a:cubicBezTo>
                    <a:pt x="1112" y="4425"/>
                    <a:pt x="154" y="3466"/>
                    <a:pt x="154" y="2289"/>
                  </a:cubicBezTo>
                  <a:cubicBezTo>
                    <a:pt x="154" y="1111"/>
                    <a:pt x="1112" y="154"/>
                    <a:pt x="2289" y="154"/>
                  </a:cubicBezTo>
                  <a:close/>
                  <a:moveTo>
                    <a:pt x="2289" y="0"/>
                  </a:moveTo>
                  <a:cubicBezTo>
                    <a:pt x="1026" y="0"/>
                    <a:pt x="0" y="1027"/>
                    <a:pt x="0" y="2289"/>
                  </a:cubicBezTo>
                  <a:cubicBezTo>
                    <a:pt x="0" y="3551"/>
                    <a:pt x="1026" y="4579"/>
                    <a:pt x="2289" y="4579"/>
                  </a:cubicBezTo>
                  <a:cubicBezTo>
                    <a:pt x="3552" y="4579"/>
                    <a:pt x="4579" y="3551"/>
                    <a:pt x="4579" y="2289"/>
                  </a:cubicBezTo>
                  <a:cubicBezTo>
                    <a:pt x="4579" y="1027"/>
                    <a:pt x="3552" y="0"/>
                    <a:pt x="2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35"/>
            <p:cNvSpPr/>
            <p:nvPr/>
          </p:nvSpPr>
          <p:spPr>
            <a:xfrm rot="-5400000">
              <a:off x="853791" y="565581"/>
              <a:ext cx="79240" cy="79290"/>
            </a:xfrm>
            <a:custGeom>
              <a:rect b="b" l="l" r="r" t="t"/>
              <a:pathLst>
                <a:path extrusionOk="0" h="1567" w="1566">
                  <a:moveTo>
                    <a:pt x="783" y="1"/>
                  </a:moveTo>
                  <a:cubicBezTo>
                    <a:pt x="350" y="1"/>
                    <a:pt x="0" y="352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6" y="1567"/>
                    <a:pt x="1565" y="1216"/>
                    <a:pt x="1565" y="784"/>
                  </a:cubicBezTo>
                  <a:cubicBezTo>
                    <a:pt x="1565" y="352"/>
                    <a:pt x="1216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5"/>
            <p:cNvSpPr/>
            <p:nvPr/>
          </p:nvSpPr>
          <p:spPr>
            <a:xfrm rot="-5400000">
              <a:off x="777587" y="489327"/>
              <a:ext cx="231697" cy="231748"/>
            </a:xfrm>
            <a:custGeom>
              <a:rect b="b" l="l" r="r" t="t"/>
              <a:pathLst>
                <a:path extrusionOk="0" h="4580" w="4579">
                  <a:moveTo>
                    <a:pt x="2289" y="154"/>
                  </a:moveTo>
                  <a:cubicBezTo>
                    <a:pt x="3466" y="154"/>
                    <a:pt x="4425" y="1112"/>
                    <a:pt x="4425" y="2290"/>
                  </a:cubicBezTo>
                  <a:cubicBezTo>
                    <a:pt x="4425" y="3468"/>
                    <a:pt x="3466" y="4425"/>
                    <a:pt x="2289" y="4425"/>
                  </a:cubicBezTo>
                  <a:cubicBezTo>
                    <a:pt x="1111" y="4425"/>
                    <a:pt x="154" y="3468"/>
                    <a:pt x="154" y="2290"/>
                  </a:cubicBezTo>
                  <a:cubicBezTo>
                    <a:pt x="154" y="1113"/>
                    <a:pt x="1111" y="154"/>
                    <a:pt x="2289" y="154"/>
                  </a:cubicBezTo>
                  <a:close/>
                  <a:moveTo>
                    <a:pt x="2289" y="0"/>
                  </a:moveTo>
                  <a:cubicBezTo>
                    <a:pt x="1026" y="0"/>
                    <a:pt x="0" y="1028"/>
                    <a:pt x="0" y="2290"/>
                  </a:cubicBezTo>
                  <a:cubicBezTo>
                    <a:pt x="0" y="3552"/>
                    <a:pt x="1026" y="4579"/>
                    <a:pt x="2289" y="4579"/>
                  </a:cubicBezTo>
                  <a:cubicBezTo>
                    <a:pt x="3551" y="4579"/>
                    <a:pt x="4579" y="3552"/>
                    <a:pt x="4579" y="2290"/>
                  </a:cubicBezTo>
                  <a:cubicBezTo>
                    <a:pt x="4579" y="1028"/>
                    <a:pt x="3551" y="0"/>
                    <a:pt x="2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1" name="Google Shape;1951;p35"/>
          <p:cNvGrpSpPr/>
          <p:nvPr/>
        </p:nvGrpSpPr>
        <p:grpSpPr>
          <a:xfrm>
            <a:off x="5312917" y="3045099"/>
            <a:ext cx="3288108" cy="2164123"/>
            <a:chOff x="5312917" y="3045099"/>
            <a:chExt cx="3288108" cy="2164123"/>
          </a:xfrm>
        </p:grpSpPr>
        <p:sp>
          <p:nvSpPr>
            <p:cNvPr id="1952" name="Google Shape;1952;p35"/>
            <p:cNvSpPr/>
            <p:nvPr/>
          </p:nvSpPr>
          <p:spPr>
            <a:xfrm>
              <a:off x="6484616" y="4292587"/>
              <a:ext cx="554005" cy="916586"/>
            </a:xfrm>
            <a:custGeom>
              <a:rect b="b" l="l" r="r" t="t"/>
              <a:pathLst>
                <a:path extrusionOk="0" h="17726" w="10714">
                  <a:moveTo>
                    <a:pt x="1237" y="0"/>
                  </a:moveTo>
                  <a:cubicBezTo>
                    <a:pt x="553" y="0"/>
                    <a:pt x="0" y="553"/>
                    <a:pt x="0" y="1237"/>
                  </a:cubicBezTo>
                  <a:cubicBezTo>
                    <a:pt x="0" y="1920"/>
                    <a:pt x="553" y="2474"/>
                    <a:pt x="1237" y="2474"/>
                  </a:cubicBezTo>
                  <a:cubicBezTo>
                    <a:pt x="1539" y="2474"/>
                    <a:pt x="1813" y="2362"/>
                    <a:pt x="2026" y="2182"/>
                  </a:cubicBezTo>
                  <a:lnTo>
                    <a:pt x="5616" y="5771"/>
                  </a:lnTo>
                  <a:lnTo>
                    <a:pt x="5616" y="12797"/>
                  </a:lnTo>
                  <a:cubicBezTo>
                    <a:pt x="5616" y="12839"/>
                    <a:pt x="5632" y="12878"/>
                    <a:pt x="5662" y="12906"/>
                  </a:cubicBezTo>
                  <a:cubicBezTo>
                    <a:pt x="5662" y="12906"/>
                    <a:pt x="10291" y="17537"/>
                    <a:pt x="10437" y="17681"/>
                  </a:cubicBezTo>
                  <a:cubicBezTo>
                    <a:pt x="10466" y="17711"/>
                    <a:pt x="10505" y="17726"/>
                    <a:pt x="10544" y="17726"/>
                  </a:cubicBezTo>
                  <a:cubicBezTo>
                    <a:pt x="10584" y="17726"/>
                    <a:pt x="10623" y="17710"/>
                    <a:pt x="10654" y="17681"/>
                  </a:cubicBezTo>
                  <a:cubicBezTo>
                    <a:pt x="10713" y="17620"/>
                    <a:pt x="10713" y="17524"/>
                    <a:pt x="10653" y="17463"/>
                  </a:cubicBezTo>
                  <a:lnTo>
                    <a:pt x="10654" y="17463"/>
                  </a:lnTo>
                  <a:cubicBezTo>
                    <a:pt x="10517" y="17327"/>
                    <a:pt x="6402" y="13211"/>
                    <a:pt x="5924" y="12733"/>
                  </a:cubicBezTo>
                  <a:lnTo>
                    <a:pt x="5924" y="5708"/>
                  </a:lnTo>
                  <a:cubicBezTo>
                    <a:pt x="5924" y="5667"/>
                    <a:pt x="5908" y="5627"/>
                    <a:pt x="5879" y="5599"/>
                  </a:cubicBezTo>
                  <a:lnTo>
                    <a:pt x="2238" y="1959"/>
                  </a:lnTo>
                  <a:cubicBezTo>
                    <a:pt x="2386" y="1754"/>
                    <a:pt x="2475" y="1507"/>
                    <a:pt x="2475" y="1237"/>
                  </a:cubicBezTo>
                  <a:cubicBezTo>
                    <a:pt x="2475" y="553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5"/>
            <p:cNvSpPr/>
            <p:nvPr/>
          </p:nvSpPr>
          <p:spPr>
            <a:xfrm>
              <a:off x="6521639" y="4329559"/>
              <a:ext cx="53932" cy="53932"/>
            </a:xfrm>
            <a:custGeom>
              <a:rect b="b" l="l" r="r" t="t"/>
              <a:pathLst>
                <a:path extrusionOk="0" h="1043" w="1043">
                  <a:moveTo>
                    <a:pt x="521" y="0"/>
                  </a:moveTo>
                  <a:cubicBezTo>
                    <a:pt x="234" y="0"/>
                    <a:pt x="1" y="234"/>
                    <a:pt x="1" y="522"/>
                  </a:cubicBezTo>
                  <a:cubicBezTo>
                    <a:pt x="1" y="809"/>
                    <a:pt x="234" y="1043"/>
                    <a:pt x="521" y="1043"/>
                  </a:cubicBezTo>
                  <a:cubicBezTo>
                    <a:pt x="809" y="1043"/>
                    <a:pt x="1042" y="810"/>
                    <a:pt x="1042" y="522"/>
                  </a:cubicBezTo>
                  <a:cubicBezTo>
                    <a:pt x="1042" y="234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35"/>
            <p:cNvSpPr/>
            <p:nvPr/>
          </p:nvSpPr>
          <p:spPr>
            <a:xfrm>
              <a:off x="6595480" y="4109381"/>
              <a:ext cx="1277356" cy="1062404"/>
            </a:xfrm>
            <a:custGeom>
              <a:rect b="b" l="l" r="r" t="t"/>
              <a:pathLst>
                <a:path extrusionOk="0" h="20546" w="24703">
                  <a:moveTo>
                    <a:pt x="1238" y="0"/>
                  </a:moveTo>
                  <a:cubicBezTo>
                    <a:pt x="555" y="0"/>
                    <a:pt x="1" y="553"/>
                    <a:pt x="1" y="1237"/>
                  </a:cubicBezTo>
                  <a:cubicBezTo>
                    <a:pt x="1" y="1920"/>
                    <a:pt x="555" y="2474"/>
                    <a:pt x="1238" y="2474"/>
                  </a:cubicBezTo>
                  <a:cubicBezTo>
                    <a:pt x="1922" y="2474"/>
                    <a:pt x="2415" y="1972"/>
                    <a:pt x="2466" y="1335"/>
                  </a:cubicBezTo>
                  <a:lnTo>
                    <a:pt x="11270" y="1335"/>
                  </a:lnTo>
                  <a:lnTo>
                    <a:pt x="14731" y="4796"/>
                  </a:lnTo>
                  <a:cubicBezTo>
                    <a:pt x="14759" y="4825"/>
                    <a:pt x="14798" y="4841"/>
                    <a:pt x="14839" y="4841"/>
                  </a:cubicBezTo>
                  <a:lnTo>
                    <a:pt x="19653" y="4841"/>
                  </a:lnTo>
                  <a:lnTo>
                    <a:pt x="21522" y="6710"/>
                  </a:lnTo>
                  <a:lnTo>
                    <a:pt x="21522" y="17534"/>
                  </a:lnTo>
                  <a:cubicBezTo>
                    <a:pt x="21522" y="17574"/>
                    <a:pt x="21539" y="17615"/>
                    <a:pt x="21567" y="17643"/>
                  </a:cubicBezTo>
                  <a:lnTo>
                    <a:pt x="24425" y="20500"/>
                  </a:lnTo>
                  <a:cubicBezTo>
                    <a:pt x="24455" y="20531"/>
                    <a:pt x="24494" y="20545"/>
                    <a:pt x="24533" y="20545"/>
                  </a:cubicBezTo>
                  <a:cubicBezTo>
                    <a:pt x="24573" y="20545"/>
                    <a:pt x="24612" y="20530"/>
                    <a:pt x="24642" y="20500"/>
                  </a:cubicBezTo>
                  <a:cubicBezTo>
                    <a:pt x="24702" y="20440"/>
                    <a:pt x="24702" y="20343"/>
                    <a:pt x="24642" y="20283"/>
                  </a:cubicBezTo>
                  <a:lnTo>
                    <a:pt x="21830" y="17470"/>
                  </a:lnTo>
                  <a:lnTo>
                    <a:pt x="21830" y="6646"/>
                  </a:lnTo>
                  <a:cubicBezTo>
                    <a:pt x="21830" y="6606"/>
                    <a:pt x="21814" y="6566"/>
                    <a:pt x="21785" y="6537"/>
                  </a:cubicBezTo>
                  <a:lnTo>
                    <a:pt x="19826" y="4579"/>
                  </a:lnTo>
                  <a:cubicBezTo>
                    <a:pt x="19797" y="4550"/>
                    <a:pt x="19758" y="4534"/>
                    <a:pt x="19717" y="4534"/>
                  </a:cubicBezTo>
                  <a:lnTo>
                    <a:pt x="14903" y="4534"/>
                  </a:lnTo>
                  <a:lnTo>
                    <a:pt x="11442" y="1072"/>
                  </a:lnTo>
                  <a:cubicBezTo>
                    <a:pt x="11413" y="1044"/>
                    <a:pt x="11374" y="1027"/>
                    <a:pt x="11333" y="1027"/>
                  </a:cubicBezTo>
                  <a:lnTo>
                    <a:pt x="2455" y="1027"/>
                  </a:lnTo>
                  <a:cubicBezTo>
                    <a:pt x="2354" y="445"/>
                    <a:pt x="1850" y="0"/>
                    <a:pt x="1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35"/>
            <p:cNvSpPr/>
            <p:nvPr/>
          </p:nvSpPr>
          <p:spPr>
            <a:xfrm>
              <a:off x="6632608" y="4146405"/>
              <a:ext cx="53880" cy="53880"/>
            </a:xfrm>
            <a:custGeom>
              <a:rect b="b" l="l" r="r" t="t"/>
              <a:pathLst>
                <a:path extrusionOk="0" h="1042" w="1042">
                  <a:moveTo>
                    <a:pt x="520" y="0"/>
                  </a:moveTo>
                  <a:cubicBezTo>
                    <a:pt x="233" y="0"/>
                    <a:pt x="0" y="233"/>
                    <a:pt x="0" y="521"/>
                  </a:cubicBezTo>
                  <a:cubicBezTo>
                    <a:pt x="0" y="809"/>
                    <a:pt x="233" y="1042"/>
                    <a:pt x="520" y="1042"/>
                  </a:cubicBezTo>
                  <a:cubicBezTo>
                    <a:pt x="809" y="1042"/>
                    <a:pt x="1042" y="809"/>
                    <a:pt x="1042" y="521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35"/>
            <p:cNvSpPr/>
            <p:nvPr/>
          </p:nvSpPr>
          <p:spPr>
            <a:xfrm>
              <a:off x="7652367" y="3874672"/>
              <a:ext cx="446038" cy="1297109"/>
            </a:xfrm>
            <a:custGeom>
              <a:rect b="b" l="l" r="r" t="t"/>
              <a:pathLst>
                <a:path extrusionOk="0" h="25085" w="8626">
                  <a:moveTo>
                    <a:pt x="1237" y="1"/>
                  </a:moveTo>
                  <a:cubicBezTo>
                    <a:pt x="554" y="1"/>
                    <a:pt x="0" y="555"/>
                    <a:pt x="0" y="1238"/>
                  </a:cubicBezTo>
                  <a:cubicBezTo>
                    <a:pt x="0" y="1922"/>
                    <a:pt x="554" y="2475"/>
                    <a:pt x="1237" y="2475"/>
                  </a:cubicBezTo>
                  <a:cubicBezTo>
                    <a:pt x="1505" y="2475"/>
                    <a:pt x="1751" y="2389"/>
                    <a:pt x="1953" y="2243"/>
                  </a:cubicBezTo>
                  <a:lnTo>
                    <a:pt x="3697" y="3987"/>
                  </a:lnTo>
                  <a:cubicBezTo>
                    <a:pt x="3725" y="4015"/>
                    <a:pt x="3764" y="4032"/>
                    <a:pt x="3806" y="4032"/>
                  </a:cubicBezTo>
                  <a:lnTo>
                    <a:pt x="8318" y="4032"/>
                  </a:lnTo>
                  <a:lnTo>
                    <a:pt x="8318" y="8698"/>
                  </a:lnTo>
                  <a:lnTo>
                    <a:pt x="5868" y="11149"/>
                  </a:lnTo>
                  <a:cubicBezTo>
                    <a:pt x="5838" y="11178"/>
                    <a:pt x="5823" y="11217"/>
                    <a:pt x="5823" y="11257"/>
                  </a:cubicBezTo>
                  <a:lnTo>
                    <a:pt x="5823" y="24930"/>
                  </a:lnTo>
                  <a:cubicBezTo>
                    <a:pt x="5823" y="25016"/>
                    <a:pt x="5891" y="25084"/>
                    <a:pt x="5975" y="25084"/>
                  </a:cubicBezTo>
                  <a:cubicBezTo>
                    <a:pt x="6060" y="25084"/>
                    <a:pt x="6129" y="25016"/>
                    <a:pt x="6129" y="24930"/>
                  </a:cubicBezTo>
                  <a:lnTo>
                    <a:pt x="6129" y="11321"/>
                  </a:lnTo>
                  <a:lnTo>
                    <a:pt x="8581" y="8871"/>
                  </a:lnTo>
                  <a:cubicBezTo>
                    <a:pt x="8609" y="8842"/>
                    <a:pt x="8626" y="8803"/>
                    <a:pt x="8626" y="8762"/>
                  </a:cubicBezTo>
                  <a:lnTo>
                    <a:pt x="8626" y="3878"/>
                  </a:lnTo>
                  <a:cubicBezTo>
                    <a:pt x="8626" y="3793"/>
                    <a:pt x="8557" y="3724"/>
                    <a:pt x="8472" y="3724"/>
                  </a:cubicBezTo>
                  <a:lnTo>
                    <a:pt x="3870" y="3724"/>
                  </a:lnTo>
                  <a:lnTo>
                    <a:pt x="2178" y="2033"/>
                  </a:lnTo>
                  <a:cubicBezTo>
                    <a:pt x="2360" y="1818"/>
                    <a:pt x="2475" y="1542"/>
                    <a:pt x="2475" y="1238"/>
                  </a:cubicBezTo>
                  <a:cubicBezTo>
                    <a:pt x="2475" y="555"/>
                    <a:pt x="1920" y="1"/>
                    <a:pt x="12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5"/>
            <p:cNvSpPr/>
            <p:nvPr/>
          </p:nvSpPr>
          <p:spPr>
            <a:xfrm>
              <a:off x="7689391" y="3911748"/>
              <a:ext cx="53932" cy="53880"/>
            </a:xfrm>
            <a:custGeom>
              <a:rect b="b" l="l" r="r" t="t"/>
              <a:pathLst>
                <a:path extrusionOk="0" h="1042" w="1043">
                  <a:moveTo>
                    <a:pt x="521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5"/>
            <p:cNvSpPr/>
            <p:nvPr/>
          </p:nvSpPr>
          <p:spPr>
            <a:xfrm>
              <a:off x="7484157" y="3118888"/>
              <a:ext cx="1031999" cy="2052881"/>
            </a:xfrm>
            <a:custGeom>
              <a:rect b="b" l="l" r="r" t="t"/>
              <a:pathLst>
                <a:path extrusionOk="0" h="39701" w="19958">
                  <a:moveTo>
                    <a:pt x="1238" y="0"/>
                  </a:moveTo>
                  <a:cubicBezTo>
                    <a:pt x="554" y="0"/>
                    <a:pt x="0" y="553"/>
                    <a:pt x="0" y="1237"/>
                  </a:cubicBezTo>
                  <a:cubicBezTo>
                    <a:pt x="0" y="1920"/>
                    <a:pt x="554" y="2474"/>
                    <a:pt x="1238" y="2474"/>
                  </a:cubicBezTo>
                  <a:cubicBezTo>
                    <a:pt x="1524" y="2474"/>
                    <a:pt x="1784" y="2373"/>
                    <a:pt x="1993" y="2210"/>
                  </a:cubicBezTo>
                  <a:lnTo>
                    <a:pt x="4924" y="5141"/>
                  </a:lnTo>
                  <a:cubicBezTo>
                    <a:pt x="4953" y="5170"/>
                    <a:pt x="4992" y="5186"/>
                    <a:pt x="5033" y="5186"/>
                  </a:cubicBezTo>
                  <a:lnTo>
                    <a:pt x="16261" y="5186"/>
                  </a:lnTo>
                  <a:lnTo>
                    <a:pt x="19650" y="8574"/>
                  </a:lnTo>
                  <a:lnTo>
                    <a:pt x="19650" y="12148"/>
                  </a:lnTo>
                  <a:lnTo>
                    <a:pt x="16379" y="15419"/>
                  </a:lnTo>
                  <a:cubicBezTo>
                    <a:pt x="16351" y="15449"/>
                    <a:pt x="16334" y="15488"/>
                    <a:pt x="16334" y="15528"/>
                  </a:cubicBezTo>
                  <a:lnTo>
                    <a:pt x="16334" y="28800"/>
                  </a:lnTo>
                  <a:lnTo>
                    <a:pt x="13172" y="31963"/>
                  </a:lnTo>
                  <a:cubicBezTo>
                    <a:pt x="13142" y="31991"/>
                    <a:pt x="13127" y="32030"/>
                    <a:pt x="13127" y="32072"/>
                  </a:cubicBezTo>
                  <a:lnTo>
                    <a:pt x="13127" y="39546"/>
                  </a:lnTo>
                  <a:cubicBezTo>
                    <a:pt x="13127" y="39632"/>
                    <a:pt x="13196" y="39700"/>
                    <a:pt x="13281" y="39700"/>
                  </a:cubicBezTo>
                  <a:cubicBezTo>
                    <a:pt x="13365" y="39700"/>
                    <a:pt x="13434" y="39632"/>
                    <a:pt x="13434" y="39546"/>
                  </a:cubicBezTo>
                  <a:lnTo>
                    <a:pt x="13434" y="32135"/>
                  </a:lnTo>
                  <a:lnTo>
                    <a:pt x="16597" y="28973"/>
                  </a:lnTo>
                  <a:cubicBezTo>
                    <a:pt x="16625" y="28943"/>
                    <a:pt x="16642" y="28904"/>
                    <a:pt x="16642" y="28864"/>
                  </a:cubicBezTo>
                  <a:lnTo>
                    <a:pt x="16642" y="15592"/>
                  </a:lnTo>
                  <a:lnTo>
                    <a:pt x="19911" y="12321"/>
                  </a:lnTo>
                  <a:cubicBezTo>
                    <a:pt x="19941" y="12292"/>
                    <a:pt x="19958" y="12253"/>
                    <a:pt x="19958" y="12212"/>
                  </a:cubicBezTo>
                  <a:lnTo>
                    <a:pt x="19958" y="8511"/>
                  </a:lnTo>
                  <a:cubicBezTo>
                    <a:pt x="19958" y="8470"/>
                    <a:pt x="19941" y="8430"/>
                    <a:pt x="19911" y="8402"/>
                  </a:cubicBezTo>
                  <a:lnTo>
                    <a:pt x="19913" y="8402"/>
                  </a:lnTo>
                  <a:lnTo>
                    <a:pt x="16434" y="4924"/>
                  </a:lnTo>
                  <a:cubicBezTo>
                    <a:pt x="16405" y="4894"/>
                    <a:pt x="16366" y="4879"/>
                    <a:pt x="16325" y="4879"/>
                  </a:cubicBezTo>
                  <a:lnTo>
                    <a:pt x="5096" y="4879"/>
                  </a:lnTo>
                  <a:lnTo>
                    <a:pt x="2211" y="1993"/>
                  </a:lnTo>
                  <a:cubicBezTo>
                    <a:pt x="2374" y="1783"/>
                    <a:pt x="2474" y="1523"/>
                    <a:pt x="2474" y="1237"/>
                  </a:cubicBezTo>
                  <a:cubicBezTo>
                    <a:pt x="2474" y="553"/>
                    <a:pt x="1921" y="0"/>
                    <a:pt x="1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5"/>
            <p:cNvSpPr/>
            <p:nvPr/>
          </p:nvSpPr>
          <p:spPr>
            <a:xfrm>
              <a:off x="7521181" y="3155912"/>
              <a:ext cx="53984" cy="53932"/>
            </a:xfrm>
            <a:custGeom>
              <a:rect b="b" l="l" r="r" t="t"/>
              <a:pathLst>
                <a:path extrusionOk="0" h="1043" w="1044">
                  <a:moveTo>
                    <a:pt x="522" y="1"/>
                  </a:moveTo>
                  <a:cubicBezTo>
                    <a:pt x="235" y="1"/>
                    <a:pt x="0" y="233"/>
                    <a:pt x="0" y="521"/>
                  </a:cubicBezTo>
                  <a:cubicBezTo>
                    <a:pt x="0" y="809"/>
                    <a:pt x="233" y="1042"/>
                    <a:pt x="522" y="1042"/>
                  </a:cubicBezTo>
                  <a:cubicBezTo>
                    <a:pt x="809" y="1042"/>
                    <a:pt x="1043" y="809"/>
                    <a:pt x="1043" y="521"/>
                  </a:cubicBezTo>
                  <a:cubicBezTo>
                    <a:pt x="1043" y="233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5"/>
            <p:cNvSpPr/>
            <p:nvPr/>
          </p:nvSpPr>
          <p:spPr>
            <a:xfrm>
              <a:off x="8547042" y="3045099"/>
              <a:ext cx="53984" cy="53880"/>
            </a:xfrm>
            <a:custGeom>
              <a:rect b="b" l="l" r="r" t="t"/>
              <a:pathLst>
                <a:path extrusionOk="0" h="1042" w="1044">
                  <a:moveTo>
                    <a:pt x="522" y="0"/>
                  </a:moveTo>
                  <a:cubicBezTo>
                    <a:pt x="235" y="0"/>
                    <a:pt x="1" y="233"/>
                    <a:pt x="1" y="520"/>
                  </a:cubicBezTo>
                  <a:cubicBezTo>
                    <a:pt x="1" y="809"/>
                    <a:pt x="235" y="1042"/>
                    <a:pt x="522" y="1042"/>
                  </a:cubicBezTo>
                  <a:cubicBezTo>
                    <a:pt x="811" y="1042"/>
                    <a:pt x="1043" y="809"/>
                    <a:pt x="1043" y="520"/>
                  </a:cubicBezTo>
                  <a:cubicBezTo>
                    <a:pt x="1043" y="233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35"/>
            <p:cNvSpPr/>
            <p:nvPr/>
          </p:nvSpPr>
          <p:spPr>
            <a:xfrm>
              <a:off x="8256487" y="3771357"/>
              <a:ext cx="56104" cy="56104"/>
            </a:xfrm>
            <a:custGeom>
              <a:rect b="b" l="l" r="r" t="t"/>
              <a:pathLst>
                <a:path extrusionOk="0" h="1085" w="1085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3" y="1085"/>
                    <a:pt x="1085" y="842"/>
                    <a:pt x="1085" y="543"/>
                  </a:cubicBezTo>
                  <a:cubicBezTo>
                    <a:pt x="1085" y="243"/>
                    <a:pt x="843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35"/>
            <p:cNvSpPr/>
            <p:nvPr/>
          </p:nvSpPr>
          <p:spPr>
            <a:xfrm>
              <a:off x="8168943" y="3683813"/>
              <a:ext cx="56155" cy="56104"/>
            </a:xfrm>
            <a:custGeom>
              <a:rect b="b" l="l" r="r" t="t"/>
              <a:pathLst>
                <a:path extrusionOk="0" h="1085" w="1086">
                  <a:moveTo>
                    <a:pt x="544" y="1"/>
                  </a:moveTo>
                  <a:cubicBezTo>
                    <a:pt x="243" y="1"/>
                    <a:pt x="1" y="244"/>
                    <a:pt x="1" y="543"/>
                  </a:cubicBezTo>
                  <a:cubicBezTo>
                    <a:pt x="1" y="843"/>
                    <a:pt x="243" y="1085"/>
                    <a:pt x="544" y="1085"/>
                  </a:cubicBezTo>
                  <a:cubicBezTo>
                    <a:pt x="843" y="1085"/>
                    <a:pt x="1085" y="843"/>
                    <a:pt x="1085" y="543"/>
                  </a:cubicBezTo>
                  <a:cubicBezTo>
                    <a:pt x="1085" y="244"/>
                    <a:pt x="843" y="1"/>
                    <a:pt x="5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35"/>
            <p:cNvSpPr/>
            <p:nvPr/>
          </p:nvSpPr>
          <p:spPr>
            <a:xfrm>
              <a:off x="8078969" y="3593839"/>
              <a:ext cx="56104" cy="56104"/>
            </a:xfrm>
            <a:custGeom>
              <a:rect b="b" l="l" r="r" t="t"/>
              <a:pathLst>
                <a:path extrusionOk="0" h="1085" w="1085">
                  <a:moveTo>
                    <a:pt x="543" y="1"/>
                  </a:moveTo>
                  <a:cubicBezTo>
                    <a:pt x="244" y="1"/>
                    <a:pt x="1" y="244"/>
                    <a:pt x="1" y="543"/>
                  </a:cubicBezTo>
                  <a:cubicBezTo>
                    <a:pt x="1" y="842"/>
                    <a:pt x="244" y="1085"/>
                    <a:pt x="543" y="1085"/>
                  </a:cubicBezTo>
                  <a:cubicBezTo>
                    <a:pt x="843" y="1085"/>
                    <a:pt x="1085" y="842"/>
                    <a:pt x="1085" y="543"/>
                  </a:cubicBezTo>
                  <a:cubicBezTo>
                    <a:pt x="1085" y="244"/>
                    <a:pt x="843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5"/>
            <p:cNvSpPr/>
            <p:nvPr/>
          </p:nvSpPr>
          <p:spPr>
            <a:xfrm>
              <a:off x="7189414" y="4627870"/>
              <a:ext cx="56104" cy="56104"/>
            </a:xfrm>
            <a:custGeom>
              <a:rect b="b" l="l" r="r" t="t"/>
              <a:pathLst>
                <a:path extrusionOk="0" h="1085" w="1085">
                  <a:moveTo>
                    <a:pt x="542" y="0"/>
                  </a:moveTo>
                  <a:cubicBezTo>
                    <a:pt x="243" y="0"/>
                    <a:pt x="1" y="243"/>
                    <a:pt x="1" y="542"/>
                  </a:cubicBezTo>
                  <a:cubicBezTo>
                    <a:pt x="1" y="842"/>
                    <a:pt x="243" y="1084"/>
                    <a:pt x="542" y="1084"/>
                  </a:cubicBezTo>
                  <a:cubicBezTo>
                    <a:pt x="841" y="1084"/>
                    <a:pt x="1085" y="842"/>
                    <a:pt x="1085" y="542"/>
                  </a:cubicBezTo>
                  <a:cubicBezTo>
                    <a:pt x="1085" y="243"/>
                    <a:pt x="841" y="0"/>
                    <a:pt x="5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5"/>
            <p:cNvSpPr/>
            <p:nvPr/>
          </p:nvSpPr>
          <p:spPr>
            <a:xfrm>
              <a:off x="7101870" y="4540326"/>
              <a:ext cx="56104" cy="56104"/>
            </a:xfrm>
            <a:custGeom>
              <a:rect b="b" l="l" r="r" t="t"/>
              <a:pathLst>
                <a:path extrusionOk="0" h="1085" w="1085">
                  <a:moveTo>
                    <a:pt x="542" y="0"/>
                  </a:moveTo>
                  <a:cubicBezTo>
                    <a:pt x="243" y="0"/>
                    <a:pt x="1" y="243"/>
                    <a:pt x="1" y="542"/>
                  </a:cubicBezTo>
                  <a:cubicBezTo>
                    <a:pt x="1" y="842"/>
                    <a:pt x="243" y="1084"/>
                    <a:pt x="542" y="1084"/>
                  </a:cubicBezTo>
                  <a:cubicBezTo>
                    <a:pt x="843" y="1084"/>
                    <a:pt x="1085" y="842"/>
                    <a:pt x="1085" y="542"/>
                  </a:cubicBezTo>
                  <a:cubicBezTo>
                    <a:pt x="1085" y="243"/>
                    <a:pt x="843" y="0"/>
                    <a:pt x="5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5"/>
            <p:cNvSpPr/>
            <p:nvPr/>
          </p:nvSpPr>
          <p:spPr>
            <a:xfrm>
              <a:off x="7011895" y="4450352"/>
              <a:ext cx="56104" cy="56104"/>
            </a:xfrm>
            <a:custGeom>
              <a:rect b="b" l="l" r="r" t="t"/>
              <a:pathLst>
                <a:path extrusionOk="0" h="1085" w="1085">
                  <a:moveTo>
                    <a:pt x="543" y="0"/>
                  </a:moveTo>
                  <a:cubicBezTo>
                    <a:pt x="243" y="0"/>
                    <a:pt x="1" y="243"/>
                    <a:pt x="1" y="543"/>
                  </a:cubicBezTo>
                  <a:cubicBezTo>
                    <a:pt x="1" y="842"/>
                    <a:pt x="243" y="1084"/>
                    <a:pt x="543" y="1084"/>
                  </a:cubicBezTo>
                  <a:cubicBezTo>
                    <a:pt x="842" y="1084"/>
                    <a:pt x="1085" y="842"/>
                    <a:pt x="1085" y="543"/>
                  </a:cubicBezTo>
                  <a:cubicBezTo>
                    <a:pt x="1085" y="243"/>
                    <a:pt x="842" y="0"/>
                    <a:pt x="5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5"/>
            <p:cNvSpPr/>
            <p:nvPr/>
          </p:nvSpPr>
          <p:spPr>
            <a:xfrm>
              <a:off x="6733441" y="4547204"/>
              <a:ext cx="81027" cy="81027"/>
            </a:xfrm>
            <a:custGeom>
              <a:rect b="b" l="l" r="r" t="t"/>
              <a:pathLst>
                <a:path extrusionOk="0" h="1567" w="1567">
                  <a:moveTo>
                    <a:pt x="783" y="1"/>
                  </a:moveTo>
                  <a:cubicBezTo>
                    <a:pt x="351" y="1"/>
                    <a:pt x="1" y="351"/>
                    <a:pt x="1" y="784"/>
                  </a:cubicBezTo>
                  <a:cubicBezTo>
                    <a:pt x="1" y="1216"/>
                    <a:pt x="351" y="1566"/>
                    <a:pt x="783" y="1566"/>
                  </a:cubicBezTo>
                  <a:cubicBezTo>
                    <a:pt x="1216" y="1566"/>
                    <a:pt x="1566" y="1216"/>
                    <a:pt x="1566" y="784"/>
                  </a:cubicBezTo>
                  <a:cubicBezTo>
                    <a:pt x="1566" y="351"/>
                    <a:pt x="1216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5"/>
            <p:cNvSpPr/>
            <p:nvPr/>
          </p:nvSpPr>
          <p:spPr>
            <a:xfrm>
              <a:off x="6655515" y="4469278"/>
              <a:ext cx="236825" cy="236877"/>
            </a:xfrm>
            <a:custGeom>
              <a:rect b="b" l="l" r="r" t="t"/>
              <a:pathLst>
                <a:path extrusionOk="0" h="4581" w="4580">
                  <a:moveTo>
                    <a:pt x="2290" y="156"/>
                  </a:moveTo>
                  <a:cubicBezTo>
                    <a:pt x="3468" y="156"/>
                    <a:pt x="4426" y="1113"/>
                    <a:pt x="4426" y="2291"/>
                  </a:cubicBezTo>
                  <a:cubicBezTo>
                    <a:pt x="4426" y="3468"/>
                    <a:pt x="3468" y="4427"/>
                    <a:pt x="2290" y="4427"/>
                  </a:cubicBezTo>
                  <a:cubicBezTo>
                    <a:pt x="1113" y="4427"/>
                    <a:pt x="154" y="3468"/>
                    <a:pt x="154" y="2291"/>
                  </a:cubicBezTo>
                  <a:cubicBezTo>
                    <a:pt x="154" y="1113"/>
                    <a:pt x="1113" y="156"/>
                    <a:pt x="2290" y="156"/>
                  </a:cubicBezTo>
                  <a:close/>
                  <a:moveTo>
                    <a:pt x="2290" y="1"/>
                  </a:moveTo>
                  <a:cubicBezTo>
                    <a:pt x="1028" y="1"/>
                    <a:pt x="1" y="1028"/>
                    <a:pt x="1" y="2291"/>
                  </a:cubicBezTo>
                  <a:cubicBezTo>
                    <a:pt x="1" y="3553"/>
                    <a:pt x="1028" y="4580"/>
                    <a:pt x="2290" y="4580"/>
                  </a:cubicBezTo>
                  <a:cubicBezTo>
                    <a:pt x="3553" y="4580"/>
                    <a:pt x="4579" y="3553"/>
                    <a:pt x="4579" y="2291"/>
                  </a:cubicBezTo>
                  <a:cubicBezTo>
                    <a:pt x="4579" y="1028"/>
                    <a:pt x="3553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5"/>
            <p:cNvSpPr/>
            <p:nvPr/>
          </p:nvSpPr>
          <p:spPr>
            <a:xfrm>
              <a:off x="7202651" y="4863251"/>
              <a:ext cx="80976" cy="81027"/>
            </a:xfrm>
            <a:custGeom>
              <a:rect b="b" l="l" r="r" t="t"/>
              <a:pathLst>
                <a:path extrusionOk="0" h="1567" w="1566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6"/>
                    <a:pt x="350" y="1566"/>
                    <a:pt x="783" y="1566"/>
                  </a:cubicBezTo>
                  <a:cubicBezTo>
                    <a:pt x="1215" y="1566"/>
                    <a:pt x="1565" y="1216"/>
                    <a:pt x="1565" y="783"/>
                  </a:cubicBezTo>
                  <a:cubicBezTo>
                    <a:pt x="1565" y="351"/>
                    <a:pt x="1215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5"/>
            <p:cNvSpPr/>
            <p:nvPr/>
          </p:nvSpPr>
          <p:spPr>
            <a:xfrm>
              <a:off x="7924100" y="4417982"/>
              <a:ext cx="81027" cy="81079"/>
            </a:xfrm>
            <a:custGeom>
              <a:rect b="b" l="l" r="r" t="t"/>
              <a:pathLst>
                <a:path extrusionOk="0" h="1568" w="1567">
                  <a:moveTo>
                    <a:pt x="784" y="1"/>
                  </a:moveTo>
                  <a:cubicBezTo>
                    <a:pt x="351" y="1"/>
                    <a:pt x="0" y="352"/>
                    <a:pt x="0" y="785"/>
                  </a:cubicBezTo>
                  <a:cubicBezTo>
                    <a:pt x="0" y="1216"/>
                    <a:pt x="351" y="1567"/>
                    <a:pt x="784" y="1567"/>
                  </a:cubicBezTo>
                  <a:cubicBezTo>
                    <a:pt x="1215" y="1567"/>
                    <a:pt x="1567" y="1216"/>
                    <a:pt x="1567" y="785"/>
                  </a:cubicBezTo>
                  <a:cubicBezTo>
                    <a:pt x="1567" y="352"/>
                    <a:pt x="1215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5"/>
            <p:cNvSpPr/>
            <p:nvPr/>
          </p:nvSpPr>
          <p:spPr>
            <a:xfrm>
              <a:off x="7846225" y="4340108"/>
              <a:ext cx="236773" cy="236825"/>
            </a:xfrm>
            <a:custGeom>
              <a:rect b="b" l="l" r="r" t="t"/>
              <a:pathLst>
                <a:path extrusionOk="0" h="4580" w="4579">
                  <a:moveTo>
                    <a:pt x="2290" y="154"/>
                  </a:moveTo>
                  <a:cubicBezTo>
                    <a:pt x="3467" y="154"/>
                    <a:pt x="4425" y="1112"/>
                    <a:pt x="4425" y="2291"/>
                  </a:cubicBezTo>
                  <a:cubicBezTo>
                    <a:pt x="4425" y="3468"/>
                    <a:pt x="3467" y="4426"/>
                    <a:pt x="2290" y="4426"/>
                  </a:cubicBezTo>
                  <a:cubicBezTo>
                    <a:pt x="1113" y="4426"/>
                    <a:pt x="154" y="3468"/>
                    <a:pt x="154" y="2291"/>
                  </a:cubicBezTo>
                  <a:cubicBezTo>
                    <a:pt x="154" y="1112"/>
                    <a:pt x="1113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7" y="1"/>
                    <a:pt x="0" y="1028"/>
                    <a:pt x="0" y="2291"/>
                  </a:cubicBezTo>
                  <a:cubicBezTo>
                    <a:pt x="0" y="3553"/>
                    <a:pt x="1027" y="4579"/>
                    <a:pt x="2290" y="4579"/>
                  </a:cubicBezTo>
                  <a:cubicBezTo>
                    <a:pt x="3553" y="4579"/>
                    <a:pt x="4579" y="3553"/>
                    <a:pt x="4579" y="2291"/>
                  </a:cubicBezTo>
                  <a:cubicBezTo>
                    <a:pt x="4579" y="1028"/>
                    <a:pt x="3553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5"/>
            <p:cNvSpPr/>
            <p:nvPr/>
          </p:nvSpPr>
          <p:spPr>
            <a:xfrm>
              <a:off x="8284979" y="3337722"/>
              <a:ext cx="81079" cy="81027"/>
            </a:xfrm>
            <a:custGeom>
              <a:rect b="b" l="l" r="r" t="t"/>
              <a:pathLst>
                <a:path extrusionOk="0" h="1567" w="1568">
                  <a:moveTo>
                    <a:pt x="783" y="0"/>
                  </a:moveTo>
                  <a:cubicBezTo>
                    <a:pt x="352" y="0"/>
                    <a:pt x="1" y="351"/>
                    <a:pt x="1" y="783"/>
                  </a:cubicBezTo>
                  <a:cubicBezTo>
                    <a:pt x="1" y="1216"/>
                    <a:pt x="352" y="1567"/>
                    <a:pt x="783" y="1567"/>
                  </a:cubicBezTo>
                  <a:cubicBezTo>
                    <a:pt x="1216" y="1567"/>
                    <a:pt x="1567" y="1216"/>
                    <a:pt x="1567" y="783"/>
                  </a:cubicBezTo>
                  <a:cubicBezTo>
                    <a:pt x="1567" y="351"/>
                    <a:pt x="1216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5"/>
            <p:cNvSpPr/>
            <p:nvPr/>
          </p:nvSpPr>
          <p:spPr>
            <a:xfrm>
              <a:off x="8207105" y="3259848"/>
              <a:ext cx="236825" cy="236773"/>
            </a:xfrm>
            <a:custGeom>
              <a:rect b="b" l="l" r="r" t="t"/>
              <a:pathLst>
                <a:path extrusionOk="0" h="4579" w="4580">
                  <a:moveTo>
                    <a:pt x="2291" y="154"/>
                  </a:moveTo>
                  <a:cubicBezTo>
                    <a:pt x="3468" y="154"/>
                    <a:pt x="4426" y="1111"/>
                    <a:pt x="4426" y="2289"/>
                  </a:cubicBezTo>
                  <a:cubicBezTo>
                    <a:pt x="4426" y="3468"/>
                    <a:pt x="3468" y="4425"/>
                    <a:pt x="2291" y="4425"/>
                  </a:cubicBezTo>
                  <a:cubicBezTo>
                    <a:pt x="1112" y="4425"/>
                    <a:pt x="154" y="3468"/>
                    <a:pt x="154" y="2289"/>
                  </a:cubicBezTo>
                  <a:cubicBezTo>
                    <a:pt x="154" y="1111"/>
                    <a:pt x="1112" y="154"/>
                    <a:pt x="2291" y="154"/>
                  </a:cubicBezTo>
                  <a:close/>
                  <a:moveTo>
                    <a:pt x="2291" y="0"/>
                  </a:moveTo>
                  <a:cubicBezTo>
                    <a:pt x="1028" y="0"/>
                    <a:pt x="1" y="1028"/>
                    <a:pt x="1" y="2289"/>
                  </a:cubicBezTo>
                  <a:cubicBezTo>
                    <a:pt x="1" y="3552"/>
                    <a:pt x="1028" y="4579"/>
                    <a:pt x="2291" y="4579"/>
                  </a:cubicBezTo>
                  <a:cubicBezTo>
                    <a:pt x="3552" y="4579"/>
                    <a:pt x="4579" y="3552"/>
                    <a:pt x="4579" y="2289"/>
                  </a:cubicBezTo>
                  <a:cubicBezTo>
                    <a:pt x="4579" y="1028"/>
                    <a:pt x="3552" y="0"/>
                    <a:pt x="2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5"/>
            <p:cNvSpPr/>
            <p:nvPr/>
          </p:nvSpPr>
          <p:spPr>
            <a:xfrm>
              <a:off x="7943904" y="3317038"/>
              <a:ext cx="122394" cy="122394"/>
            </a:xfrm>
            <a:custGeom>
              <a:rect b="b" l="l" r="r" t="t"/>
              <a:pathLst>
                <a:path extrusionOk="0" h="2367" w="2367">
                  <a:moveTo>
                    <a:pt x="1184" y="154"/>
                  </a:moveTo>
                  <a:cubicBezTo>
                    <a:pt x="1751" y="154"/>
                    <a:pt x="2213" y="615"/>
                    <a:pt x="2213" y="1183"/>
                  </a:cubicBezTo>
                  <a:cubicBezTo>
                    <a:pt x="2213" y="1752"/>
                    <a:pt x="1751" y="2213"/>
                    <a:pt x="1184" y="2213"/>
                  </a:cubicBezTo>
                  <a:cubicBezTo>
                    <a:pt x="616" y="2213"/>
                    <a:pt x="154" y="1752"/>
                    <a:pt x="154" y="1183"/>
                  </a:cubicBezTo>
                  <a:cubicBezTo>
                    <a:pt x="154" y="615"/>
                    <a:pt x="616" y="154"/>
                    <a:pt x="1184" y="154"/>
                  </a:cubicBezTo>
                  <a:close/>
                  <a:moveTo>
                    <a:pt x="1184" y="1"/>
                  </a:moveTo>
                  <a:cubicBezTo>
                    <a:pt x="531" y="1"/>
                    <a:pt x="0" y="530"/>
                    <a:pt x="0" y="1183"/>
                  </a:cubicBezTo>
                  <a:cubicBezTo>
                    <a:pt x="0" y="1836"/>
                    <a:pt x="531" y="2366"/>
                    <a:pt x="1184" y="2366"/>
                  </a:cubicBezTo>
                  <a:cubicBezTo>
                    <a:pt x="1836" y="2366"/>
                    <a:pt x="2367" y="1836"/>
                    <a:pt x="2367" y="1183"/>
                  </a:cubicBezTo>
                  <a:cubicBezTo>
                    <a:pt x="2367" y="530"/>
                    <a:pt x="1836" y="1"/>
                    <a:pt x="11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5"/>
            <p:cNvSpPr/>
            <p:nvPr/>
          </p:nvSpPr>
          <p:spPr>
            <a:xfrm>
              <a:off x="5737830" y="4152868"/>
              <a:ext cx="188426" cy="1056354"/>
            </a:xfrm>
            <a:custGeom>
              <a:rect b="b" l="l" r="r" t="t"/>
              <a:pathLst>
                <a:path extrusionOk="0" h="20429" w="3644">
                  <a:moveTo>
                    <a:pt x="2406" y="1"/>
                  </a:moveTo>
                  <a:cubicBezTo>
                    <a:pt x="1723" y="1"/>
                    <a:pt x="1169" y="555"/>
                    <a:pt x="1169" y="1238"/>
                  </a:cubicBezTo>
                  <a:cubicBezTo>
                    <a:pt x="1169" y="1525"/>
                    <a:pt x="1270" y="1785"/>
                    <a:pt x="1434" y="1994"/>
                  </a:cubicBezTo>
                  <a:lnTo>
                    <a:pt x="46" y="3382"/>
                  </a:lnTo>
                  <a:cubicBezTo>
                    <a:pt x="17" y="3410"/>
                    <a:pt x="1" y="3449"/>
                    <a:pt x="1" y="3491"/>
                  </a:cubicBezTo>
                  <a:lnTo>
                    <a:pt x="1" y="13384"/>
                  </a:lnTo>
                  <a:cubicBezTo>
                    <a:pt x="1" y="13424"/>
                    <a:pt x="17" y="13463"/>
                    <a:pt x="46" y="13493"/>
                  </a:cubicBezTo>
                  <a:lnTo>
                    <a:pt x="2189" y="15636"/>
                  </a:lnTo>
                  <a:lnTo>
                    <a:pt x="2189" y="20275"/>
                  </a:lnTo>
                  <a:cubicBezTo>
                    <a:pt x="2189" y="20359"/>
                    <a:pt x="2258" y="20429"/>
                    <a:pt x="2343" y="20429"/>
                  </a:cubicBezTo>
                  <a:cubicBezTo>
                    <a:pt x="2428" y="20429"/>
                    <a:pt x="2496" y="20359"/>
                    <a:pt x="2496" y="20275"/>
                  </a:cubicBezTo>
                  <a:lnTo>
                    <a:pt x="2496" y="15572"/>
                  </a:lnTo>
                  <a:cubicBezTo>
                    <a:pt x="2496" y="15531"/>
                    <a:pt x="2480" y="15492"/>
                    <a:pt x="2451" y="15464"/>
                  </a:cubicBezTo>
                  <a:lnTo>
                    <a:pt x="308" y="13320"/>
                  </a:lnTo>
                  <a:lnTo>
                    <a:pt x="308" y="3554"/>
                  </a:lnTo>
                  <a:lnTo>
                    <a:pt x="1650" y="2211"/>
                  </a:lnTo>
                  <a:lnTo>
                    <a:pt x="1651" y="2211"/>
                  </a:lnTo>
                  <a:cubicBezTo>
                    <a:pt x="1860" y="2375"/>
                    <a:pt x="2120" y="2476"/>
                    <a:pt x="2406" y="2476"/>
                  </a:cubicBezTo>
                  <a:cubicBezTo>
                    <a:pt x="3090" y="2476"/>
                    <a:pt x="3643" y="1922"/>
                    <a:pt x="3643" y="1238"/>
                  </a:cubicBezTo>
                  <a:cubicBezTo>
                    <a:pt x="3643" y="555"/>
                    <a:pt x="3090" y="1"/>
                    <a:pt x="2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35"/>
            <p:cNvSpPr/>
            <p:nvPr/>
          </p:nvSpPr>
          <p:spPr>
            <a:xfrm>
              <a:off x="5835302" y="4189944"/>
              <a:ext cx="53932" cy="53932"/>
            </a:xfrm>
            <a:custGeom>
              <a:rect b="b" l="l" r="r" t="t"/>
              <a:pathLst>
                <a:path extrusionOk="0" h="1043" w="1043">
                  <a:moveTo>
                    <a:pt x="521" y="0"/>
                  </a:moveTo>
                  <a:cubicBezTo>
                    <a:pt x="233" y="0"/>
                    <a:pt x="0" y="234"/>
                    <a:pt x="0" y="521"/>
                  </a:cubicBezTo>
                  <a:cubicBezTo>
                    <a:pt x="0" y="809"/>
                    <a:pt x="233" y="1043"/>
                    <a:pt x="521" y="1043"/>
                  </a:cubicBezTo>
                  <a:cubicBezTo>
                    <a:pt x="809" y="1043"/>
                    <a:pt x="1043" y="809"/>
                    <a:pt x="1043" y="521"/>
                  </a:cubicBezTo>
                  <a:cubicBezTo>
                    <a:pt x="1043" y="234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35"/>
            <p:cNvSpPr/>
            <p:nvPr/>
          </p:nvSpPr>
          <p:spPr>
            <a:xfrm>
              <a:off x="5925793" y="4025353"/>
              <a:ext cx="484354" cy="1183815"/>
            </a:xfrm>
            <a:custGeom>
              <a:rect b="b" l="l" r="r" t="t"/>
              <a:pathLst>
                <a:path extrusionOk="0" h="22894" w="9367">
                  <a:moveTo>
                    <a:pt x="1897" y="1"/>
                  </a:moveTo>
                  <a:cubicBezTo>
                    <a:pt x="1214" y="1"/>
                    <a:pt x="661" y="555"/>
                    <a:pt x="661" y="1238"/>
                  </a:cubicBezTo>
                  <a:cubicBezTo>
                    <a:pt x="661" y="1847"/>
                    <a:pt x="1103" y="2352"/>
                    <a:pt x="1683" y="2454"/>
                  </a:cubicBezTo>
                  <a:lnTo>
                    <a:pt x="1683" y="8153"/>
                  </a:lnTo>
                  <a:lnTo>
                    <a:pt x="46" y="9790"/>
                  </a:lnTo>
                  <a:cubicBezTo>
                    <a:pt x="17" y="9819"/>
                    <a:pt x="1" y="9858"/>
                    <a:pt x="1" y="9899"/>
                  </a:cubicBezTo>
                  <a:lnTo>
                    <a:pt x="1" y="13697"/>
                  </a:lnTo>
                  <a:cubicBezTo>
                    <a:pt x="1" y="13738"/>
                    <a:pt x="17" y="13778"/>
                    <a:pt x="46" y="13806"/>
                  </a:cubicBezTo>
                  <a:lnTo>
                    <a:pt x="9090" y="22849"/>
                  </a:lnTo>
                  <a:cubicBezTo>
                    <a:pt x="9119" y="22879"/>
                    <a:pt x="9158" y="22894"/>
                    <a:pt x="9198" y="22894"/>
                  </a:cubicBezTo>
                  <a:cubicBezTo>
                    <a:pt x="9237" y="22894"/>
                    <a:pt x="9276" y="22879"/>
                    <a:pt x="9307" y="22849"/>
                  </a:cubicBezTo>
                  <a:cubicBezTo>
                    <a:pt x="9366" y="22790"/>
                    <a:pt x="9366" y="22692"/>
                    <a:pt x="9307" y="22631"/>
                  </a:cubicBezTo>
                  <a:lnTo>
                    <a:pt x="308" y="13634"/>
                  </a:lnTo>
                  <a:lnTo>
                    <a:pt x="308" y="9963"/>
                  </a:lnTo>
                  <a:lnTo>
                    <a:pt x="1946" y="8326"/>
                  </a:lnTo>
                  <a:cubicBezTo>
                    <a:pt x="1974" y="8297"/>
                    <a:pt x="1991" y="8258"/>
                    <a:pt x="1991" y="8217"/>
                  </a:cubicBezTo>
                  <a:lnTo>
                    <a:pt x="1991" y="2466"/>
                  </a:lnTo>
                  <a:cubicBezTo>
                    <a:pt x="2629" y="2417"/>
                    <a:pt x="3135" y="1890"/>
                    <a:pt x="3135" y="1238"/>
                  </a:cubicBezTo>
                  <a:cubicBezTo>
                    <a:pt x="3135" y="555"/>
                    <a:pt x="2580" y="1"/>
                    <a:pt x="18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35"/>
            <p:cNvSpPr/>
            <p:nvPr/>
          </p:nvSpPr>
          <p:spPr>
            <a:xfrm>
              <a:off x="5996893" y="4062429"/>
              <a:ext cx="53984" cy="53880"/>
            </a:xfrm>
            <a:custGeom>
              <a:rect b="b" l="l" r="r" t="t"/>
              <a:pathLst>
                <a:path extrusionOk="0" h="1042" w="1044">
                  <a:moveTo>
                    <a:pt x="522" y="0"/>
                  </a:moveTo>
                  <a:cubicBezTo>
                    <a:pt x="235" y="0"/>
                    <a:pt x="1" y="233"/>
                    <a:pt x="1" y="521"/>
                  </a:cubicBezTo>
                  <a:cubicBezTo>
                    <a:pt x="1" y="809"/>
                    <a:pt x="235" y="1042"/>
                    <a:pt x="522" y="1042"/>
                  </a:cubicBezTo>
                  <a:cubicBezTo>
                    <a:pt x="811" y="1042"/>
                    <a:pt x="1043" y="809"/>
                    <a:pt x="1043" y="521"/>
                  </a:cubicBezTo>
                  <a:cubicBezTo>
                    <a:pt x="1043" y="233"/>
                    <a:pt x="811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35"/>
            <p:cNvSpPr/>
            <p:nvPr/>
          </p:nvSpPr>
          <p:spPr>
            <a:xfrm>
              <a:off x="5576031" y="4457126"/>
              <a:ext cx="138372" cy="752049"/>
            </a:xfrm>
            <a:custGeom>
              <a:rect b="b" l="l" r="r" t="t"/>
              <a:pathLst>
                <a:path extrusionOk="0" h="14544" w="2676">
                  <a:moveTo>
                    <a:pt x="1438" y="0"/>
                  </a:moveTo>
                  <a:cubicBezTo>
                    <a:pt x="755" y="0"/>
                    <a:pt x="200" y="555"/>
                    <a:pt x="200" y="1238"/>
                  </a:cubicBezTo>
                  <a:cubicBezTo>
                    <a:pt x="200" y="1525"/>
                    <a:pt x="302" y="1786"/>
                    <a:pt x="466" y="1996"/>
                  </a:cubicBezTo>
                  <a:lnTo>
                    <a:pt x="45" y="2417"/>
                  </a:lnTo>
                  <a:cubicBezTo>
                    <a:pt x="17" y="2445"/>
                    <a:pt x="1" y="2484"/>
                    <a:pt x="1" y="2526"/>
                  </a:cubicBezTo>
                  <a:lnTo>
                    <a:pt x="1" y="8856"/>
                  </a:lnTo>
                  <a:cubicBezTo>
                    <a:pt x="1" y="8896"/>
                    <a:pt x="17" y="8935"/>
                    <a:pt x="45" y="8965"/>
                  </a:cubicBezTo>
                  <a:lnTo>
                    <a:pt x="1990" y="10908"/>
                  </a:lnTo>
                  <a:lnTo>
                    <a:pt x="1990" y="14390"/>
                  </a:lnTo>
                  <a:cubicBezTo>
                    <a:pt x="1990" y="14475"/>
                    <a:pt x="2059" y="14544"/>
                    <a:pt x="2144" y="14544"/>
                  </a:cubicBezTo>
                  <a:cubicBezTo>
                    <a:pt x="2229" y="14544"/>
                    <a:pt x="2297" y="14475"/>
                    <a:pt x="2297" y="14390"/>
                  </a:cubicBezTo>
                  <a:lnTo>
                    <a:pt x="2297" y="10846"/>
                  </a:lnTo>
                  <a:cubicBezTo>
                    <a:pt x="2297" y="10804"/>
                    <a:pt x="2281" y="10765"/>
                    <a:pt x="2253" y="10737"/>
                  </a:cubicBezTo>
                  <a:lnTo>
                    <a:pt x="308" y="8792"/>
                  </a:lnTo>
                  <a:lnTo>
                    <a:pt x="308" y="2589"/>
                  </a:lnTo>
                  <a:lnTo>
                    <a:pt x="684" y="2213"/>
                  </a:lnTo>
                  <a:lnTo>
                    <a:pt x="685" y="2213"/>
                  </a:lnTo>
                  <a:cubicBezTo>
                    <a:pt x="894" y="2375"/>
                    <a:pt x="1153" y="2475"/>
                    <a:pt x="1438" y="2475"/>
                  </a:cubicBezTo>
                  <a:cubicBezTo>
                    <a:pt x="2121" y="2475"/>
                    <a:pt x="2676" y="1921"/>
                    <a:pt x="2676" y="1238"/>
                  </a:cubicBezTo>
                  <a:cubicBezTo>
                    <a:pt x="2676" y="555"/>
                    <a:pt x="2121" y="0"/>
                    <a:pt x="1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35"/>
            <p:cNvSpPr/>
            <p:nvPr/>
          </p:nvSpPr>
          <p:spPr>
            <a:xfrm>
              <a:off x="5623397" y="4494150"/>
              <a:ext cx="53984" cy="53984"/>
            </a:xfrm>
            <a:custGeom>
              <a:rect b="b" l="l" r="r" t="t"/>
              <a:pathLst>
                <a:path extrusionOk="0" h="1044" w="1044">
                  <a:moveTo>
                    <a:pt x="522" y="1"/>
                  </a:moveTo>
                  <a:cubicBezTo>
                    <a:pt x="235" y="1"/>
                    <a:pt x="1" y="234"/>
                    <a:pt x="1" y="522"/>
                  </a:cubicBezTo>
                  <a:cubicBezTo>
                    <a:pt x="1" y="809"/>
                    <a:pt x="235" y="1044"/>
                    <a:pt x="522" y="1044"/>
                  </a:cubicBezTo>
                  <a:cubicBezTo>
                    <a:pt x="809" y="1044"/>
                    <a:pt x="1043" y="809"/>
                    <a:pt x="1043" y="522"/>
                  </a:cubicBezTo>
                  <a:cubicBezTo>
                    <a:pt x="1043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35"/>
            <p:cNvSpPr/>
            <p:nvPr/>
          </p:nvSpPr>
          <p:spPr>
            <a:xfrm>
              <a:off x="6361134" y="4534018"/>
              <a:ext cx="56104" cy="56104"/>
            </a:xfrm>
            <a:custGeom>
              <a:rect b="b" l="l" r="r" t="t"/>
              <a:pathLst>
                <a:path extrusionOk="0" h="1085" w="1085">
                  <a:moveTo>
                    <a:pt x="543" y="1"/>
                  </a:moveTo>
                  <a:cubicBezTo>
                    <a:pt x="244" y="1"/>
                    <a:pt x="0" y="243"/>
                    <a:pt x="0" y="542"/>
                  </a:cubicBezTo>
                  <a:cubicBezTo>
                    <a:pt x="0" y="842"/>
                    <a:pt x="244" y="1085"/>
                    <a:pt x="543" y="1085"/>
                  </a:cubicBezTo>
                  <a:cubicBezTo>
                    <a:pt x="842" y="1085"/>
                    <a:pt x="1084" y="842"/>
                    <a:pt x="1084" y="542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35"/>
            <p:cNvSpPr/>
            <p:nvPr/>
          </p:nvSpPr>
          <p:spPr>
            <a:xfrm>
              <a:off x="6273642" y="4446474"/>
              <a:ext cx="56104" cy="56104"/>
            </a:xfrm>
            <a:custGeom>
              <a:rect b="b" l="l" r="r" t="t"/>
              <a:pathLst>
                <a:path extrusionOk="0" h="1085" w="1085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1" y="1085"/>
                    <a:pt x="1085" y="842"/>
                    <a:pt x="1085" y="543"/>
                  </a:cubicBezTo>
                  <a:cubicBezTo>
                    <a:pt x="1085" y="243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35"/>
            <p:cNvSpPr/>
            <p:nvPr/>
          </p:nvSpPr>
          <p:spPr>
            <a:xfrm>
              <a:off x="6183667" y="4356500"/>
              <a:ext cx="56104" cy="56104"/>
            </a:xfrm>
            <a:custGeom>
              <a:rect b="b" l="l" r="r" t="t"/>
              <a:pathLst>
                <a:path extrusionOk="0" h="1085" w="1085">
                  <a:moveTo>
                    <a:pt x="542" y="1"/>
                  </a:moveTo>
                  <a:cubicBezTo>
                    <a:pt x="243" y="1"/>
                    <a:pt x="0" y="244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cubicBezTo>
                    <a:pt x="842" y="1085"/>
                    <a:pt x="1084" y="842"/>
                    <a:pt x="1084" y="543"/>
                  </a:cubicBezTo>
                  <a:cubicBezTo>
                    <a:pt x="1084" y="244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35"/>
            <p:cNvSpPr/>
            <p:nvPr/>
          </p:nvSpPr>
          <p:spPr>
            <a:xfrm>
              <a:off x="5893320" y="4690956"/>
              <a:ext cx="80976" cy="81027"/>
            </a:xfrm>
            <a:custGeom>
              <a:rect b="b" l="l" r="r" t="t"/>
              <a:pathLst>
                <a:path extrusionOk="0" h="1567" w="1566">
                  <a:moveTo>
                    <a:pt x="783" y="0"/>
                  </a:moveTo>
                  <a:cubicBezTo>
                    <a:pt x="350" y="0"/>
                    <a:pt x="0" y="351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5" y="1567"/>
                    <a:pt x="1565" y="1216"/>
                    <a:pt x="1565" y="784"/>
                  </a:cubicBezTo>
                  <a:cubicBezTo>
                    <a:pt x="1565" y="351"/>
                    <a:pt x="1215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35"/>
            <p:cNvSpPr/>
            <p:nvPr/>
          </p:nvSpPr>
          <p:spPr>
            <a:xfrm>
              <a:off x="5815394" y="4613081"/>
              <a:ext cx="236825" cy="236773"/>
            </a:xfrm>
            <a:custGeom>
              <a:rect b="b" l="l" r="r" t="t"/>
              <a:pathLst>
                <a:path extrusionOk="0" h="4579" w="4580">
                  <a:moveTo>
                    <a:pt x="2290" y="154"/>
                  </a:moveTo>
                  <a:cubicBezTo>
                    <a:pt x="3467" y="154"/>
                    <a:pt x="4426" y="1111"/>
                    <a:pt x="4426" y="2290"/>
                  </a:cubicBezTo>
                  <a:cubicBezTo>
                    <a:pt x="4426" y="3468"/>
                    <a:pt x="3467" y="4425"/>
                    <a:pt x="2290" y="4425"/>
                  </a:cubicBezTo>
                  <a:cubicBezTo>
                    <a:pt x="1112" y="4425"/>
                    <a:pt x="155" y="3468"/>
                    <a:pt x="155" y="2290"/>
                  </a:cubicBezTo>
                  <a:cubicBezTo>
                    <a:pt x="155" y="1113"/>
                    <a:pt x="1112" y="154"/>
                    <a:pt x="2290" y="154"/>
                  </a:cubicBezTo>
                  <a:close/>
                  <a:moveTo>
                    <a:pt x="2290" y="0"/>
                  </a:moveTo>
                  <a:cubicBezTo>
                    <a:pt x="1027" y="0"/>
                    <a:pt x="1" y="1028"/>
                    <a:pt x="1" y="2290"/>
                  </a:cubicBezTo>
                  <a:cubicBezTo>
                    <a:pt x="1" y="3553"/>
                    <a:pt x="1027" y="4579"/>
                    <a:pt x="2290" y="4579"/>
                  </a:cubicBezTo>
                  <a:cubicBezTo>
                    <a:pt x="3552" y="4579"/>
                    <a:pt x="4580" y="3551"/>
                    <a:pt x="4580" y="2290"/>
                  </a:cubicBezTo>
                  <a:cubicBezTo>
                    <a:pt x="4580" y="1028"/>
                    <a:pt x="3552" y="0"/>
                    <a:pt x="22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35"/>
            <p:cNvSpPr/>
            <p:nvPr/>
          </p:nvSpPr>
          <p:spPr>
            <a:xfrm rot="-5400000">
              <a:off x="5312917" y="4315298"/>
              <a:ext cx="142048" cy="142048"/>
            </a:xfrm>
            <a:custGeom>
              <a:rect b="b" l="l" r="r" t="t"/>
              <a:pathLst>
                <a:path extrusionOk="0" h="2368" w="2368">
                  <a:moveTo>
                    <a:pt x="1184" y="154"/>
                  </a:moveTo>
                  <a:cubicBezTo>
                    <a:pt x="1751" y="154"/>
                    <a:pt x="2214" y="616"/>
                    <a:pt x="2214" y="1184"/>
                  </a:cubicBezTo>
                  <a:cubicBezTo>
                    <a:pt x="2214" y="1751"/>
                    <a:pt x="1751" y="2213"/>
                    <a:pt x="1184" y="2213"/>
                  </a:cubicBezTo>
                  <a:cubicBezTo>
                    <a:pt x="617" y="2213"/>
                    <a:pt x="156" y="1751"/>
                    <a:pt x="156" y="1184"/>
                  </a:cubicBezTo>
                  <a:cubicBezTo>
                    <a:pt x="156" y="616"/>
                    <a:pt x="617" y="154"/>
                    <a:pt x="1184" y="154"/>
                  </a:cubicBezTo>
                  <a:close/>
                  <a:moveTo>
                    <a:pt x="1184" y="0"/>
                  </a:moveTo>
                  <a:cubicBezTo>
                    <a:pt x="531" y="0"/>
                    <a:pt x="1" y="531"/>
                    <a:pt x="1" y="1184"/>
                  </a:cubicBezTo>
                  <a:cubicBezTo>
                    <a:pt x="1" y="1836"/>
                    <a:pt x="531" y="2367"/>
                    <a:pt x="1184" y="2367"/>
                  </a:cubicBezTo>
                  <a:cubicBezTo>
                    <a:pt x="1837" y="2367"/>
                    <a:pt x="2367" y="1836"/>
                    <a:pt x="2367" y="1184"/>
                  </a:cubicBezTo>
                  <a:cubicBezTo>
                    <a:pt x="2367" y="531"/>
                    <a:pt x="1837" y="0"/>
                    <a:pt x="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87" name="Google Shape;1987;p35" title="BalloonSa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9200" y="727450"/>
            <a:ext cx="3475525" cy="347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993" name="Google Shape;1993;p36"/>
          <p:cNvSpPr txBox="1"/>
          <p:nvPr>
            <p:ph idx="1" type="subTitle"/>
          </p:nvPr>
        </p:nvSpPr>
        <p:spPr>
          <a:xfrm>
            <a:off x="2802595" y="1814025"/>
            <a:ext cx="42735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Process</a:t>
            </a:r>
            <a:endParaRPr/>
          </a:p>
        </p:txBody>
      </p:sp>
      <p:sp>
        <p:nvSpPr>
          <p:cNvPr id="1994" name="Google Shape;1994;p36"/>
          <p:cNvSpPr txBox="1"/>
          <p:nvPr>
            <p:ph idx="3" type="subTitle"/>
          </p:nvPr>
        </p:nvSpPr>
        <p:spPr>
          <a:xfrm>
            <a:off x="2802595" y="3347650"/>
            <a:ext cx="42735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more thorough approach</a:t>
            </a:r>
            <a:endParaRPr/>
          </a:p>
        </p:txBody>
      </p:sp>
      <p:sp>
        <p:nvSpPr>
          <p:cNvPr id="1995" name="Google Shape;1995;p36"/>
          <p:cNvSpPr txBox="1"/>
          <p:nvPr>
            <p:ph idx="4" type="title"/>
          </p:nvPr>
        </p:nvSpPr>
        <p:spPr>
          <a:xfrm>
            <a:off x="2067905" y="1471202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96" name="Google Shape;1996;p36"/>
          <p:cNvSpPr txBox="1"/>
          <p:nvPr>
            <p:ph idx="5" type="title"/>
          </p:nvPr>
        </p:nvSpPr>
        <p:spPr>
          <a:xfrm>
            <a:off x="2067905" y="3004827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997" name="Google Shape;1997;p36"/>
          <p:cNvSpPr txBox="1"/>
          <p:nvPr>
            <p:ph idx="7" type="subTitle"/>
          </p:nvPr>
        </p:nvSpPr>
        <p:spPr>
          <a:xfrm>
            <a:off x="2802600" y="1471194"/>
            <a:ext cx="4273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</a:t>
            </a:r>
            <a:endParaRPr/>
          </a:p>
        </p:txBody>
      </p:sp>
      <p:sp>
        <p:nvSpPr>
          <p:cNvPr id="1998" name="Google Shape;1998;p36"/>
          <p:cNvSpPr txBox="1"/>
          <p:nvPr>
            <p:ph idx="9" type="subTitle"/>
          </p:nvPr>
        </p:nvSpPr>
        <p:spPr>
          <a:xfrm>
            <a:off x="2802600" y="3004819"/>
            <a:ext cx="4273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</a:t>
            </a:r>
            <a:endParaRPr/>
          </a:p>
        </p:txBody>
      </p:sp>
      <p:sp>
        <p:nvSpPr>
          <p:cNvPr id="1999" name="Google Shape;1999;p36"/>
          <p:cNvSpPr txBox="1"/>
          <p:nvPr>
            <p:ph idx="12" type="sldNum"/>
          </p:nvPr>
        </p:nvSpPr>
        <p:spPr>
          <a:xfrm>
            <a:off x="8424009" y="514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37"/>
          <p:cNvSpPr txBox="1"/>
          <p:nvPr>
            <p:ph type="title"/>
          </p:nvPr>
        </p:nvSpPr>
        <p:spPr>
          <a:xfrm>
            <a:off x="2792250" y="2104625"/>
            <a:ext cx="3784800" cy="13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37"/>
          <p:cNvSpPr txBox="1"/>
          <p:nvPr>
            <p:ph idx="2" type="title"/>
          </p:nvPr>
        </p:nvSpPr>
        <p:spPr>
          <a:xfrm>
            <a:off x="2792250" y="998675"/>
            <a:ext cx="12495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006" name="Google Shape;2006;p37"/>
          <p:cNvGrpSpPr/>
          <p:nvPr/>
        </p:nvGrpSpPr>
        <p:grpSpPr>
          <a:xfrm>
            <a:off x="724831" y="-43622"/>
            <a:ext cx="2207481" cy="1748498"/>
            <a:chOff x="724831" y="-43622"/>
            <a:chExt cx="2207481" cy="1748498"/>
          </a:xfrm>
        </p:grpSpPr>
        <p:sp>
          <p:nvSpPr>
            <p:cNvPr id="2007" name="Google Shape;2007;p37"/>
            <p:cNvSpPr/>
            <p:nvPr/>
          </p:nvSpPr>
          <p:spPr>
            <a:xfrm rot="5400000">
              <a:off x="2033378" y="-162905"/>
              <a:ext cx="765074" cy="1032795"/>
            </a:xfrm>
            <a:custGeom>
              <a:rect b="b" l="l" r="r" t="t"/>
              <a:pathLst>
                <a:path extrusionOk="0" h="20689" w="15326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4"/>
                    <a:pt x="0" y="202"/>
                    <a:pt x="59" y="262"/>
                  </a:cubicBezTo>
                  <a:lnTo>
                    <a:pt x="2055" y="2257"/>
                  </a:lnTo>
                  <a:lnTo>
                    <a:pt x="2055" y="4649"/>
                  </a:lnTo>
                  <a:cubicBezTo>
                    <a:pt x="2055" y="4689"/>
                    <a:pt x="2071" y="4728"/>
                    <a:pt x="2100" y="4756"/>
                  </a:cubicBezTo>
                  <a:lnTo>
                    <a:pt x="7439" y="10096"/>
                  </a:lnTo>
                  <a:cubicBezTo>
                    <a:pt x="7468" y="10125"/>
                    <a:pt x="7507" y="10141"/>
                    <a:pt x="7548" y="10141"/>
                  </a:cubicBezTo>
                  <a:lnTo>
                    <a:pt x="13590" y="10141"/>
                  </a:lnTo>
                  <a:lnTo>
                    <a:pt x="15018" y="11570"/>
                  </a:lnTo>
                  <a:lnTo>
                    <a:pt x="15018" y="14341"/>
                  </a:lnTo>
                  <a:lnTo>
                    <a:pt x="13328" y="16032"/>
                  </a:lnTo>
                  <a:lnTo>
                    <a:pt x="11834" y="16032"/>
                  </a:lnTo>
                  <a:cubicBezTo>
                    <a:pt x="11793" y="16032"/>
                    <a:pt x="11754" y="16048"/>
                    <a:pt x="11725" y="16077"/>
                  </a:cubicBezTo>
                  <a:lnTo>
                    <a:pt x="9898" y="17903"/>
                  </a:lnTo>
                  <a:cubicBezTo>
                    <a:pt x="9870" y="17932"/>
                    <a:pt x="9853" y="17972"/>
                    <a:pt x="9853" y="18012"/>
                  </a:cubicBezTo>
                  <a:lnTo>
                    <a:pt x="9853" y="20535"/>
                  </a:lnTo>
                  <a:cubicBezTo>
                    <a:pt x="9853" y="20619"/>
                    <a:pt x="9922" y="20688"/>
                    <a:pt x="10007" y="20688"/>
                  </a:cubicBezTo>
                  <a:cubicBezTo>
                    <a:pt x="10092" y="20688"/>
                    <a:pt x="10161" y="20620"/>
                    <a:pt x="10161" y="20535"/>
                  </a:cubicBezTo>
                  <a:lnTo>
                    <a:pt x="10161" y="18076"/>
                  </a:lnTo>
                  <a:lnTo>
                    <a:pt x="11897" y="16339"/>
                  </a:lnTo>
                  <a:lnTo>
                    <a:pt x="13392" y="16339"/>
                  </a:lnTo>
                  <a:cubicBezTo>
                    <a:pt x="13432" y="16339"/>
                    <a:pt x="13471" y="16324"/>
                    <a:pt x="13500" y="16294"/>
                  </a:cubicBezTo>
                  <a:lnTo>
                    <a:pt x="15281" y="14514"/>
                  </a:lnTo>
                  <a:cubicBezTo>
                    <a:pt x="15310" y="14484"/>
                    <a:pt x="15326" y="14445"/>
                    <a:pt x="15326" y="14405"/>
                  </a:cubicBezTo>
                  <a:lnTo>
                    <a:pt x="15326" y="11506"/>
                  </a:lnTo>
                  <a:cubicBezTo>
                    <a:pt x="15326" y="11466"/>
                    <a:pt x="15310" y="11427"/>
                    <a:pt x="15281" y="11398"/>
                  </a:cubicBezTo>
                  <a:lnTo>
                    <a:pt x="13762" y="9879"/>
                  </a:lnTo>
                  <a:cubicBezTo>
                    <a:pt x="13733" y="9850"/>
                    <a:pt x="13694" y="9834"/>
                    <a:pt x="13653" y="9834"/>
                  </a:cubicBezTo>
                  <a:lnTo>
                    <a:pt x="7612" y="9834"/>
                  </a:lnTo>
                  <a:lnTo>
                    <a:pt x="2362" y="4585"/>
                  </a:lnTo>
                  <a:lnTo>
                    <a:pt x="2362" y="2193"/>
                  </a:lnTo>
                  <a:cubicBezTo>
                    <a:pt x="2362" y="2153"/>
                    <a:pt x="2345" y="2114"/>
                    <a:pt x="2317" y="2084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37"/>
            <p:cNvSpPr/>
            <p:nvPr/>
          </p:nvSpPr>
          <p:spPr>
            <a:xfrm rot="5400000">
              <a:off x="1668250" y="-80837"/>
              <a:ext cx="817041" cy="920625"/>
            </a:xfrm>
            <a:custGeom>
              <a:rect b="b" l="l" r="r" t="t"/>
              <a:pathLst>
                <a:path extrusionOk="0" h="18442" w="16367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6"/>
                    <a:pt x="0" y="203"/>
                    <a:pt x="59" y="263"/>
                  </a:cubicBezTo>
                  <a:lnTo>
                    <a:pt x="6175" y="6377"/>
                  </a:lnTo>
                  <a:lnTo>
                    <a:pt x="6175" y="12362"/>
                  </a:lnTo>
                  <a:cubicBezTo>
                    <a:pt x="6175" y="12403"/>
                    <a:pt x="6191" y="12442"/>
                    <a:pt x="6219" y="12471"/>
                  </a:cubicBezTo>
                  <a:lnTo>
                    <a:pt x="9071" y="15323"/>
                  </a:lnTo>
                  <a:cubicBezTo>
                    <a:pt x="9100" y="15351"/>
                    <a:pt x="9139" y="15368"/>
                    <a:pt x="9180" y="15368"/>
                  </a:cubicBezTo>
                  <a:lnTo>
                    <a:pt x="14254" y="15368"/>
                  </a:lnTo>
                  <a:lnTo>
                    <a:pt x="16058" y="17172"/>
                  </a:lnTo>
                  <a:lnTo>
                    <a:pt x="16058" y="18288"/>
                  </a:lnTo>
                  <a:cubicBezTo>
                    <a:pt x="16058" y="18373"/>
                    <a:pt x="16127" y="18441"/>
                    <a:pt x="16211" y="18441"/>
                  </a:cubicBezTo>
                  <a:lnTo>
                    <a:pt x="16212" y="18441"/>
                  </a:lnTo>
                  <a:cubicBezTo>
                    <a:pt x="16296" y="18441"/>
                    <a:pt x="16366" y="18373"/>
                    <a:pt x="16366" y="18288"/>
                  </a:cubicBezTo>
                  <a:lnTo>
                    <a:pt x="16366" y="17108"/>
                  </a:lnTo>
                  <a:cubicBezTo>
                    <a:pt x="16366" y="17068"/>
                    <a:pt x="16350" y="17029"/>
                    <a:pt x="16321" y="16999"/>
                  </a:cubicBezTo>
                  <a:lnTo>
                    <a:pt x="14426" y="15105"/>
                  </a:lnTo>
                  <a:cubicBezTo>
                    <a:pt x="14398" y="15077"/>
                    <a:pt x="14359" y="15060"/>
                    <a:pt x="14317" y="15060"/>
                  </a:cubicBezTo>
                  <a:lnTo>
                    <a:pt x="9243" y="15060"/>
                  </a:lnTo>
                  <a:lnTo>
                    <a:pt x="6482" y="12299"/>
                  </a:lnTo>
                  <a:lnTo>
                    <a:pt x="6482" y="6313"/>
                  </a:lnTo>
                  <a:cubicBezTo>
                    <a:pt x="6482" y="6273"/>
                    <a:pt x="6465" y="6234"/>
                    <a:pt x="6437" y="6206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37"/>
            <p:cNvSpPr/>
            <p:nvPr/>
          </p:nvSpPr>
          <p:spPr>
            <a:xfrm rot="5400000">
              <a:off x="1355221" y="95955"/>
              <a:ext cx="1128492" cy="873700"/>
            </a:xfrm>
            <a:custGeom>
              <a:rect b="b" l="l" r="r" t="t"/>
              <a:pathLst>
                <a:path extrusionOk="0" h="17502" w="22606">
                  <a:moveTo>
                    <a:pt x="170" y="1"/>
                  </a:moveTo>
                  <a:cubicBezTo>
                    <a:pt x="130" y="1"/>
                    <a:pt x="91" y="16"/>
                    <a:pt x="61" y="45"/>
                  </a:cubicBezTo>
                  <a:cubicBezTo>
                    <a:pt x="1" y="106"/>
                    <a:pt x="1" y="204"/>
                    <a:pt x="61" y="263"/>
                  </a:cubicBezTo>
                  <a:lnTo>
                    <a:pt x="3137" y="3339"/>
                  </a:lnTo>
                  <a:lnTo>
                    <a:pt x="3137" y="8169"/>
                  </a:lnTo>
                  <a:cubicBezTo>
                    <a:pt x="3137" y="8209"/>
                    <a:pt x="3154" y="8250"/>
                    <a:pt x="3182" y="8278"/>
                  </a:cubicBezTo>
                  <a:lnTo>
                    <a:pt x="5189" y="10285"/>
                  </a:lnTo>
                  <a:lnTo>
                    <a:pt x="5189" y="13370"/>
                  </a:lnTo>
                  <a:cubicBezTo>
                    <a:pt x="5189" y="13411"/>
                    <a:pt x="5206" y="13450"/>
                    <a:pt x="5234" y="13478"/>
                  </a:cubicBezTo>
                  <a:lnTo>
                    <a:pt x="8536" y="16779"/>
                  </a:lnTo>
                  <a:cubicBezTo>
                    <a:pt x="8564" y="16809"/>
                    <a:pt x="8603" y="16824"/>
                    <a:pt x="8645" y="16824"/>
                  </a:cubicBezTo>
                  <a:lnTo>
                    <a:pt x="16881" y="16824"/>
                  </a:lnTo>
                  <a:lnTo>
                    <a:pt x="17514" y="17456"/>
                  </a:lnTo>
                  <a:cubicBezTo>
                    <a:pt x="17542" y="17485"/>
                    <a:pt x="17581" y="17501"/>
                    <a:pt x="17622" y="17501"/>
                  </a:cubicBezTo>
                  <a:lnTo>
                    <a:pt x="21542" y="17501"/>
                  </a:lnTo>
                  <a:cubicBezTo>
                    <a:pt x="21583" y="17501"/>
                    <a:pt x="21622" y="17485"/>
                    <a:pt x="21651" y="17456"/>
                  </a:cubicBezTo>
                  <a:lnTo>
                    <a:pt x="22545" y="16563"/>
                  </a:lnTo>
                  <a:cubicBezTo>
                    <a:pt x="22605" y="16502"/>
                    <a:pt x="22605" y="16406"/>
                    <a:pt x="22545" y="16345"/>
                  </a:cubicBezTo>
                  <a:cubicBezTo>
                    <a:pt x="22515" y="16315"/>
                    <a:pt x="22475" y="16300"/>
                    <a:pt x="22436" y="16300"/>
                  </a:cubicBezTo>
                  <a:cubicBezTo>
                    <a:pt x="22397" y="16300"/>
                    <a:pt x="22357" y="16315"/>
                    <a:pt x="22327" y="16345"/>
                  </a:cubicBezTo>
                  <a:lnTo>
                    <a:pt x="21479" y="17194"/>
                  </a:lnTo>
                  <a:lnTo>
                    <a:pt x="17685" y="17194"/>
                  </a:lnTo>
                  <a:lnTo>
                    <a:pt x="17054" y="16562"/>
                  </a:lnTo>
                  <a:cubicBezTo>
                    <a:pt x="17025" y="16533"/>
                    <a:pt x="16985" y="16517"/>
                    <a:pt x="16945" y="16517"/>
                  </a:cubicBezTo>
                  <a:lnTo>
                    <a:pt x="8707" y="16517"/>
                  </a:lnTo>
                  <a:lnTo>
                    <a:pt x="5497" y="13306"/>
                  </a:lnTo>
                  <a:lnTo>
                    <a:pt x="5497" y="10222"/>
                  </a:lnTo>
                  <a:cubicBezTo>
                    <a:pt x="5497" y="10181"/>
                    <a:pt x="5481" y="10142"/>
                    <a:pt x="5452" y="10113"/>
                  </a:cubicBezTo>
                  <a:lnTo>
                    <a:pt x="3444" y="8105"/>
                  </a:lnTo>
                  <a:lnTo>
                    <a:pt x="3444" y="3275"/>
                  </a:lnTo>
                  <a:cubicBezTo>
                    <a:pt x="3444" y="3234"/>
                    <a:pt x="3428" y="3195"/>
                    <a:pt x="3399" y="3166"/>
                  </a:cubicBezTo>
                  <a:lnTo>
                    <a:pt x="279" y="45"/>
                  </a:lnTo>
                  <a:cubicBezTo>
                    <a:pt x="248" y="16"/>
                    <a:pt x="209" y="1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 rot="5400000">
              <a:off x="695422" y="453657"/>
              <a:ext cx="1143767" cy="214007"/>
            </a:xfrm>
            <a:custGeom>
              <a:rect b="b" l="l" r="r" t="t"/>
              <a:pathLst>
                <a:path extrusionOk="0" h="4287" w="22912">
                  <a:moveTo>
                    <a:pt x="169" y="1"/>
                  </a:moveTo>
                  <a:cubicBezTo>
                    <a:pt x="129" y="1"/>
                    <a:pt x="90" y="16"/>
                    <a:pt x="60" y="46"/>
                  </a:cubicBezTo>
                  <a:cubicBezTo>
                    <a:pt x="0" y="105"/>
                    <a:pt x="0" y="203"/>
                    <a:pt x="60" y="263"/>
                  </a:cubicBezTo>
                  <a:lnTo>
                    <a:pt x="1720" y="1923"/>
                  </a:lnTo>
                  <a:cubicBezTo>
                    <a:pt x="1748" y="1952"/>
                    <a:pt x="1789" y="1968"/>
                    <a:pt x="1829" y="1968"/>
                  </a:cubicBezTo>
                  <a:lnTo>
                    <a:pt x="7052" y="1968"/>
                  </a:lnTo>
                  <a:lnTo>
                    <a:pt x="8195" y="3110"/>
                  </a:lnTo>
                  <a:cubicBezTo>
                    <a:pt x="8223" y="3140"/>
                    <a:pt x="8262" y="3156"/>
                    <a:pt x="8304" y="3156"/>
                  </a:cubicBezTo>
                  <a:lnTo>
                    <a:pt x="15072" y="3156"/>
                  </a:lnTo>
                  <a:lnTo>
                    <a:pt x="16157" y="4240"/>
                  </a:lnTo>
                  <a:cubicBezTo>
                    <a:pt x="16185" y="4270"/>
                    <a:pt x="16224" y="4286"/>
                    <a:pt x="16266" y="4286"/>
                  </a:cubicBezTo>
                  <a:lnTo>
                    <a:pt x="20601" y="4286"/>
                  </a:lnTo>
                  <a:lnTo>
                    <a:pt x="20601" y="4285"/>
                  </a:lnTo>
                  <a:cubicBezTo>
                    <a:pt x="20642" y="4285"/>
                    <a:pt x="20681" y="4270"/>
                    <a:pt x="20709" y="4240"/>
                  </a:cubicBezTo>
                  <a:lnTo>
                    <a:pt x="22852" y="2098"/>
                  </a:lnTo>
                  <a:cubicBezTo>
                    <a:pt x="22912" y="2038"/>
                    <a:pt x="22912" y="1941"/>
                    <a:pt x="22852" y="1881"/>
                  </a:cubicBezTo>
                  <a:cubicBezTo>
                    <a:pt x="22821" y="1851"/>
                    <a:pt x="22782" y="1836"/>
                    <a:pt x="22743" y="1836"/>
                  </a:cubicBezTo>
                  <a:cubicBezTo>
                    <a:pt x="22703" y="1836"/>
                    <a:pt x="22664" y="1851"/>
                    <a:pt x="22634" y="1881"/>
                  </a:cubicBezTo>
                  <a:lnTo>
                    <a:pt x="20537" y="3978"/>
                  </a:lnTo>
                  <a:lnTo>
                    <a:pt x="16328" y="3978"/>
                  </a:lnTo>
                  <a:lnTo>
                    <a:pt x="15244" y="2894"/>
                  </a:lnTo>
                  <a:cubicBezTo>
                    <a:pt x="15215" y="2864"/>
                    <a:pt x="15176" y="2848"/>
                    <a:pt x="15135" y="2848"/>
                  </a:cubicBezTo>
                  <a:lnTo>
                    <a:pt x="8366" y="2848"/>
                  </a:lnTo>
                  <a:lnTo>
                    <a:pt x="7224" y="1706"/>
                  </a:lnTo>
                  <a:cubicBezTo>
                    <a:pt x="7195" y="1677"/>
                    <a:pt x="7156" y="1661"/>
                    <a:pt x="7116" y="1661"/>
                  </a:cubicBezTo>
                  <a:lnTo>
                    <a:pt x="1893" y="1661"/>
                  </a:lnTo>
                  <a:lnTo>
                    <a:pt x="278" y="46"/>
                  </a:lnTo>
                  <a:cubicBezTo>
                    <a:pt x="248" y="16"/>
                    <a:pt x="208" y="1"/>
                    <a:pt x="1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37"/>
            <p:cNvSpPr/>
            <p:nvPr/>
          </p:nvSpPr>
          <p:spPr>
            <a:xfrm rot="5400000">
              <a:off x="171102" y="727917"/>
              <a:ext cx="1667727" cy="124650"/>
            </a:xfrm>
            <a:custGeom>
              <a:rect b="b" l="l" r="r" t="t"/>
              <a:pathLst>
                <a:path extrusionOk="0" h="2497" w="33408">
                  <a:moveTo>
                    <a:pt x="29290" y="1"/>
                  </a:moveTo>
                  <a:cubicBezTo>
                    <a:pt x="29248" y="1"/>
                    <a:pt x="29209" y="16"/>
                    <a:pt x="29181" y="46"/>
                  </a:cubicBezTo>
                  <a:lnTo>
                    <a:pt x="27265" y="1961"/>
                  </a:lnTo>
                  <a:lnTo>
                    <a:pt x="18260" y="1961"/>
                  </a:lnTo>
                  <a:lnTo>
                    <a:pt x="16612" y="314"/>
                  </a:lnTo>
                  <a:cubicBezTo>
                    <a:pt x="16584" y="284"/>
                    <a:pt x="16545" y="269"/>
                    <a:pt x="16503" y="269"/>
                  </a:cubicBezTo>
                  <a:lnTo>
                    <a:pt x="10403" y="269"/>
                  </a:lnTo>
                  <a:cubicBezTo>
                    <a:pt x="10362" y="269"/>
                    <a:pt x="10323" y="284"/>
                    <a:pt x="10294" y="314"/>
                  </a:cubicBezTo>
                  <a:lnTo>
                    <a:pt x="8418" y="2189"/>
                  </a:lnTo>
                  <a:lnTo>
                    <a:pt x="4597" y="2189"/>
                  </a:lnTo>
                  <a:lnTo>
                    <a:pt x="3608" y="1201"/>
                  </a:lnTo>
                  <a:cubicBezTo>
                    <a:pt x="3580" y="1171"/>
                    <a:pt x="3541" y="1154"/>
                    <a:pt x="3499" y="1154"/>
                  </a:cubicBezTo>
                  <a:lnTo>
                    <a:pt x="154" y="1154"/>
                  </a:lnTo>
                  <a:cubicBezTo>
                    <a:pt x="69" y="1154"/>
                    <a:pt x="0" y="1224"/>
                    <a:pt x="0" y="1308"/>
                  </a:cubicBezTo>
                  <a:cubicBezTo>
                    <a:pt x="0" y="1393"/>
                    <a:pt x="69" y="1462"/>
                    <a:pt x="154" y="1462"/>
                  </a:cubicBezTo>
                  <a:lnTo>
                    <a:pt x="3435" y="1462"/>
                  </a:lnTo>
                  <a:lnTo>
                    <a:pt x="4425" y="2451"/>
                  </a:lnTo>
                  <a:cubicBezTo>
                    <a:pt x="4454" y="2481"/>
                    <a:pt x="4493" y="2496"/>
                    <a:pt x="4534" y="2496"/>
                  </a:cubicBezTo>
                  <a:lnTo>
                    <a:pt x="8482" y="2496"/>
                  </a:lnTo>
                  <a:cubicBezTo>
                    <a:pt x="8522" y="2496"/>
                    <a:pt x="8561" y="2481"/>
                    <a:pt x="8591" y="2451"/>
                  </a:cubicBezTo>
                  <a:lnTo>
                    <a:pt x="10466" y="576"/>
                  </a:lnTo>
                  <a:lnTo>
                    <a:pt x="16441" y="576"/>
                  </a:lnTo>
                  <a:lnTo>
                    <a:pt x="18087" y="2223"/>
                  </a:lnTo>
                  <a:cubicBezTo>
                    <a:pt x="18116" y="2253"/>
                    <a:pt x="18156" y="2268"/>
                    <a:pt x="18196" y="2268"/>
                  </a:cubicBezTo>
                  <a:lnTo>
                    <a:pt x="27328" y="2268"/>
                  </a:lnTo>
                  <a:cubicBezTo>
                    <a:pt x="27369" y="2268"/>
                    <a:pt x="27408" y="2253"/>
                    <a:pt x="27437" y="2223"/>
                  </a:cubicBezTo>
                  <a:lnTo>
                    <a:pt x="29352" y="308"/>
                  </a:lnTo>
                  <a:lnTo>
                    <a:pt x="33254" y="308"/>
                  </a:lnTo>
                  <a:cubicBezTo>
                    <a:pt x="33339" y="308"/>
                    <a:pt x="33407" y="238"/>
                    <a:pt x="33407" y="154"/>
                  </a:cubicBezTo>
                  <a:cubicBezTo>
                    <a:pt x="33407" y="69"/>
                    <a:pt x="33339" y="1"/>
                    <a:pt x="33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37"/>
            <p:cNvSpPr/>
            <p:nvPr/>
          </p:nvSpPr>
          <p:spPr>
            <a:xfrm rot="5400000">
              <a:off x="1794451" y="760564"/>
              <a:ext cx="54163" cy="54163"/>
            </a:xfrm>
            <a:custGeom>
              <a:rect b="b" l="l" r="r" t="t"/>
              <a:pathLst>
                <a:path extrusionOk="0" h="1085" w="1085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2"/>
                    <a:pt x="244" y="1085"/>
                    <a:pt x="543" y="1085"/>
                  </a:cubicBezTo>
                  <a:cubicBezTo>
                    <a:pt x="842" y="1085"/>
                    <a:pt x="1085" y="842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 rot="5400000">
              <a:off x="1878968" y="676047"/>
              <a:ext cx="54163" cy="54163"/>
            </a:xfrm>
            <a:custGeom>
              <a:rect b="b" l="l" r="r" t="t"/>
              <a:pathLst>
                <a:path extrusionOk="0" h="1085" w="1085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3"/>
                    <a:pt x="244" y="1085"/>
                    <a:pt x="543" y="1085"/>
                  </a:cubicBezTo>
                  <a:cubicBezTo>
                    <a:pt x="842" y="1085"/>
                    <a:pt x="1085" y="843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37"/>
            <p:cNvSpPr/>
            <p:nvPr/>
          </p:nvSpPr>
          <p:spPr>
            <a:xfrm rot="5400000">
              <a:off x="1965857" y="589208"/>
              <a:ext cx="54113" cy="54163"/>
            </a:xfrm>
            <a:custGeom>
              <a:rect b="b" l="l" r="r" t="t"/>
              <a:pathLst>
                <a:path extrusionOk="0" h="1085" w="1084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1" y="1085"/>
                    <a:pt x="1084" y="842"/>
                    <a:pt x="1084" y="543"/>
                  </a:cubicBezTo>
                  <a:cubicBezTo>
                    <a:pt x="1084" y="243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37"/>
            <p:cNvSpPr/>
            <p:nvPr/>
          </p:nvSpPr>
          <p:spPr>
            <a:xfrm rot="5400000">
              <a:off x="724831" y="674899"/>
              <a:ext cx="54163" cy="54163"/>
            </a:xfrm>
            <a:custGeom>
              <a:rect b="b" l="l" r="r" t="t"/>
              <a:pathLst>
                <a:path extrusionOk="0" h="1085" w="1085">
                  <a:moveTo>
                    <a:pt x="543" y="1"/>
                  </a:moveTo>
                  <a:cubicBezTo>
                    <a:pt x="244" y="1"/>
                    <a:pt x="0" y="243"/>
                    <a:pt x="0" y="543"/>
                  </a:cubicBezTo>
                  <a:cubicBezTo>
                    <a:pt x="0" y="842"/>
                    <a:pt x="244" y="1085"/>
                    <a:pt x="543" y="1085"/>
                  </a:cubicBezTo>
                  <a:cubicBezTo>
                    <a:pt x="842" y="1085"/>
                    <a:pt x="1084" y="842"/>
                    <a:pt x="1084" y="543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 rot="5400000">
              <a:off x="809373" y="590407"/>
              <a:ext cx="54113" cy="54163"/>
            </a:xfrm>
            <a:custGeom>
              <a:rect b="b" l="l" r="r" t="t"/>
              <a:pathLst>
                <a:path extrusionOk="0" h="1085" w="1084">
                  <a:moveTo>
                    <a:pt x="542" y="1"/>
                  </a:moveTo>
                  <a:cubicBezTo>
                    <a:pt x="243" y="1"/>
                    <a:pt x="0" y="244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cubicBezTo>
                    <a:pt x="841" y="1085"/>
                    <a:pt x="1083" y="842"/>
                    <a:pt x="1083" y="543"/>
                  </a:cubicBezTo>
                  <a:cubicBezTo>
                    <a:pt x="1083" y="244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37"/>
            <p:cNvSpPr/>
            <p:nvPr/>
          </p:nvSpPr>
          <p:spPr>
            <a:xfrm rot="5400000">
              <a:off x="896162" y="503568"/>
              <a:ext cx="54163" cy="54163"/>
            </a:xfrm>
            <a:custGeom>
              <a:rect b="b" l="l" r="r" t="t"/>
              <a:pathLst>
                <a:path extrusionOk="0" h="1085" w="1085">
                  <a:moveTo>
                    <a:pt x="542" y="1"/>
                  </a:moveTo>
                  <a:cubicBezTo>
                    <a:pt x="243" y="1"/>
                    <a:pt x="0" y="243"/>
                    <a:pt x="0" y="542"/>
                  </a:cubicBezTo>
                  <a:cubicBezTo>
                    <a:pt x="0" y="841"/>
                    <a:pt x="243" y="1085"/>
                    <a:pt x="542" y="1085"/>
                  </a:cubicBezTo>
                  <a:cubicBezTo>
                    <a:pt x="842" y="1085"/>
                    <a:pt x="1084" y="841"/>
                    <a:pt x="1084" y="542"/>
                  </a:cubicBezTo>
                  <a:cubicBezTo>
                    <a:pt x="1084" y="243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37"/>
            <p:cNvSpPr/>
            <p:nvPr/>
          </p:nvSpPr>
          <p:spPr>
            <a:xfrm rot="5400000">
              <a:off x="1128922" y="974553"/>
              <a:ext cx="78225" cy="78275"/>
            </a:xfrm>
            <a:custGeom>
              <a:rect b="b" l="l" r="r" t="t"/>
              <a:pathLst>
                <a:path extrusionOk="0" h="1568" w="1567">
                  <a:moveTo>
                    <a:pt x="784" y="1"/>
                  </a:moveTo>
                  <a:cubicBezTo>
                    <a:pt x="351" y="1"/>
                    <a:pt x="0" y="352"/>
                    <a:pt x="0" y="785"/>
                  </a:cubicBezTo>
                  <a:cubicBezTo>
                    <a:pt x="0" y="1216"/>
                    <a:pt x="351" y="1567"/>
                    <a:pt x="784" y="1567"/>
                  </a:cubicBezTo>
                  <a:cubicBezTo>
                    <a:pt x="1215" y="1567"/>
                    <a:pt x="1567" y="1216"/>
                    <a:pt x="1567" y="785"/>
                  </a:cubicBezTo>
                  <a:cubicBezTo>
                    <a:pt x="1567" y="352"/>
                    <a:pt x="1215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 rot="5400000">
              <a:off x="1053745" y="899371"/>
              <a:ext cx="228584" cy="228634"/>
            </a:xfrm>
            <a:custGeom>
              <a:rect b="b" l="l" r="r" t="t"/>
              <a:pathLst>
                <a:path extrusionOk="0" h="4580" w="4579">
                  <a:moveTo>
                    <a:pt x="2290" y="154"/>
                  </a:moveTo>
                  <a:cubicBezTo>
                    <a:pt x="3467" y="154"/>
                    <a:pt x="4425" y="1112"/>
                    <a:pt x="4425" y="2291"/>
                  </a:cubicBezTo>
                  <a:cubicBezTo>
                    <a:pt x="4425" y="3468"/>
                    <a:pt x="3467" y="4426"/>
                    <a:pt x="2290" y="4426"/>
                  </a:cubicBezTo>
                  <a:cubicBezTo>
                    <a:pt x="1112" y="4426"/>
                    <a:pt x="154" y="3468"/>
                    <a:pt x="154" y="2291"/>
                  </a:cubicBezTo>
                  <a:cubicBezTo>
                    <a:pt x="154" y="1112"/>
                    <a:pt x="1112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7" y="1"/>
                    <a:pt x="0" y="1028"/>
                    <a:pt x="0" y="2291"/>
                  </a:cubicBezTo>
                  <a:cubicBezTo>
                    <a:pt x="0" y="3552"/>
                    <a:pt x="1027" y="4579"/>
                    <a:pt x="2290" y="4579"/>
                  </a:cubicBezTo>
                  <a:cubicBezTo>
                    <a:pt x="3552" y="4579"/>
                    <a:pt x="4579" y="3552"/>
                    <a:pt x="4579" y="2291"/>
                  </a:cubicBezTo>
                  <a:cubicBezTo>
                    <a:pt x="4579" y="1028"/>
                    <a:pt x="3551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7"/>
            <p:cNvSpPr/>
            <p:nvPr/>
          </p:nvSpPr>
          <p:spPr>
            <a:xfrm rot="5400000">
              <a:off x="1857629" y="409291"/>
              <a:ext cx="123602" cy="123552"/>
            </a:xfrm>
            <a:custGeom>
              <a:rect b="b" l="l" r="r" t="t"/>
              <a:pathLst>
                <a:path extrusionOk="0" h="2475" w="2476">
                  <a:moveTo>
                    <a:pt x="1238" y="0"/>
                  </a:moveTo>
                  <a:cubicBezTo>
                    <a:pt x="554" y="0"/>
                    <a:pt x="0" y="554"/>
                    <a:pt x="0" y="1237"/>
                  </a:cubicBezTo>
                  <a:cubicBezTo>
                    <a:pt x="0" y="1920"/>
                    <a:pt x="554" y="2475"/>
                    <a:pt x="1238" y="2475"/>
                  </a:cubicBezTo>
                  <a:cubicBezTo>
                    <a:pt x="1921" y="2475"/>
                    <a:pt x="2476" y="1920"/>
                    <a:pt x="2476" y="1237"/>
                  </a:cubicBezTo>
                  <a:cubicBezTo>
                    <a:pt x="2476" y="554"/>
                    <a:pt x="1921" y="0"/>
                    <a:pt x="1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37"/>
            <p:cNvSpPr/>
            <p:nvPr/>
          </p:nvSpPr>
          <p:spPr>
            <a:xfrm rot="5400000">
              <a:off x="1893396" y="445010"/>
              <a:ext cx="52116" cy="52116"/>
            </a:xfrm>
            <a:custGeom>
              <a:rect b="b" l="l" r="r" t="t"/>
              <a:pathLst>
                <a:path extrusionOk="0" h="1044" w="1044">
                  <a:moveTo>
                    <a:pt x="522" y="1"/>
                  </a:moveTo>
                  <a:cubicBezTo>
                    <a:pt x="235" y="1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 rot="5400000">
              <a:off x="1562393" y="718455"/>
              <a:ext cx="123552" cy="123602"/>
            </a:xfrm>
            <a:custGeom>
              <a:rect b="b" l="l" r="r" t="t"/>
              <a:pathLst>
                <a:path extrusionOk="0" h="2476" w="2475">
                  <a:moveTo>
                    <a:pt x="1237" y="1"/>
                  </a:moveTo>
                  <a:cubicBezTo>
                    <a:pt x="554" y="1"/>
                    <a:pt x="1" y="555"/>
                    <a:pt x="1" y="1239"/>
                  </a:cubicBezTo>
                  <a:cubicBezTo>
                    <a:pt x="1" y="1922"/>
                    <a:pt x="554" y="2475"/>
                    <a:pt x="1237" y="2475"/>
                  </a:cubicBezTo>
                  <a:cubicBezTo>
                    <a:pt x="1922" y="2475"/>
                    <a:pt x="2475" y="1922"/>
                    <a:pt x="2475" y="1239"/>
                  </a:cubicBezTo>
                  <a:cubicBezTo>
                    <a:pt x="2475" y="555"/>
                    <a:pt x="1922" y="1"/>
                    <a:pt x="1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37"/>
            <p:cNvSpPr/>
            <p:nvPr/>
          </p:nvSpPr>
          <p:spPr>
            <a:xfrm rot="5400000">
              <a:off x="1598159" y="754274"/>
              <a:ext cx="52017" cy="52017"/>
            </a:xfrm>
            <a:custGeom>
              <a:rect b="b" l="l" r="r" t="t"/>
              <a:pathLst>
                <a:path extrusionOk="0" h="1042" w="1042">
                  <a:moveTo>
                    <a:pt x="520" y="0"/>
                  </a:moveTo>
                  <a:cubicBezTo>
                    <a:pt x="233" y="0"/>
                    <a:pt x="0" y="233"/>
                    <a:pt x="0" y="522"/>
                  </a:cubicBezTo>
                  <a:cubicBezTo>
                    <a:pt x="0" y="809"/>
                    <a:pt x="233" y="1042"/>
                    <a:pt x="520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37"/>
            <p:cNvSpPr/>
            <p:nvPr/>
          </p:nvSpPr>
          <p:spPr>
            <a:xfrm rot="5400000">
              <a:off x="1490980" y="1041722"/>
              <a:ext cx="123552" cy="123552"/>
            </a:xfrm>
            <a:custGeom>
              <a:rect b="b" l="l" r="r" t="t"/>
              <a:pathLst>
                <a:path extrusionOk="0" h="2475" w="2475">
                  <a:moveTo>
                    <a:pt x="1237" y="0"/>
                  </a:moveTo>
                  <a:cubicBezTo>
                    <a:pt x="554" y="0"/>
                    <a:pt x="0" y="554"/>
                    <a:pt x="0" y="1238"/>
                  </a:cubicBezTo>
                  <a:cubicBezTo>
                    <a:pt x="0" y="1921"/>
                    <a:pt x="554" y="2475"/>
                    <a:pt x="1237" y="2475"/>
                  </a:cubicBezTo>
                  <a:cubicBezTo>
                    <a:pt x="1920" y="2475"/>
                    <a:pt x="2475" y="1921"/>
                    <a:pt x="2475" y="1238"/>
                  </a:cubicBezTo>
                  <a:cubicBezTo>
                    <a:pt x="2475" y="554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 rot="5400000">
              <a:off x="1526721" y="1077466"/>
              <a:ext cx="52067" cy="52067"/>
            </a:xfrm>
            <a:custGeom>
              <a:rect b="b" l="l" r="r" t="t"/>
              <a:pathLst>
                <a:path extrusionOk="0" h="1043" w="1043">
                  <a:moveTo>
                    <a:pt x="521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37"/>
            <p:cNvSpPr/>
            <p:nvPr/>
          </p:nvSpPr>
          <p:spPr>
            <a:xfrm rot="5400000">
              <a:off x="1251681" y="1103450"/>
              <a:ext cx="123552" cy="123602"/>
            </a:xfrm>
            <a:custGeom>
              <a:rect b="b" l="l" r="r" t="t"/>
              <a:pathLst>
                <a:path extrusionOk="0" h="2476" w="2475">
                  <a:moveTo>
                    <a:pt x="1238" y="1"/>
                  </a:moveTo>
                  <a:cubicBezTo>
                    <a:pt x="554" y="1"/>
                    <a:pt x="0" y="554"/>
                    <a:pt x="0" y="1238"/>
                  </a:cubicBezTo>
                  <a:cubicBezTo>
                    <a:pt x="0" y="1921"/>
                    <a:pt x="554" y="2475"/>
                    <a:pt x="1238" y="2475"/>
                  </a:cubicBezTo>
                  <a:cubicBezTo>
                    <a:pt x="1921" y="2475"/>
                    <a:pt x="2474" y="1921"/>
                    <a:pt x="2474" y="1238"/>
                  </a:cubicBezTo>
                  <a:cubicBezTo>
                    <a:pt x="2474" y="554"/>
                    <a:pt x="1921" y="1"/>
                    <a:pt x="1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7"/>
            <p:cNvSpPr/>
            <p:nvPr/>
          </p:nvSpPr>
          <p:spPr>
            <a:xfrm rot="5400000">
              <a:off x="1287422" y="1139244"/>
              <a:ext cx="52116" cy="52067"/>
            </a:xfrm>
            <a:custGeom>
              <a:rect b="b" l="l" r="r" t="t"/>
              <a:pathLst>
                <a:path extrusionOk="0" h="1043" w="1044">
                  <a:moveTo>
                    <a:pt x="522" y="0"/>
                  </a:moveTo>
                  <a:cubicBezTo>
                    <a:pt x="233" y="0"/>
                    <a:pt x="0" y="234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4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 rot="5400000">
              <a:off x="995758" y="1581224"/>
              <a:ext cx="123652" cy="123652"/>
            </a:xfrm>
            <a:custGeom>
              <a:rect b="b" l="l" r="r" t="t"/>
              <a:pathLst>
                <a:path extrusionOk="0" h="2477" w="2477">
                  <a:moveTo>
                    <a:pt x="1239" y="1"/>
                  </a:moveTo>
                  <a:cubicBezTo>
                    <a:pt x="555" y="1"/>
                    <a:pt x="1" y="555"/>
                    <a:pt x="1" y="1238"/>
                  </a:cubicBezTo>
                  <a:cubicBezTo>
                    <a:pt x="1" y="1922"/>
                    <a:pt x="555" y="2476"/>
                    <a:pt x="1239" y="2476"/>
                  </a:cubicBezTo>
                  <a:cubicBezTo>
                    <a:pt x="1922" y="2476"/>
                    <a:pt x="2476" y="1922"/>
                    <a:pt x="2476" y="1238"/>
                  </a:cubicBezTo>
                  <a:cubicBezTo>
                    <a:pt x="2476" y="555"/>
                    <a:pt x="1922" y="1"/>
                    <a:pt x="1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7"/>
            <p:cNvSpPr/>
            <p:nvPr/>
          </p:nvSpPr>
          <p:spPr>
            <a:xfrm rot="5400000">
              <a:off x="1031524" y="1617043"/>
              <a:ext cx="52116" cy="52067"/>
            </a:xfrm>
            <a:custGeom>
              <a:rect b="b" l="l" r="r" t="t"/>
              <a:pathLst>
                <a:path extrusionOk="0" h="1043" w="1044">
                  <a:moveTo>
                    <a:pt x="522" y="0"/>
                  </a:moveTo>
                  <a:cubicBezTo>
                    <a:pt x="234" y="0"/>
                    <a:pt x="0" y="234"/>
                    <a:pt x="0" y="521"/>
                  </a:cubicBezTo>
                  <a:cubicBezTo>
                    <a:pt x="0" y="809"/>
                    <a:pt x="234" y="1043"/>
                    <a:pt x="522" y="1043"/>
                  </a:cubicBezTo>
                  <a:cubicBezTo>
                    <a:pt x="810" y="1043"/>
                    <a:pt x="1043" y="809"/>
                    <a:pt x="1043" y="521"/>
                  </a:cubicBezTo>
                  <a:cubicBezTo>
                    <a:pt x="1043" y="234"/>
                    <a:pt x="810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0" name="Google Shape;2030;p37"/>
          <p:cNvGrpSpPr/>
          <p:nvPr/>
        </p:nvGrpSpPr>
        <p:grpSpPr>
          <a:xfrm>
            <a:off x="5859613" y="3894874"/>
            <a:ext cx="3186812" cy="1676249"/>
            <a:chOff x="5859613" y="3894874"/>
            <a:chExt cx="3186812" cy="1676249"/>
          </a:xfrm>
        </p:grpSpPr>
        <p:sp>
          <p:nvSpPr>
            <p:cNvPr id="2031" name="Google Shape;2031;p37"/>
            <p:cNvSpPr/>
            <p:nvPr/>
          </p:nvSpPr>
          <p:spPr>
            <a:xfrm flipH="1">
              <a:off x="7113983" y="4081301"/>
              <a:ext cx="1610732" cy="1106051"/>
            </a:xfrm>
            <a:custGeom>
              <a:rect b="b" l="l" r="r" t="t"/>
              <a:pathLst>
                <a:path extrusionOk="0" h="18902" w="27528">
                  <a:moveTo>
                    <a:pt x="26291" y="0"/>
                  </a:moveTo>
                  <a:cubicBezTo>
                    <a:pt x="25607" y="0"/>
                    <a:pt x="25053" y="555"/>
                    <a:pt x="25053" y="1238"/>
                  </a:cubicBezTo>
                  <a:cubicBezTo>
                    <a:pt x="25053" y="1496"/>
                    <a:pt x="25132" y="1735"/>
                    <a:pt x="25267" y="1932"/>
                  </a:cubicBezTo>
                  <a:lnTo>
                    <a:pt x="24630" y="2568"/>
                  </a:lnTo>
                  <a:lnTo>
                    <a:pt x="13951" y="2568"/>
                  </a:lnTo>
                  <a:cubicBezTo>
                    <a:pt x="13910" y="2568"/>
                    <a:pt x="13871" y="2585"/>
                    <a:pt x="13842" y="2614"/>
                  </a:cubicBezTo>
                  <a:lnTo>
                    <a:pt x="11635" y="4820"/>
                  </a:lnTo>
                  <a:cubicBezTo>
                    <a:pt x="11607" y="4849"/>
                    <a:pt x="11590" y="4888"/>
                    <a:pt x="11590" y="4929"/>
                  </a:cubicBezTo>
                  <a:lnTo>
                    <a:pt x="11590" y="9278"/>
                  </a:lnTo>
                  <a:lnTo>
                    <a:pt x="8136" y="12734"/>
                  </a:lnTo>
                  <a:lnTo>
                    <a:pt x="6029" y="12734"/>
                  </a:lnTo>
                  <a:cubicBezTo>
                    <a:pt x="5988" y="12734"/>
                    <a:pt x="5949" y="12749"/>
                    <a:pt x="5921" y="12779"/>
                  </a:cubicBezTo>
                  <a:lnTo>
                    <a:pt x="61" y="18639"/>
                  </a:lnTo>
                  <a:cubicBezTo>
                    <a:pt x="0" y="18698"/>
                    <a:pt x="0" y="18796"/>
                    <a:pt x="61" y="18856"/>
                  </a:cubicBezTo>
                  <a:cubicBezTo>
                    <a:pt x="90" y="18886"/>
                    <a:pt x="129" y="18901"/>
                    <a:pt x="169" y="18901"/>
                  </a:cubicBezTo>
                  <a:cubicBezTo>
                    <a:pt x="208" y="18901"/>
                    <a:pt x="247" y="18886"/>
                    <a:pt x="278" y="18856"/>
                  </a:cubicBezTo>
                  <a:lnTo>
                    <a:pt x="6092" y="13041"/>
                  </a:lnTo>
                  <a:lnTo>
                    <a:pt x="8199" y="13041"/>
                  </a:lnTo>
                  <a:cubicBezTo>
                    <a:pt x="8240" y="13041"/>
                    <a:pt x="8279" y="13025"/>
                    <a:pt x="8307" y="12996"/>
                  </a:cubicBezTo>
                  <a:lnTo>
                    <a:pt x="11853" y="9451"/>
                  </a:lnTo>
                  <a:cubicBezTo>
                    <a:pt x="11881" y="9421"/>
                    <a:pt x="11898" y="9382"/>
                    <a:pt x="11898" y="9342"/>
                  </a:cubicBezTo>
                  <a:lnTo>
                    <a:pt x="11898" y="4993"/>
                  </a:lnTo>
                  <a:lnTo>
                    <a:pt x="14015" y="2876"/>
                  </a:lnTo>
                  <a:lnTo>
                    <a:pt x="24694" y="2876"/>
                  </a:lnTo>
                  <a:cubicBezTo>
                    <a:pt x="24735" y="2876"/>
                    <a:pt x="24774" y="2860"/>
                    <a:pt x="24802" y="2831"/>
                  </a:cubicBezTo>
                  <a:lnTo>
                    <a:pt x="25474" y="2160"/>
                  </a:lnTo>
                  <a:cubicBezTo>
                    <a:pt x="25693" y="2354"/>
                    <a:pt x="25976" y="2475"/>
                    <a:pt x="26291" y="2475"/>
                  </a:cubicBezTo>
                  <a:cubicBezTo>
                    <a:pt x="26974" y="2475"/>
                    <a:pt x="27527" y="1920"/>
                    <a:pt x="27527" y="1237"/>
                  </a:cubicBezTo>
                  <a:cubicBezTo>
                    <a:pt x="27527" y="555"/>
                    <a:pt x="26974" y="0"/>
                    <a:pt x="26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37"/>
            <p:cNvSpPr/>
            <p:nvPr/>
          </p:nvSpPr>
          <p:spPr>
            <a:xfrm flipH="1">
              <a:off x="7155899" y="4123198"/>
              <a:ext cx="60970" cy="61031"/>
            </a:xfrm>
            <a:custGeom>
              <a:rect b="b" l="l" r="r" t="t"/>
              <a:pathLst>
                <a:path extrusionOk="0" h="1043" w="1042">
                  <a:moveTo>
                    <a:pt x="522" y="1"/>
                  </a:moveTo>
                  <a:cubicBezTo>
                    <a:pt x="233" y="1"/>
                    <a:pt x="0" y="234"/>
                    <a:pt x="0" y="522"/>
                  </a:cubicBezTo>
                  <a:cubicBezTo>
                    <a:pt x="0" y="809"/>
                    <a:pt x="233" y="1042"/>
                    <a:pt x="522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37"/>
            <p:cNvSpPr/>
            <p:nvPr/>
          </p:nvSpPr>
          <p:spPr>
            <a:xfrm flipH="1">
              <a:off x="7658547" y="4332212"/>
              <a:ext cx="592088" cy="855138"/>
            </a:xfrm>
            <a:custGeom>
              <a:rect b="b" l="l" r="r" t="t"/>
              <a:pathLst>
                <a:path extrusionOk="0" h="14614" w="10119">
                  <a:moveTo>
                    <a:pt x="8882" y="0"/>
                  </a:moveTo>
                  <a:cubicBezTo>
                    <a:pt x="8198" y="0"/>
                    <a:pt x="7644" y="554"/>
                    <a:pt x="7644" y="1237"/>
                  </a:cubicBezTo>
                  <a:cubicBezTo>
                    <a:pt x="7644" y="1613"/>
                    <a:pt x="7815" y="1945"/>
                    <a:pt x="8079" y="2172"/>
                  </a:cubicBezTo>
                  <a:lnTo>
                    <a:pt x="6536" y="3716"/>
                  </a:lnTo>
                  <a:cubicBezTo>
                    <a:pt x="6507" y="3744"/>
                    <a:pt x="6491" y="3783"/>
                    <a:pt x="6491" y="3825"/>
                  </a:cubicBezTo>
                  <a:lnTo>
                    <a:pt x="6491" y="6474"/>
                  </a:lnTo>
                  <a:lnTo>
                    <a:pt x="3099" y="9864"/>
                  </a:lnTo>
                  <a:cubicBezTo>
                    <a:pt x="3071" y="9894"/>
                    <a:pt x="3055" y="9933"/>
                    <a:pt x="3055" y="9973"/>
                  </a:cubicBezTo>
                  <a:lnTo>
                    <a:pt x="3055" y="11357"/>
                  </a:lnTo>
                  <a:lnTo>
                    <a:pt x="61" y="14351"/>
                  </a:lnTo>
                  <a:cubicBezTo>
                    <a:pt x="1" y="14411"/>
                    <a:pt x="1" y="14508"/>
                    <a:pt x="61" y="14568"/>
                  </a:cubicBezTo>
                  <a:cubicBezTo>
                    <a:pt x="91" y="14598"/>
                    <a:pt x="130" y="14613"/>
                    <a:pt x="170" y="14613"/>
                  </a:cubicBezTo>
                  <a:cubicBezTo>
                    <a:pt x="209" y="14613"/>
                    <a:pt x="248" y="14598"/>
                    <a:pt x="279" y="14568"/>
                  </a:cubicBezTo>
                  <a:lnTo>
                    <a:pt x="3317" y="11530"/>
                  </a:lnTo>
                  <a:cubicBezTo>
                    <a:pt x="3345" y="11501"/>
                    <a:pt x="3362" y="11462"/>
                    <a:pt x="3362" y="11421"/>
                  </a:cubicBezTo>
                  <a:lnTo>
                    <a:pt x="3362" y="10037"/>
                  </a:lnTo>
                  <a:lnTo>
                    <a:pt x="6754" y="6646"/>
                  </a:lnTo>
                  <a:cubicBezTo>
                    <a:pt x="6782" y="6617"/>
                    <a:pt x="6799" y="6578"/>
                    <a:pt x="6799" y="6538"/>
                  </a:cubicBezTo>
                  <a:lnTo>
                    <a:pt x="6799" y="3888"/>
                  </a:lnTo>
                  <a:lnTo>
                    <a:pt x="8341" y="2346"/>
                  </a:lnTo>
                  <a:cubicBezTo>
                    <a:pt x="8504" y="2425"/>
                    <a:pt x="8686" y="2475"/>
                    <a:pt x="8882" y="2475"/>
                  </a:cubicBezTo>
                  <a:cubicBezTo>
                    <a:pt x="9565" y="2475"/>
                    <a:pt x="10118" y="1920"/>
                    <a:pt x="10118" y="1237"/>
                  </a:cubicBezTo>
                  <a:cubicBezTo>
                    <a:pt x="10118" y="554"/>
                    <a:pt x="9565" y="0"/>
                    <a:pt x="8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 flipH="1">
              <a:off x="7700488" y="4374050"/>
              <a:ext cx="60970" cy="61090"/>
            </a:xfrm>
            <a:custGeom>
              <a:rect b="b" l="l" r="r" t="t"/>
              <a:pathLst>
                <a:path extrusionOk="0" h="1044" w="1042">
                  <a:moveTo>
                    <a:pt x="522" y="0"/>
                  </a:moveTo>
                  <a:cubicBezTo>
                    <a:pt x="233" y="0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2" y="810"/>
                    <a:pt x="1042" y="522"/>
                  </a:cubicBezTo>
                  <a:cubicBezTo>
                    <a:pt x="1042" y="235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7"/>
            <p:cNvSpPr/>
            <p:nvPr/>
          </p:nvSpPr>
          <p:spPr>
            <a:xfrm flipH="1">
              <a:off x="7352686" y="4362639"/>
              <a:ext cx="257865" cy="824710"/>
            </a:xfrm>
            <a:custGeom>
              <a:rect b="b" l="l" r="r" t="t"/>
              <a:pathLst>
                <a:path extrusionOk="0" h="14094" w="4407">
                  <a:moveTo>
                    <a:pt x="3169" y="0"/>
                  </a:moveTo>
                  <a:cubicBezTo>
                    <a:pt x="3169" y="0"/>
                    <a:pt x="3169" y="0"/>
                    <a:pt x="3170" y="0"/>
                  </a:cubicBezTo>
                  <a:lnTo>
                    <a:pt x="3170" y="0"/>
                  </a:lnTo>
                  <a:cubicBezTo>
                    <a:pt x="3170" y="0"/>
                    <a:pt x="3170" y="0"/>
                    <a:pt x="3170" y="0"/>
                  </a:cubicBezTo>
                  <a:close/>
                  <a:moveTo>
                    <a:pt x="3170" y="0"/>
                  </a:moveTo>
                  <a:cubicBezTo>
                    <a:pt x="2486" y="1"/>
                    <a:pt x="1932" y="555"/>
                    <a:pt x="1932" y="1238"/>
                  </a:cubicBezTo>
                  <a:cubicBezTo>
                    <a:pt x="1932" y="1522"/>
                    <a:pt x="2032" y="1781"/>
                    <a:pt x="2192" y="1989"/>
                  </a:cubicBezTo>
                  <a:lnTo>
                    <a:pt x="46" y="4136"/>
                  </a:lnTo>
                  <a:cubicBezTo>
                    <a:pt x="17" y="4165"/>
                    <a:pt x="1" y="4204"/>
                    <a:pt x="1" y="4244"/>
                  </a:cubicBezTo>
                  <a:lnTo>
                    <a:pt x="1" y="13940"/>
                  </a:lnTo>
                  <a:cubicBezTo>
                    <a:pt x="1" y="14023"/>
                    <a:pt x="69" y="14093"/>
                    <a:pt x="154" y="14093"/>
                  </a:cubicBezTo>
                  <a:cubicBezTo>
                    <a:pt x="239" y="14093"/>
                    <a:pt x="308" y="14023"/>
                    <a:pt x="308" y="13940"/>
                  </a:cubicBezTo>
                  <a:lnTo>
                    <a:pt x="308" y="4308"/>
                  </a:lnTo>
                  <a:lnTo>
                    <a:pt x="2409" y="2208"/>
                  </a:lnTo>
                  <a:cubicBezTo>
                    <a:pt x="2619" y="2373"/>
                    <a:pt x="2882" y="2475"/>
                    <a:pt x="3169" y="2475"/>
                  </a:cubicBezTo>
                  <a:cubicBezTo>
                    <a:pt x="3852" y="2475"/>
                    <a:pt x="4407" y="1921"/>
                    <a:pt x="4407" y="1238"/>
                  </a:cubicBezTo>
                  <a:cubicBezTo>
                    <a:pt x="4407" y="555"/>
                    <a:pt x="3854" y="1"/>
                    <a:pt x="3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7"/>
            <p:cNvSpPr/>
            <p:nvPr/>
          </p:nvSpPr>
          <p:spPr>
            <a:xfrm flipH="1">
              <a:off x="7394577" y="4404536"/>
              <a:ext cx="61029" cy="61090"/>
            </a:xfrm>
            <a:custGeom>
              <a:rect b="b" l="l" r="r" t="t"/>
              <a:pathLst>
                <a:path extrusionOk="0" h="1044" w="1043">
                  <a:moveTo>
                    <a:pt x="522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3"/>
                    <a:pt x="522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 flipH="1">
              <a:off x="7011085" y="4322674"/>
              <a:ext cx="383549" cy="864676"/>
            </a:xfrm>
            <a:custGeom>
              <a:rect b="b" l="l" r="r" t="t"/>
              <a:pathLst>
                <a:path extrusionOk="0" h="14777" w="6555">
                  <a:moveTo>
                    <a:pt x="5318" y="0"/>
                  </a:moveTo>
                  <a:lnTo>
                    <a:pt x="5318" y="1"/>
                  </a:lnTo>
                  <a:cubicBezTo>
                    <a:pt x="4634" y="1"/>
                    <a:pt x="4080" y="555"/>
                    <a:pt x="4080" y="1238"/>
                  </a:cubicBezTo>
                  <a:cubicBezTo>
                    <a:pt x="4080" y="1499"/>
                    <a:pt x="4162" y="1740"/>
                    <a:pt x="4300" y="1939"/>
                  </a:cubicBezTo>
                  <a:lnTo>
                    <a:pt x="2650" y="3589"/>
                  </a:lnTo>
                  <a:cubicBezTo>
                    <a:pt x="2621" y="3618"/>
                    <a:pt x="2605" y="3657"/>
                    <a:pt x="2605" y="3698"/>
                  </a:cubicBezTo>
                  <a:lnTo>
                    <a:pt x="2605" y="9205"/>
                  </a:lnTo>
                  <a:lnTo>
                    <a:pt x="45" y="11764"/>
                  </a:lnTo>
                  <a:cubicBezTo>
                    <a:pt x="17" y="11792"/>
                    <a:pt x="0" y="11831"/>
                    <a:pt x="0" y="11873"/>
                  </a:cubicBezTo>
                  <a:lnTo>
                    <a:pt x="0" y="14623"/>
                  </a:lnTo>
                  <a:cubicBezTo>
                    <a:pt x="0" y="14706"/>
                    <a:pt x="69" y="14776"/>
                    <a:pt x="154" y="14776"/>
                  </a:cubicBezTo>
                  <a:cubicBezTo>
                    <a:pt x="239" y="14776"/>
                    <a:pt x="308" y="14706"/>
                    <a:pt x="308" y="14623"/>
                  </a:cubicBezTo>
                  <a:lnTo>
                    <a:pt x="308" y="11937"/>
                  </a:lnTo>
                  <a:lnTo>
                    <a:pt x="2867" y="9377"/>
                  </a:lnTo>
                  <a:cubicBezTo>
                    <a:pt x="2897" y="9348"/>
                    <a:pt x="2912" y="9309"/>
                    <a:pt x="2912" y="9268"/>
                  </a:cubicBezTo>
                  <a:lnTo>
                    <a:pt x="2912" y="3762"/>
                  </a:lnTo>
                  <a:lnTo>
                    <a:pt x="4507" y="2166"/>
                  </a:lnTo>
                  <a:cubicBezTo>
                    <a:pt x="4724" y="2356"/>
                    <a:pt x="5006" y="2476"/>
                    <a:pt x="5318" y="2476"/>
                  </a:cubicBezTo>
                  <a:cubicBezTo>
                    <a:pt x="6001" y="2476"/>
                    <a:pt x="6554" y="1921"/>
                    <a:pt x="6554" y="1238"/>
                  </a:cubicBezTo>
                  <a:cubicBezTo>
                    <a:pt x="6554" y="555"/>
                    <a:pt x="6001" y="0"/>
                    <a:pt x="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7"/>
            <p:cNvSpPr/>
            <p:nvPr/>
          </p:nvSpPr>
          <p:spPr>
            <a:xfrm flipH="1">
              <a:off x="7052914" y="4364570"/>
              <a:ext cx="61087" cy="61090"/>
            </a:xfrm>
            <a:custGeom>
              <a:rect b="b" l="l" r="r" t="t"/>
              <a:pathLst>
                <a:path extrusionOk="0" h="1044" w="1044">
                  <a:moveTo>
                    <a:pt x="522" y="1"/>
                  </a:moveTo>
                  <a:cubicBezTo>
                    <a:pt x="233" y="1"/>
                    <a:pt x="0" y="235"/>
                    <a:pt x="0" y="522"/>
                  </a:cubicBezTo>
                  <a:cubicBezTo>
                    <a:pt x="0" y="810"/>
                    <a:pt x="234" y="1043"/>
                    <a:pt x="522" y="1043"/>
                  </a:cubicBezTo>
                  <a:cubicBezTo>
                    <a:pt x="809" y="1043"/>
                    <a:pt x="1043" y="809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37"/>
            <p:cNvSpPr/>
            <p:nvPr/>
          </p:nvSpPr>
          <p:spPr>
            <a:xfrm flipH="1">
              <a:off x="6980641" y="3894874"/>
              <a:ext cx="2065784" cy="1292479"/>
            </a:xfrm>
            <a:custGeom>
              <a:rect b="b" l="l" r="r" t="t"/>
              <a:pathLst>
                <a:path extrusionOk="0" h="22088" w="35305">
                  <a:moveTo>
                    <a:pt x="34068" y="0"/>
                  </a:moveTo>
                  <a:lnTo>
                    <a:pt x="34068" y="2"/>
                  </a:lnTo>
                  <a:cubicBezTo>
                    <a:pt x="33417" y="2"/>
                    <a:pt x="32889" y="505"/>
                    <a:pt x="32840" y="1142"/>
                  </a:cubicBezTo>
                  <a:lnTo>
                    <a:pt x="30174" y="1142"/>
                  </a:lnTo>
                  <a:cubicBezTo>
                    <a:pt x="30133" y="1142"/>
                    <a:pt x="30094" y="1159"/>
                    <a:pt x="30065" y="1187"/>
                  </a:cubicBezTo>
                  <a:lnTo>
                    <a:pt x="28175" y="3078"/>
                  </a:lnTo>
                  <a:lnTo>
                    <a:pt x="23925" y="3078"/>
                  </a:lnTo>
                  <a:lnTo>
                    <a:pt x="22560" y="1712"/>
                  </a:lnTo>
                  <a:cubicBezTo>
                    <a:pt x="22531" y="1684"/>
                    <a:pt x="22492" y="1667"/>
                    <a:pt x="22451" y="1667"/>
                  </a:cubicBezTo>
                  <a:lnTo>
                    <a:pt x="18617" y="1667"/>
                  </a:lnTo>
                  <a:cubicBezTo>
                    <a:pt x="18576" y="1667"/>
                    <a:pt x="18537" y="1684"/>
                    <a:pt x="18508" y="1712"/>
                  </a:cubicBezTo>
                  <a:lnTo>
                    <a:pt x="15949" y="4272"/>
                  </a:lnTo>
                  <a:lnTo>
                    <a:pt x="13335" y="4272"/>
                  </a:lnTo>
                  <a:cubicBezTo>
                    <a:pt x="13295" y="4272"/>
                    <a:pt x="13256" y="4288"/>
                    <a:pt x="13226" y="4317"/>
                  </a:cubicBezTo>
                  <a:lnTo>
                    <a:pt x="11853" y="5692"/>
                  </a:lnTo>
                  <a:cubicBezTo>
                    <a:pt x="11823" y="5720"/>
                    <a:pt x="11806" y="5759"/>
                    <a:pt x="11806" y="5800"/>
                  </a:cubicBezTo>
                  <a:lnTo>
                    <a:pt x="11806" y="10077"/>
                  </a:lnTo>
                  <a:lnTo>
                    <a:pt x="60" y="21825"/>
                  </a:lnTo>
                  <a:cubicBezTo>
                    <a:pt x="0" y="21884"/>
                    <a:pt x="0" y="21982"/>
                    <a:pt x="60" y="22041"/>
                  </a:cubicBezTo>
                  <a:cubicBezTo>
                    <a:pt x="90" y="22072"/>
                    <a:pt x="129" y="22087"/>
                    <a:pt x="169" y="22087"/>
                  </a:cubicBezTo>
                  <a:cubicBezTo>
                    <a:pt x="208" y="22087"/>
                    <a:pt x="247" y="22072"/>
                    <a:pt x="278" y="22041"/>
                  </a:cubicBezTo>
                  <a:lnTo>
                    <a:pt x="12070" y="10249"/>
                  </a:lnTo>
                  <a:cubicBezTo>
                    <a:pt x="12098" y="10220"/>
                    <a:pt x="12115" y="10181"/>
                    <a:pt x="12115" y="10140"/>
                  </a:cubicBezTo>
                  <a:lnTo>
                    <a:pt x="12115" y="5864"/>
                  </a:lnTo>
                  <a:lnTo>
                    <a:pt x="13399" y="4579"/>
                  </a:lnTo>
                  <a:lnTo>
                    <a:pt x="16013" y="4579"/>
                  </a:lnTo>
                  <a:cubicBezTo>
                    <a:pt x="16053" y="4579"/>
                    <a:pt x="16092" y="4563"/>
                    <a:pt x="16121" y="4534"/>
                  </a:cubicBezTo>
                  <a:lnTo>
                    <a:pt x="18681" y="1975"/>
                  </a:lnTo>
                  <a:lnTo>
                    <a:pt x="22387" y="1975"/>
                  </a:lnTo>
                  <a:lnTo>
                    <a:pt x="23754" y="3340"/>
                  </a:lnTo>
                  <a:cubicBezTo>
                    <a:pt x="23782" y="3369"/>
                    <a:pt x="23821" y="3385"/>
                    <a:pt x="23862" y="3385"/>
                  </a:cubicBezTo>
                  <a:lnTo>
                    <a:pt x="28239" y="3385"/>
                  </a:lnTo>
                  <a:cubicBezTo>
                    <a:pt x="28280" y="3385"/>
                    <a:pt x="28319" y="3369"/>
                    <a:pt x="28347" y="3340"/>
                  </a:cubicBezTo>
                  <a:lnTo>
                    <a:pt x="30238" y="1450"/>
                  </a:lnTo>
                  <a:lnTo>
                    <a:pt x="32852" y="1450"/>
                  </a:lnTo>
                  <a:cubicBezTo>
                    <a:pt x="32952" y="2031"/>
                    <a:pt x="33457" y="2476"/>
                    <a:pt x="34068" y="2476"/>
                  </a:cubicBezTo>
                  <a:cubicBezTo>
                    <a:pt x="34751" y="2476"/>
                    <a:pt x="35305" y="1922"/>
                    <a:pt x="35305" y="1238"/>
                  </a:cubicBezTo>
                  <a:cubicBezTo>
                    <a:pt x="35305" y="555"/>
                    <a:pt x="34751" y="0"/>
                    <a:pt x="340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37"/>
            <p:cNvSpPr/>
            <p:nvPr/>
          </p:nvSpPr>
          <p:spPr>
            <a:xfrm flipH="1">
              <a:off x="7022487" y="3936888"/>
              <a:ext cx="61029" cy="60973"/>
            </a:xfrm>
            <a:custGeom>
              <a:rect b="b" l="l" r="r" t="t"/>
              <a:pathLst>
                <a:path extrusionOk="0" h="1042" w="1043">
                  <a:moveTo>
                    <a:pt x="521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37"/>
            <p:cNvSpPr/>
            <p:nvPr/>
          </p:nvSpPr>
          <p:spPr>
            <a:xfrm rot="2576386">
              <a:off x="6242491" y="4224239"/>
              <a:ext cx="548115" cy="1339655"/>
            </a:xfrm>
            <a:custGeom>
              <a:rect b="b" l="l" r="r" t="t"/>
              <a:pathLst>
                <a:path extrusionOk="0" h="22894" w="9367">
                  <a:moveTo>
                    <a:pt x="1897" y="1"/>
                  </a:moveTo>
                  <a:cubicBezTo>
                    <a:pt x="1214" y="1"/>
                    <a:pt x="661" y="555"/>
                    <a:pt x="661" y="1238"/>
                  </a:cubicBezTo>
                  <a:cubicBezTo>
                    <a:pt x="661" y="1847"/>
                    <a:pt x="1103" y="2352"/>
                    <a:pt x="1683" y="2454"/>
                  </a:cubicBezTo>
                  <a:lnTo>
                    <a:pt x="1683" y="8153"/>
                  </a:lnTo>
                  <a:lnTo>
                    <a:pt x="46" y="9790"/>
                  </a:lnTo>
                  <a:cubicBezTo>
                    <a:pt x="17" y="9819"/>
                    <a:pt x="1" y="9858"/>
                    <a:pt x="1" y="9899"/>
                  </a:cubicBezTo>
                  <a:lnTo>
                    <a:pt x="1" y="13697"/>
                  </a:lnTo>
                  <a:cubicBezTo>
                    <a:pt x="1" y="13738"/>
                    <a:pt x="17" y="13778"/>
                    <a:pt x="46" y="13806"/>
                  </a:cubicBezTo>
                  <a:lnTo>
                    <a:pt x="9090" y="22849"/>
                  </a:lnTo>
                  <a:cubicBezTo>
                    <a:pt x="9119" y="22879"/>
                    <a:pt x="9158" y="22894"/>
                    <a:pt x="9198" y="22894"/>
                  </a:cubicBezTo>
                  <a:cubicBezTo>
                    <a:pt x="9237" y="22894"/>
                    <a:pt x="9276" y="22879"/>
                    <a:pt x="9307" y="22849"/>
                  </a:cubicBezTo>
                  <a:cubicBezTo>
                    <a:pt x="9366" y="22790"/>
                    <a:pt x="9366" y="22692"/>
                    <a:pt x="9307" y="22631"/>
                  </a:cubicBezTo>
                  <a:lnTo>
                    <a:pt x="308" y="13634"/>
                  </a:lnTo>
                  <a:lnTo>
                    <a:pt x="308" y="9963"/>
                  </a:lnTo>
                  <a:lnTo>
                    <a:pt x="1946" y="8326"/>
                  </a:lnTo>
                  <a:cubicBezTo>
                    <a:pt x="1974" y="8297"/>
                    <a:pt x="1991" y="8258"/>
                    <a:pt x="1991" y="8217"/>
                  </a:cubicBezTo>
                  <a:lnTo>
                    <a:pt x="1991" y="2466"/>
                  </a:lnTo>
                  <a:cubicBezTo>
                    <a:pt x="2629" y="2417"/>
                    <a:pt x="3135" y="1890"/>
                    <a:pt x="3135" y="1238"/>
                  </a:cubicBezTo>
                  <a:cubicBezTo>
                    <a:pt x="3135" y="555"/>
                    <a:pt x="2580" y="1"/>
                    <a:pt x="18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37"/>
            <p:cNvSpPr/>
            <p:nvPr/>
          </p:nvSpPr>
          <p:spPr>
            <a:xfrm rot="2576386">
              <a:off x="6773597" y="4315172"/>
              <a:ext cx="61090" cy="60973"/>
            </a:xfrm>
            <a:custGeom>
              <a:rect b="b" l="l" r="r" t="t"/>
              <a:pathLst>
                <a:path extrusionOk="0" h="1042" w="1044">
                  <a:moveTo>
                    <a:pt x="522" y="0"/>
                  </a:moveTo>
                  <a:cubicBezTo>
                    <a:pt x="235" y="0"/>
                    <a:pt x="1" y="233"/>
                    <a:pt x="1" y="521"/>
                  </a:cubicBezTo>
                  <a:cubicBezTo>
                    <a:pt x="1" y="809"/>
                    <a:pt x="235" y="1042"/>
                    <a:pt x="522" y="1042"/>
                  </a:cubicBezTo>
                  <a:cubicBezTo>
                    <a:pt x="811" y="1042"/>
                    <a:pt x="1043" y="809"/>
                    <a:pt x="1043" y="521"/>
                  </a:cubicBezTo>
                  <a:cubicBezTo>
                    <a:pt x="1043" y="233"/>
                    <a:pt x="811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7"/>
            <p:cNvSpPr/>
            <p:nvPr/>
          </p:nvSpPr>
          <p:spPr>
            <a:xfrm flipH="1">
              <a:off x="7555726" y="4571946"/>
              <a:ext cx="91631" cy="91752"/>
            </a:xfrm>
            <a:custGeom>
              <a:rect b="b" l="l" r="r" t="t"/>
              <a:pathLst>
                <a:path extrusionOk="0" h="1568" w="1566">
                  <a:moveTo>
                    <a:pt x="783" y="1"/>
                  </a:moveTo>
                  <a:cubicBezTo>
                    <a:pt x="351" y="1"/>
                    <a:pt x="1" y="352"/>
                    <a:pt x="1" y="783"/>
                  </a:cubicBezTo>
                  <a:cubicBezTo>
                    <a:pt x="1" y="1216"/>
                    <a:pt x="351" y="1567"/>
                    <a:pt x="783" y="1567"/>
                  </a:cubicBezTo>
                  <a:cubicBezTo>
                    <a:pt x="1216" y="1567"/>
                    <a:pt x="1566" y="1216"/>
                    <a:pt x="1566" y="783"/>
                  </a:cubicBezTo>
                  <a:cubicBezTo>
                    <a:pt x="1566" y="352"/>
                    <a:pt x="1216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37"/>
            <p:cNvSpPr/>
            <p:nvPr/>
          </p:nvSpPr>
          <p:spPr>
            <a:xfrm flipH="1">
              <a:off x="7467491" y="4483823"/>
              <a:ext cx="267987" cy="267999"/>
            </a:xfrm>
            <a:custGeom>
              <a:rect b="b" l="l" r="r" t="t"/>
              <a:pathLst>
                <a:path extrusionOk="0" h="4580" w="4580">
                  <a:moveTo>
                    <a:pt x="2289" y="154"/>
                  </a:moveTo>
                  <a:cubicBezTo>
                    <a:pt x="3467" y="154"/>
                    <a:pt x="4426" y="1112"/>
                    <a:pt x="4426" y="2289"/>
                  </a:cubicBezTo>
                  <a:cubicBezTo>
                    <a:pt x="4426" y="3468"/>
                    <a:pt x="3467" y="4426"/>
                    <a:pt x="2289" y="4426"/>
                  </a:cubicBezTo>
                  <a:cubicBezTo>
                    <a:pt x="1112" y="4426"/>
                    <a:pt x="154" y="3468"/>
                    <a:pt x="154" y="2289"/>
                  </a:cubicBezTo>
                  <a:cubicBezTo>
                    <a:pt x="154" y="1112"/>
                    <a:pt x="1112" y="154"/>
                    <a:pt x="2289" y="154"/>
                  </a:cubicBezTo>
                  <a:close/>
                  <a:moveTo>
                    <a:pt x="2289" y="1"/>
                  </a:moveTo>
                  <a:cubicBezTo>
                    <a:pt x="1027" y="1"/>
                    <a:pt x="1" y="1028"/>
                    <a:pt x="1" y="2289"/>
                  </a:cubicBezTo>
                  <a:cubicBezTo>
                    <a:pt x="1" y="3552"/>
                    <a:pt x="1027" y="4579"/>
                    <a:pt x="2289" y="4579"/>
                  </a:cubicBezTo>
                  <a:cubicBezTo>
                    <a:pt x="3552" y="4579"/>
                    <a:pt x="4579" y="3552"/>
                    <a:pt x="4579" y="2289"/>
                  </a:cubicBezTo>
                  <a:cubicBezTo>
                    <a:pt x="4579" y="1028"/>
                    <a:pt x="3552" y="1"/>
                    <a:pt x="2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37"/>
            <p:cNvSpPr/>
            <p:nvPr/>
          </p:nvSpPr>
          <p:spPr>
            <a:xfrm rot="2576386">
              <a:off x="6188745" y="4762327"/>
              <a:ext cx="91635" cy="91694"/>
            </a:xfrm>
            <a:custGeom>
              <a:rect b="b" l="l" r="r" t="t"/>
              <a:pathLst>
                <a:path extrusionOk="0" h="1567" w="1566">
                  <a:moveTo>
                    <a:pt x="783" y="0"/>
                  </a:moveTo>
                  <a:cubicBezTo>
                    <a:pt x="350" y="0"/>
                    <a:pt x="0" y="351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5" y="1567"/>
                    <a:pt x="1565" y="1216"/>
                    <a:pt x="1565" y="784"/>
                  </a:cubicBezTo>
                  <a:cubicBezTo>
                    <a:pt x="1565" y="351"/>
                    <a:pt x="1215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37"/>
            <p:cNvSpPr/>
            <p:nvPr/>
          </p:nvSpPr>
          <p:spPr>
            <a:xfrm rot="2576386">
              <a:off x="6100556" y="4674205"/>
              <a:ext cx="268001" cy="267943"/>
            </a:xfrm>
            <a:custGeom>
              <a:rect b="b" l="l" r="r" t="t"/>
              <a:pathLst>
                <a:path extrusionOk="0" h="4579" w="4580">
                  <a:moveTo>
                    <a:pt x="2290" y="154"/>
                  </a:moveTo>
                  <a:cubicBezTo>
                    <a:pt x="3467" y="154"/>
                    <a:pt x="4426" y="1111"/>
                    <a:pt x="4426" y="2290"/>
                  </a:cubicBezTo>
                  <a:cubicBezTo>
                    <a:pt x="4426" y="3468"/>
                    <a:pt x="3467" y="4425"/>
                    <a:pt x="2290" y="4425"/>
                  </a:cubicBezTo>
                  <a:cubicBezTo>
                    <a:pt x="1112" y="4425"/>
                    <a:pt x="155" y="3468"/>
                    <a:pt x="155" y="2290"/>
                  </a:cubicBezTo>
                  <a:cubicBezTo>
                    <a:pt x="155" y="1113"/>
                    <a:pt x="1112" y="154"/>
                    <a:pt x="2290" y="154"/>
                  </a:cubicBezTo>
                  <a:close/>
                  <a:moveTo>
                    <a:pt x="2290" y="0"/>
                  </a:moveTo>
                  <a:cubicBezTo>
                    <a:pt x="1027" y="0"/>
                    <a:pt x="1" y="1028"/>
                    <a:pt x="1" y="2290"/>
                  </a:cubicBezTo>
                  <a:cubicBezTo>
                    <a:pt x="1" y="3553"/>
                    <a:pt x="1027" y="4579"/>
                    <a:pt x="2290" y="4579"/>
                  </a:cubicBezTo>
                  <a:cubicBezTo>
                    <a:pt x="3552" y="4579"/>
                    <a:pt x="4580" y="3551"/>
                    <a:pt x="4580" y="2290"/>
                  </a:cubicBezTo>
                  <a:cubicBezTo>
                    <a:pt x="4580" y="1028"/>
                    <a:pt x="3552" y="0"/>
                    <a:pt x="22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37"/>
            <p:cNvSpPr/>
            <p:nvPr/>
          </p:nvSpPr>
          <p:spPr>
            <a:xfrm flipH="1">
              <a:off x="7465557" y="4179196"/>
              <a:ext cx="138558" cy="138446"/>
            </a:xfrm>
            <a:custGeom>
              <a:rect b="b" l="l" r="r" t="t"/>
              <a:pathLst>
                <a:path extrusionOk="0" h="2366" w="2368">
                  <a:moveTo>
                    <a:pt x="1184" y="154"/>
                  </a:moveTo>
                  <a:cubicBezTo>
                    <a:pt x="1751" y="154"/>
                    <a:pt x="2214" y="615"/>
                    <a:pt x="2214" y="1182"/>
                  </a:cubicBezTo>
                  <a:cubicBezTo>
                    <a:pt x="2214" y="1750"/>
                    <a:pt x="1751" y="2212"/>
                    <a:pt x="1184" y="2212"/>
                  </a:cubicBezTo>
                  <a:cubicBezTo>
                    <a:pt x="617" y="2212"/>
                    <a:pt x="154" y="1750"/>
                    <a:pt x="154" y="1182"/>
                  </a:cubicBezTo>
                  <a:cubicBezTo>
                    <a:pt x="154" y="615"/>
                    <a:pt x="617" y="154"/>
                    <a:pt x="1184" y="154"/>
                  </a:cubicBezTo>
                  <a:close/>
                  <a:moveTo>
                    <a:pt x="1184" y="0"/>
                  </a:moveTo>
                  <a:cubicBezTo>
                    <a:pt x="531" y="0"/>
                    <a:pt x="1" y="530"/>
                    <a:pt x="1" y="1182"/>
                  </a:cubicBezTo>
                  <a:cubicBezTo>
                    <a:pt x="1" y="1835"/>
                    <a:pt x="531" y="2366"/>
                    <a:pt x="1184" y="2366"/>
                  </a:cubicBezTo>
                  <a:cubicBezTo>
                    <a:pt x="1837" y="2366"/>
                    <a:pt x="2367" y="1835"/>
                    <a:pt x="2367" y="1182"/>
                  </a:cubicBezTo>
                  <a:cubicBezTo>
                    <a:pt x="2367" y="531"/>
                    <a:pt x="1837" y="0"/>
                    <a:pt x="1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8" name="Google Shape;2048;p37"/>
          <p:cNvSpPr txBox="1"/>
          <p:nvPr>
            <p:ph idx="12" type="sldNum"/>
          </p:nvPr>
        </p:nvSpPr>
        <p:spPr>
          <a:xfrm>
            <a:off x="8413009" y="881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Design - BOM</a:t>
            </a:r>
            <a:endParaRPr/>
          </a:p>
        </p:txBody>
      </p:sp>
      <p:sp>
        <p:nvSpPr>
          <p:cNvPr id="2054" name="Google Shape;2054;p38"/>
          <p:cNvSpPr txBox="1"/>
          <p:nvPr>
            <p:ph idx="1" type="subTitle"/>
          </p:nvPr>
        </p:nvSpPr>
        <p:spPr>
          <a:xfrm>
            <a:off x="4678850" y="1406925"/>
            <a:ext cx="4003800" cy="27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Green 5mm LED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Red 5mm LED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2x 8-Pin stackable plug headers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2x 6-Pin stackable plug headers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2x DIP socket halves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2x 6-Pin socket headers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3-Pin socket header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2x 2-Pin plug breakaway headers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3-Pin locking headers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6-Pin breakaway header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3-Pin plug breakaway header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5" name="Google Shape;2055;p38"/>
          <p:cNvSpPr txBox="1"/>
          <p:nvPr>
            <p:ph idx="2" type="subTitle"/>
          </p:nvPr>
        </p:nvSpPr>
        <p:spPr>
          <a:xfrm>
            <a:off x="1007650" y="1377525"/>
            <a:ext cx="3438900" cy="3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Arduino Uno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9V battery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9V battery to Arduino Barrel Jack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PCB to function as a shield for Arduino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Sparkfun OpenLog module (UART)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Honeywell HH-4030 Humididy Sensor Module (No longer in production)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Adafruit ADXL 335 Accelerometer Module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Sparkfun Qwiic Micropressure Sensor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2x Analog Devices TMP36 Temperature Sensors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2x Blue 5mm LEDs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Orange 5mm LED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1x Yellow 5mm LED</a:t>
            </a:r>
            <a:endParaRPr sz="120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6" name="Google Shape;2056;p38"/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57" name="Google Shape;2057;p38"/>
            <p:cNvSpPr/>
            <p:nvPr/>
          </p:nvSpPr>
          <p:spPr>
            <a:xfrm>
              <a:off x="8126292" y="4479450"/>
              <a:ext cx="556311" cy="708946"/>
            </a:xfrm>
            <a:custGeom>
              <a:rect b="b" l="l" r="r" t="t"/>
              <a:pathLst>
                <a:path extrusionOk="0" h="16354" w="12833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38"/>
            <p:cNvSpPr/>
            <p:nvPr/>
          </p:nvSpPr>
          <p:spPr>
            <a:xfrm>
              <a:off x="8167776" y="4700750"/>
              <a:ext cx="138113" cy="138156"/>
            </a:xfrm>
            <a:custGeom>
              <a:rect b="b" l="l" r="r" t="t"/>
              <a:pathLst>
                <a:path extrusionOk="0" h="3187" w="3186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38"/>
            <p:cNvSpPr/>
            <p:nvPr/>
          </p:nvSpPr>
          <p:spPr>
            <a:xfrm>
              <a:off x="8207743" y="4740719"/>
              <a:ext cx="58176" cy="58219"/>
            </a:xfrm>
            <a:custGeom>
              <a:rect b="b" l="l" r="r" t="t"/>
              <a:pathLst>
                <a:path extrusionOk="0" h="1343" w="1342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0" name="Google Shape;2060;p38"/>
          <p:cNvSpPr txBox="1"/>
          <p:nvPr>
            <p:ph idx="12" type="sldNum"/>
          </p:nvPr>
        </p:nvSpPr>
        <p:spPr>
          <a:xfrm>
            <a:off x="8424009" y="1142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39"/>
          <p:cNvSpPr txBox="1"/>
          <p:nvPr>
            <p:ph type="title"/>
          </p:nvPr>
        </p:nvSpPr>
        <p:spPr>
          <a:xfrm>
            <a:off x="720000" y="445025"/>
            <a:ext cx="3534300" cy="42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Design - Block Diagram</a:t>
            </a:r>
            <a:endParaRPr/>
          </a:p>
        </p:txBody>
      </p:sp>
      <p:grpSp>
        <p:nvGrpSpPr>
          <p:cNvPr id="2066" name="Google Shape;2066;p39"/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67" name="Google Shape;2067;p39"/>
            <p:cNvSpPr/>
            <p:nvPr/>
          </p:nvSpPr>
          <p:spPr>
            <a:xfrm>
              <a:off x="8126292" y="4479450"/>
              <a:ext cx="556311" cy="708946"/>
            </a:xfrm>
            <a:custGeom>
              <a:rect b="b" l="l" r="r" t="t"/>
              <a:pathLst>
                <a:path extrusionOk="0" h="16354" w="12833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9"/>
            <p:cNvSpPr/>
            <p:nvPr/>
          </p:nvSpPr>
          <p:spPr>
            <a:xfrm>
              <a:off x="8167776" y="4700750"/>
              <a:ext cx="138113" cy="138156"/>
            </a:xfrm>
            <a:custGeom>
              <a:rect b="b" l="l" r="r" t="t"/>
              <a:pathLst>
                <a:path extrusionOk="0" h="3187" w="3186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39"/>
            <p:cNvSpPr/>
            <p:nvPr/>
          </p:nvSpPr>
          <p:spPr>
            <a:xfrm>
              <a:off x="8207743" y="4740719"/>
              <a:ext cx="58176" cy="58219"/>
            </a:xfrm>
            <a:custGeom>
              <a:rect b="b" l="l" r="r" t="t"/>
              <a:pathLst>
                <a:path extrusionOk="0" h="1343" w="1342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0" name="Google Shape;2070;p39"/>
          <p:cNvSpPr txBox="1"/>
          <p:nvPr>
            <p:ph idx="12" type="sldNum"/>
          </p:nvPr>
        </p:nvSpPr>
        <p:spPr>
          <a:xfrm>
            <a:off x="8424009" y="1142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71" name="Google Shape;2071;p39" title="Balloon_BDV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4775" y="60275"/>
            <a:ext cx="3852173" cy="4980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Original Design - Weight / Power</a:t>
            </a:r>
            <a:endParaRPr sz="3000"/>
          </a:p>
        </p:txBody>
      </p:sp>
      <p:grpSp>
        <p:nvGrpSpPr>
          <p:cNvPr id="2077" name="Google Shape;2077;p40"/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78" name="Google Shape;2078;p40"/>
            <p:cNvSpPr/>
            <p:nvPr/>
          </p:nvSpPr>
          <p:spPr>
            <a:xfrm>
              <a:off x="8126292" y="4479450"/>
              <a:ext cx="556311" cy="708946"/>
            </a:xfrm>
            <a:custGeom>
              <a:rect b="b" l="l" r="r" t="t"/>
              <a:pathLst>
                <a:path extrusionOk="0" h="16354" w="12833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40"/>
            <p:cNvSpPr/>
            <p:nvPr/>
          </p:nvSpPr>
          <p:spPr>
            <a:xfrm>
              <a:off x="8167776" y="4700750"/>
              <a:ext cx="138113" cy="138156"/>
            </a:xfrm>
            <a:custGeom>
              <a:rect b="b" l="l" r="r" t="t"/>
              <a:pathLst>
                <a:path extrusionOk="0" h="3187" w="3186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40"/>
            <p:cNvSpPr/>
            <p:nvPr/>
          </p:nvSpPr>
          <p:spPr>
            <a:xfrm>
              <a:off x="8207743" y="4740719"/>
              <a:ext cx="58176" cy="58219"/>
            </a:xfrm>
            <a:custGeom>
              <a:rect b="b" l="l" r="r" t="t"/>
              <a:pathLst>
                <a:path extrusionOk="0" h="1343" w="1342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1" name="Google Shape;2081;p40"/>
          <p:cNvSpPr txBox="1"/>
          <p:nvPr>
            <p:ph idx="12" type="sldNum"/>
          </p:nvPr>
        </p:nvSpPr>
        <p:spPr>
          <a:xfrm>
            <a:off x="8424009" y="1142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82" name="Google Shape;208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800" y="1089300"/>
            <a:ext cx="5508933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2083" name="Google Shape;2083;p40"/>
          <p:cNvSpPr txBox="1"/>
          <p:nvPr/>
        </p:nvSpPr>
        <p:spPr>
          <a:xfrm>
            <a:off x="6419400" y="1770825"/>
            <a:ext cx="226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Cost ~$110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41"/>
          <p:cNvSpPr txBox="1"/>
          <p:nvPr>
            <p:ph type="title"/>
          </p:nvPr>
        </p:nvSpPr>
        <p:spPr>
          <a:xfrm>
            <a:off x="2792250" y="2104625"/>
            <a:ext cx="3784800" cy="13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41"/>
          <p:cNvSpPr txBox="1"/>
          <p:nvPr>
            <p:ph idx="2" type="title"/>
          </p:nvPr>
        </p:nvSpPr>
        <p:spPr>
          <a:xfrm>
            <a:off x="2792250" y="998675"/>
            <a:ext cx="12495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2090" name="Google Shape;2090;p41"/>
          <p:cNvGrpSpPr/>
          <p:nvPr/>
        </p:nvGrpSpPr>
        <p:grpSpPr>
          <a:xfrm>
            <a:off x="724831" y="-43622"/>
            <a:ext cx="2207482" cy="1748498"/>
            <a:chOff x="724831" y="-43622"/>
            <a:chExt cx="2207482" cy="1748498"/>
          </a:xfrm>
        </p:grpSpPr>
        <p:sp>
          <p:nvSpPr>
            <p:cNvPr id="2091" name="Google Shape;2091;p41"/>
            <p:cNvSpPr/>
            <p:nvPr/>
          </p:nvSpPr>
          <p:spPr>
            <a:xfrm rot="5400000">
              <a:off x="2033374" y="-162906"/>
              <a:ext cx="765077" cy="1032799"/>
            </a:xfrm>
            <a:custGeom>
              <a:rect b="b" l="l" r="r" t="t"/>
              <a:pathLst>
                <a:path extrusionOk="0" h="20689" w="15326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4"/>
                    <a:pt x="0" y="202"/>
                    <a:pt x="59" y="262"/>
                  </a:cubicBezTo>
                  <a:lnTo>
                    <a:pt x="2055" y="2257"/>
                  </a:lnTo>
                  <a:lnTo>
                    <a:pt x="2055" y="4649"/>
                  </a:lnTo>
                  <a:cubicBezTo>
                    <a:pt x="2055" y="4689"/>
                    <a:pt x="2071" y="4728"/>
                    <a:pt x="2100" y="4756"/>
                  </a:cubicBezTo>
                  <a:lnTo>
                    <a:pt x="7439" y="10096"/>
                  </a:lnTo>
                  <a:cubicBezTo>
                    <a:pt x="7468" y="10125"/>
                    <a:pt x="7507" y="10141"/>
                    <a:pt x="7548" y="10141"/>
                  </a:cubicBezTo>
                  <a:lnTo>
                    <a:pt x="13590" y="10141"/>
                  </a:lnTo>
                  <a:lnTo>
                    <a:pt x="15018" y="11570"/>
                  </a:lnTo>
                  <a:lnTo>
                    <a:pt x="15018" y="14341"/>
                  </a:lnTo>
                  <a:lnTo>
                    <a:pt x="13328" y="16032"/>
                  </a:lnTo>
                  <a:lnTo>
                    <a:pt x="11834" y="16032"/>
                  </a:lnTo>
                  <a:cubicBezTo>
                    <a:pt x="11793" y="16032"/>
                    <a:pt x="11754" y="16048"/>
                    <a:pt x="11725" y="16077"/>
                  </a:cubicBezTo>
                  <a:lnTo>
                    <a:pt x="9898" y="17903"/>
                  </a:lnTo>
                  <a:cubicBezTo>
                    <a:pt x="9870" y="17932"/>
                    <a:pt x="9853" y="17972"/>
                    <a:pt x="9853" y="18012"/>
                  </a:cubicBezTo>
                  <a:lnTo>
                    <a:pt x="9853" y="20535"/>
                  </a:lnTo>
                  <a:cubicBezTo>
                    <a:pt x="9853" y="20619"/>
                    <a:pt x="9922" y="20688"/>
                    <a:pt x="10007" y="20688"/>
                  </a:cubicBezTo>
                  <a:cubicBezTo>
                    <a:pt x="10092" y="20688"/>
                    <a:pt x="10161" y="20620"/>
                    <a:pt x="10161" y="20535"/>
                  </a:cubicBezTo>
                  <a:lnTo>
                    <a:pt x="10161" y="18076"/>
                  </a:lnTo>
                  <a:lnTo>
                    <a:pt x="11897" y="16339"/>
                  </a:lnTo>
                  <a:lnTo>
                    <a:pt x="13392" y="16339"/>
                  </a:lnTo>
                  <a:cubicBezTo>
                    <a:pt x="13432" y="16339"/>
                    <a:pt x="13471" y="16324"/>
                    <a:pt x="13500" y="16294"/>
                  </a:cubicBezTo>
                  <a:lnTo>
                    <a:pt x="15281" y="14514"/>
                  </a:lnTo>
                  <a:cubicBezTo>
                    <a:pt x="15310" y="14484"/>
                    <a:pt x="15326" y="14445"/>
                    <a:pt x="15326" y="14405"/>
                  </a:cubicBezTo>
                  <a:lnTo>
                    <a:pt x="15326" y="11506"/>
                  </a:lnTo>
                  <a:cubicBezTo>
                    <a:pt x="15326" y="11466"/>
                    <a:pt x="15310" y="11427"/>
                    <a:pt x="15281" y="11398"/>
                  </a:cubicBezTo>
                  <a:lnTo>
                    <a:pt x="13762" y="9879"/>
                  </a:lnTo>
                  <a:cubicBezTo>
                    <a:pt x="13733" y="9850"/>
                    <a:pt x="13694" y="9834"/>
                    <a:pt x="13653" y="9834"/>
                  </a:cubicBezTo>
                  <a:lnTo>
                    <a:pt x="7612" y="9834"/>
                  </a:lnTo>
                  <a:lnTo>
                    <a:pt x="2362" y="4585"/>
                  </a:lnTo>
                  <a:lnTo>
                    <a:pt x="2362" y="2193"/>
                  </a:lnTo>
                  <a:cubicBezTo>
                    <a:pt x="2362" y="2153"/>
                    <a:pt x="2345" y="2114"/>
                    <a:pt x="2317" y="2084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41"/>
            <p:cNvSpPr/>
            <p:nvPr/>
          </p:nvSpPr>
          <p:spPr>
            <a:xfrm rot="5400000">
              <a:off x="1668247" y="-80837"/>
              <a:ext cx="817044" cy="920628"/>
            </a:xfrm>
            <a:custGeom>
              <a:rect b="b" l="l" r="r" t="t"/>
              <a:pathLst>
                <a:path extrusionOk="0" h="18442" w="16367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6"/>
                    <a:pt x="0" y="203"/>
                    <a:pt x="59" y="263"/>
                  </a:cubicBezTo>
                  <a:lnTo>
                    <a:pt x="6175" y="6377"/>
                  </a:lnTo>
                  <a:lnTo>
                    <a:pt x="6175" y="12362"/>
                  </a:lnTo>
                  <a:cubicBezTo>
                    <a:pt x="6175" y="12403"/>
                    <a:pt x="6191" y="12442"/>
                    <a:pt x="6219" y="12471"/>
                  </a:cubicBezTo>
                  <a:lnTo>
                    <a:pt x="9071" y="15323"/>
                  </a:lnTo>
                  <a:cubicBezTo>
                    <a:pt x="9100" y="15351"/>
                    <a:pt x="9139" y="15368"/>
                    <a:pt x="9180" y="15368"/>
                  </a:cubicBezTo>
                  <a:lnTo>
                    <a:pt x="14254" y="15368"/>
                  </a:lnTo>
                  <a:lnTo>
                    <a:pt x="16058" y="17172"/>
                  </a:lnTo>
                  <a:lnTo>
                    <a:pt x="16058" y="18288"/>
                  </a:lnTo>
                  <a:cubicBezTo>
                    <a:pt x="16058" y="18373"/>
                    <a:pt x="16127" y="18441"/>
                    <a:pt x="16211" y="18441"/>
                  </a:cubicBezTo>
                  <a:lnTo>
                    <a:pt x="16212" y="18441"/>
                  </a:lnTo>
                  <a:cubicBezTo>
                    <a:pt x="16296" y="18441"/>
                    <a:pt x="16366" y="18373"/>
                    <a:pt x="16366" y="18288"/>
                  </a:cubicBezTo>
                  <a:lnTo>
                    <a:pt x="16366" y="17108"/>
                  </a:lnTo>
                  <a:cubicBezTo>
                    <a:pt x="16366" y="17068"/>
                    <a:pt x="16350" y="17029"/>
                    <a:pt x="16321" y="16999"/>
                  </a:cubicBezTo>
                  <a:lnTo>
                    <a:pt x="14426" y="15105"/>
                  </a:lnTo>
                  <a:cubicBezTo>
                    <a:pt x="14398" y="15077"/>
                    <a:pt x="14359" y="15060"/>
                    <a:pt x="14317" y="15060"/>
                  </a:cubicBezTo>
                  <a:lnTo>
                    <a:pt x="9243" y="15060"/>
                  </a:lnTo>
                  <a:lnTo>
                    <a:pt x="6482" y="12299"/>
                  </a:lnTo>
                  <a:lnTo>
                    <a:pt x="6482" y="6313"/>
                  </a:lnTo>
                  <a:cubicBezTo>
                    <a:pt x="6482" y="6273"/>
                    <a:pt x="6465" y="6234"/>
                    <a:pt x="6437" y="6206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41"/>
            <p:cNvSpPr/>
            <p:nvPr/>
          </p:nvSpPr>
          <p:spPr>
            <a:xfrm rot="5400000">
              <a:off x="1355217" y="95955"/>
              <a:ext cx="1128496" cy="873703"/>
            </a:xfrm>
            <a:custGeom>
              <a:rect b="b" l="l" r="r" t="t"/>
              <a:pathLst>
                <a:path extrusionOk="0" h="17502" w="22606">
                  <a:moveTo>
                    <a:pt x="170" y="1"/>
                  </a:moveTo>
                  <a:cubicBezTo>
                    <a:pt x="130" y="1"/>
                    <a:pt x="91" y="16"/>
                    <a:pt x="61" y="45"/>
                  </a:cubicBezTo>
                  <a:cubicBezTo>
                    <a:pt x="1" y="106"/>
                    <a:pt x="1" y="204"/>
                    <a:pt x="61" y="263"/>
                  </a:cubicBezTo>
                  <a:lnTo>
                    <a:pt x="3137" y="3339"/>
                  </a:lnTo>
                  <a:lnTo>
                    <a:pt x="3137" y="8169"/>
                  </a:lnTo>
                  <a:cubicBezTo>
                    <a:pt x="3137" y="8209"/>
                    <a:pt x="3154" y="8250"/>
                    <a:pt x="3182" y="8278"/>
                  </a:cubicBezTo>
                  <a:lnTo>
                    <a:pt x="5189" y="10285"/>
                  </a:lnTo>
                  <a:lnTo>
                    <a:pt x="5189" y="13370"/>
                  </a:lnTo>
                  <a:cubicBezTo>
                    <a:pt x="5189" y="13411"/>
                    <a:pt x="5206" y="13450"/>
                    <a:pt x="5234" y="13478"/>
                  </a:cubicBezTo>
                  <a:lnTo>
                    <a:pt x="8536" y="16779"/>
                  </a:lnTo>
                  <a:cubicBezTo>
                    <a:pt x="8564" y="16809"/>
                    <a:pt x="8603" y="16824"/>
                    <a:pt x="8645" y="16824"/>
                  </a:cubicBezTo>
                  <a:lnTo>
                    <a:pt x="16881" y="16824"/>
                  </a:lnTo>
                  <a:lnTo>
                    <a:pt x="17514" y="17456"/>
                  </a:lnTo>
                  <a:cubicBezTo>
                    <a:pt x="17542" y="17485"/>
                    <a:pt x="17581" y="17501"/>
                    <a:pt x="17622" y="17501"/>
                  </a:cubicBezTo>
                  <a:lnTo>
                    <a:pt x="21542" y="17501"/>
                  </a:lnTo>
                  <a:cubicBezTo>
                    <a:pt x="21583" y="17501"/>
                    <a:pt x="21622" y="17485"/>
                    <a:pt x="21651" y="17456"/>
                  </a:cubicBezTo>
                  <a:lnTo>
                    <a:pt x="22545" y="16563"/>
                  </a:lnTo>
                  <a:cubicBezTo>
                    <a:pt x="22605" y="16502"/>
                    <a:pt x="22605" y="16406"/>
                    <a:pt x="22545" y="16345"/>
                  </a:cubicBezTo>
                  <a:cubicBezTo>
                    <a:pt x="22515" y="16315"/>
                    <a:pt x="22475" y="16300"/>
                    <a:pt x="22436" y="16300"/>
                  </a:cubicBezTo>
                  <a:cubicBezTo>
                    <a:pt x="22397" y="16300"/>
                    <a:pt x="22357" y="16315"/>
                    <a:pt x="22327" y="16345"/>
                  </a:cubicBezTo>
                  <a:lnTo>
                    <a:pt x="21479" y="17194"/>
                  </a:lnTo>
                  <a:lnTo>
                    <a:pt x="17685" y="17194"/>
                  </a:lnTo>
                  <a:lnTo>
                    <a:pt x="17054" y="16562"/>
                  </a:lnTo>
                  <a:cubicBezTo>
                    <a:pt x="17025" y="16533"/>
                    <a:pt x="16985" y="16517"/>
                    <a:pt x="16945" y="16517"/>
                  </a:cubicBezTo>
                  <a:lnTo>
                    <a:pt x="8707" y="16517"/>
                  </a:lnTo>
                  <a:lnTo>
                    <a:pt x="5497" y="13306"/>
                  </a:lnTo>
                  <a:lnTo>
                    <a:pt x="5497" y="10222"/>
                  </a:lnTo>
                  <a:cubicBezTo>
                    <a:pt x="5497" y="10181"/>
                    <a:pt x="5481" y="10142"/>
                    <a:pt x="5452" y="10113"/>
                  </a:cubicBezTo>
                  <a:lnTo>
                    <a:pt x="3444" y="8105"/>
                  </a:lnTo>
                  <a:lnTo>
                    <a:pt x="3444" y="3275"/>
                  </a:lnTo>
                  <a:cubicBezTo>
                    <a:pt x="3444" y="3234"/>
                    <a:pt x="3428" y="3195"/>
                    <a:pt x="3399" y="3166"/>
                  </a:cubicBezTo>
                  <a:lnTo>
                    <a:pt x="279" y="45"/>
                  </a:lnTo>
                  <a:cubicBezTo>
                    <a:pt x="248" y="16"/>
                    <a:pt x="209" y="1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41"/>
            <p:cNvSpPr/>
            <p:nvPr/>
          </p:nvSpPr>
          <p:spPr>
            <a:xfrm rot="5400000">
              <a:off x="695419" y="453659"/>
              <a:ext cx="1143772" cy="214008"/>
            </a:xfrm>
            <a:custGeom>
              <a:rect b="b" l="l" r="r" t="t"/>
              <a:pathLst>
                <a:path extrusionOk="0" h="4287" w="22912">
                  <a:moveTo>
                    <a:pt x="169" y="1"/>
                  </a:moveTo>
                  <a:cubicBezTo>
                    <a:pt x="129" y="1"/>
                    <a:pt x="90" y="16"/>
                    <a:pt x="60" y="46"/>
                  </a:cubicBezTo>
                  <a:cubicBezTo>
                    <a:pt x="0" y="105"/>
                    <a:pt x="0" y="203"/>
                    <a:pt x="60" y="263"/>
                  </a:cubicBezTo>
                  <a:lnTo>
                    <a:pt x="1720" y="1923"/>
                  </a:lnTo>
                  <a:cubicBezTo>
                    <a:pt x="1748" y="1952"/>
                    <a:pt x="1789" y="1968"/>
                    <a:pt x="1829" y="1968"/>
                  </a:cubicBezTo>
                  <a:lnTo>
                    <a:pt x="7052" y="1968"/>
                  </a:lnTo>
                  <a:lnTo>
                    <a:pt x="8195" y="3110"/>
                  </a:lnTo>
                  <a:cubicBezTo>
                    <a:pt x="8223" y="3140"/>
                    <a:pt x="8262" y="3156"/>
                    <a:pt x="8304" y="3156"/>
                  </a:cubicBezTo>
                  <a:lnTo>
                    <a:pt x="15072" y="3156"/>
                  </a:lnTo>
                  <a:lnTo>
                    <a:pt x="16157" y="4240"/>
                  </a:lnTo>
                  <a:cubicBezTo>
                    <a:pt x="16185" y="4270"/>
                    <a:pt x="16224" y="4286"/>
                    <a:pt x="16266" y="4286"/>
                  </a:cubicBezTo>
                  <a:lnTo>
                    <a:pt x="20601" y="4286"/>
                  </a:lnTo>
                  <a:lnTo>
                    <a:pt x="20601" y="4285"/>
                  </a:lnTo>
                  <a:cubicBezTo>
                    <a:pt x="20642" y="4285"/>
                    <a:pt x="20681" y="4270"/>
                    <a:pt x="20709" y="4240"/>
                  </a:cubicBezTo>
                  <a:lnTo>
                    <a:pt x="22852" y="2098"/>
                  </a:lnTo>
                  <a:cubicBezTo>
                    <a:pt x="22912" y="2038"/>
                    <a:pt x="22912" y="1941"/>
                    <a:pt x="22852" y="1881"/>
                  </a:cubicBezTo>
                  <a:cubicBezTo>
                    <a:pt x="22821" y="1851"/>
                    <a:pt x="22782" y="1836"/>
                    <a:pt x="22743" y="1836"/>
                  </a:cubicBezTo>
                  <a:cubicBezTo>
                    <a:pt x="22703" y="1836"/>
                    <a:pt x="22664" y="1851"/>
                    <a:pt x="22634" y="1881"/>
                  </a:cubicBezTo>
                  <a:lnTo>
                    <a:pt x="20537" y="3978"/>
                  </a:lnTo>
                  <a:lnTo>
                    <a:pt x="16328" y="3978"/>
                  </a:lnTo>
                  <a:lnTo>
                    <a:pt x="15244" y="2894"/>
                  </a:lnTo>
                  <a:cubicBezTo>
                    <a:pt x="15215" y="2864"/>
                    <a:pt x="15176" y="2848"/>
                    <a:pt x="15135" y="2848"/>
                  </a:cubicBezTo>
                  <a:lnTo>
                    <a:pt x="8366" y="2848"/>
                  </a:lnTo>
                  <a:lnTo>
                    <a:pt x="7224" y="1706"/>
                  </a:lnTo>
                  <a:cubicBezTo>
                    <a:pt x="7195" y="1677"/>
                    <a:pt x="7156" y="1661"/>
                    <a:pt x="7116" y="1661"/>
                  </a:cubicBezTo>
                  <a:lnTo>
                    <a:pt x="1893" y="1661"/>
                  </a:lnTo>
                  <a:lnTo>
                    <a:pt x="278" y="46"/>
                  </a:lnTo>
                  <a:cubicBezTo>
                    <a:pt x="248" y="16"/>
                    <a:pt x="208" y="1"/>
                    <a:pt x="1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41"/>
            <p:cNvSpPr/>
            <p:nvPr/>
          </p:nvSpPr>
          <p:spPr>
            <a:xfrm rot="5400000">
              <a:off x="171099" y="727920"/>
              <a:ext cx="1667734" cy="124651"/>
            </a:xfrm>
            <a:custGeom>
              <a:rect b="b" l="l" r="r" t="t"/>
              <a:pathLst>
                <a:path extrusionOk="0" h="2497" w="33408">
                  <a:moveTo>
                    <a:pt x="29290" y="1"/>
                  </a:moveTo>
                  <a:cubicBezTo>
                    <a:pt x="29248" y="1"/>
                    <a:pt x="29209" y="16"/>
                    <a:pt x="29181" y="46"/>
                  </a:cubicBezTo>
                  <a:lnTo>
                    <a:pt x="27265" y="1961"/>
                  </a:lnTo>
                  <a:lnTo>
                    <a:pt x="18260" y="1961"/>
                  </a:lnTo>
                  <a:lnTo>
                    <a:pt x="16612" y="314"/>
                  </a:lnTo>
                  <a:cubicBezTo>
                    <a:pt x="16584" y="284"/>
                    <a:pt x="16545" y="269"/>
                    <a:pt x="16503" y="269"/>
                  </a:cubicBezTo>
                  <a:lnTo>
                    <a:pt x="10403" y="269"/>
                  </a:lnTo>
                  <a:cubicBezTo>
                    <a:pt x="10362" y="269"/>
                    <a:pt x="10323" y="284"/>
                    <a:pt x="10294" y="314"/>
                  </a:cubicBezTo>
                  <a:lnTo>
                    <a:pt x="8418" y="2189"/>
                  </a:lnTo>
                  <a:lnTo>
                    <a:pt x="4597" y="2189"/>
                  </a:lnTo>
                  <a:lnTo>
                    <a:pt x="3608" y="1201"/>
                  </a:lnTo>
                  <a:cubicBezTo>
                    <a:pt x="3580" y="1171"/>
                    <a:pt x="3541" y="1154"/>
                    <a:pt x="3499" y="1154"/>
                  </a:cubicBezTo>
                  <a:lnTo>
                    <a:pt x="154" y="1154"/>
                  </a:lnTo>
                  <a:cubicBezTo>
                    <a:pt x="69" y="1154"/>
                    <a:pt x="0" y="1224"/>
                    <a:pt x="0" y="1308"/>
                  </a:cubicBezTo>
                  <a:cubicBezTo>
                    <a:pt x="0" y="1393"/>
                    <a:pt x="69" y="1462"/>
                    <a:pt x="154" y="1462"/>
                  </a:cubicBezTo>
                  <a:lnTo>
                    <a:pt x="3435" y="1462"/>
                  </a:lnTo>
                  <a:lnTo>
                    <a:pt x="4425" y="2451"/>
                  </a:lnTo>
                  <a:cubicBezTo>
                    <a:pt x="4454" y="2481"/>
                    <a:pt x="4493" y="2496"/>
                    <a:pt x="4534" y="2496"/>
                  </a:cubicBezTo>
                  <a:lnTo>
                    <a:pt x="8482" y="2496"/>
                  </a:lnTo>
                  <a:cubicBezTo>
                    <a:pt x="8522" y="2496"/>
                    <a:pt x="8561" y="2481"/>
                    <a:pt x="8591" y="2451"/>
                  </a:cubicBezTo>
                  <a:lnTo>
                    <a:pt x="10466" y="576"/>
                  </a:lnTo>
                  <a:lnTo>
                    <a:pt x="16441" y="576"/>
                  </a:lnTo>
                  <a:lnTo>
                    <a:pt x="18087" y="2223"/>
                  </a:lnTo>
                  <a:cubicBezTo>
                    <a:pt x="18116" y="2253"/>
                    <a:pt x="18156" y="2268"/>
                    <a:pt x="18196" y="2268"/>
                  </a:cubicBezTo>
                  <a:lnTo>
                    <a:pt x="27328" y="2268"/>
                  </a:lnTo>
                  <a:cubicBezTo>
                    <a:pt x="27369" y="2268"/>
                    <a:pt x="27408" y="2253"/>
                    <a:pt x="27437" y="2223"/>
                  </a:cubicBezTo>
                  <a:lnTo>
                    <a:pt x="29352" y="308"/>
                  </a:lnTo>
                  <a:lnTo>
                    <a:pt x="33254" y="308"/>
                  </a:lnTo>
                  <a:cubicBezTo>
                    <a:pt x="33339" y="308"/>
                    <a:pt x="33407" y="238"/>
                    <a:pt x="33407" y="154"/>
                  </a:cubicBezTo>
                  <a:cubicBezTo>
                    <a:pt x="33407" y="69"/>
                    <a:pt x="33339" y="1"/>
                    <a:pt x="33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41"/>
            <p:cNvSpPr/>
            <p:nvPr/>
          </p:nvSpPr>
          <p:spPr>
            <a:xfrm rot="5400000">
              <a:off x="1794451" y="760564"/>
              <a:ext cx="54163" cy="54163"/>
            </a:xfrm>
            <a:custGeom>
              <a:rect b="b" l="l" r="r" t="t"/>
              <a:pathLst>
                <a:path extrusionOk="0" h="1085" w="1085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2"/>
                    <a:pt x="244" y="1085"/>
                    <a:pt x="543" y="1085"/>
                  </a:cubicBezTo>
                  <a:cubicBezTo>
                    <a:pt x="842" y="1085"/>
                    <a:pt x="1085" y="842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41"/>
            <p:cNvSpPr/>
            <p:nvPr/>
          </p:nvSpPr>
          <p:spPr>
            <a:xfrm rot="5400000">
              <a:off x="1878968" y="676047"/>
              <a:ext cx="54163" cy="54163"/>
            </a:xfrm>
            <a:custGeom>
              <a:rect b="b" l="l" r="r" t="t"/>
              <a:pathLst>
                <a:path extrusionOk="0" h="1085" w="1085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3"/>
                    <a:pt x="244" y="1085"/>
                    <a:pt x="543" y="1085"/>
                  </a:cubicBezTo>
                  <a:cubicBezTo>
                    <a:pt x="842" y="1085"/>
                    <a:pt x="1085" y="843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41"/>
            <p:cNvSpPr/>
            <p:nvPr/>
          </p:nvSpPr>
          <p:spPr>
            <a:xfrm rot="5400000">
              <a:off x="1965857" y="589208"/>
              <a:ext cx="54113" cy="54163"/>
            </a:xfrm>
            <a:custGeom>
              <a:rect b="b" l="l" r="r" t="t"/>
              <a:pathLst>
                <a:path extrusionOk="0" h="1085" w="1084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1" y="1085"/>
                    <a:pt x="1084" y="842"/>
                    <a:pt x="1084" y="543"/>
                  </a:cubicBezTo>
                  <a:cubicBezTo>
                    <a:pt x="1084" y="243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41"/>
            <p:cNvSpPr/>
            <p:nvPr/>
          </p:nvSpPr>
          <p:spPr>
            <a:xfrm rot="5400000">
              <a:off x="724831" y="674899"/>
              <a:ext cx="54163" cy="54163"/>
            </a:xfrm>
            <a:custGeom>
              <a:rect b="b" l="l" r="r" t="t"/>
              <a:pathLst>
                <a:path extrusionOk="0" h="1085" w="1085">
                  <a:moveTo>
                    <a:pt x="543" y="1"/>
                  </a:moveTo>
                  <a:cubicBezTo>
                    <a:pt x="244" y="1"/>
                    <a:pt x="0" y="243"/>
                    <a:pt x="0" y="543"/>
                  </a:cubicBezTo>
                  <a:cubicBezTo>
                    <a:pt x="0" y="842"/>
                    <a:pt x="244" y="1085"/>
                    <a:pt x="543" y="1085"/>
                  </a:cubicBezTo>
                  <a:cubicBezTo>
                    <a:pt x="842" y="1085"/>
                    <a:pt x="1084" y="842"/>
                    <a:pt x="1084" y="543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41"/>
            <p:cNvSpPr/>
            <p:nvPr/>
          </p:nvSpPr>
          <p:spPr>
            <a:xfrm rot="5400000">
              <a:off x="809373" y="590407"/>
              <a:ext cx="54113" cy="54163"/>
            </a:xfrm>
            <a:custGeom>
              <a:rect b="b" l="l" r="r" t="t"/>
              <a:pathLst>
                <a:path extrusionOk="0" h="1085" w="1084">
                  <a:moveTo>
                    <a:pt x="542" y="1"/>
                  </a:moveTo>
                  <a:cubicBezTo>
                    <a:pt x="243" y="1"/>
                    <a:pt x="0" y="244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cubicBezTo>
                    <a:pt x="841" y="1085"/>
                    <a:pt x="1083" y="842"/>
                    <a:pt x="1083" y="543"/>
                  </a:cubicBezTo>
                  <a:cubicBezTo>
                    <a:pt x="1083" y="244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41"/>
            <p:cNvSpPr/>
            <p:nvPr/>
          </p:nvSpPr>
          <p:spPr>
            <a:xfrm rot="5400000">
              <a:off x="896162" y="503568"/>
              <a:ext cx="54163" cy="54163"/>
            </a:xfrm>
            <a:custGeom>
              <a:rect b="b" l="l" r="r" t="t"/>
              <a:pathLst>
                <a:path extrusionOk="0" h="1085" w="1085">
                  <a:moveTo>
                    <a:pt x="542" y="1"/>
                  </a:moveTo>
                  <a:cubicBezTo>
                    <a:pt x="243" y="1"/>
                    <a:pt x="0" y="243"/>
                    <a:pt x="0" y="542"/>
                  </a:cubicBezTo>
                  <a:cubicBezTo>
                    <a:pt x="0" y="841"/>
                    <a:pt x="243" y="1085"/>
                    <a:pt x="542" y="1085"/>
                  </a:cubicBezTo>
                  <a:cubicBezTo>
                    <a:pt x="842" y="1085"/>
                    <a:pt x="1084" y="841"/>
                    <a:pt x="1084" y="542"/>
                  </a:cubicBezTo>
                  <a:cubicBezTo>
                    <a:pt x="1084" y="243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41"/>
            <p:cNvSpPr/>
            <p:nvPr/>
          </p:nvSpPr>
          <p:spPr>
            <a:xfrm rot="5400000">
              <a:off x="1128922" y="974553"/>
              <a:ext cx="78225" cy="78275"/>
            </a:xfrm>
            <a:custGeom>
              <a:rect b="b" l="l" r="r" t="t"/>
              <a:pathLst>
                <a:path extrusionOk="0" h="1568" w="1567">
                  <a:moveTo>
                    <a:pt x="784" y="1"/>
                  </a:moveTo>
                  <a:cubicBezTo>
                    <a:pt x="351" y="1"/>
                    <a:pt x="0" y="352"/>
                    <a:pt x="0" y="785"/>
                  </a:cubicBezTo>
                  <a:cubicBezTo>
                    <a:pt x="0" y="1216"/>
                    <a:pt x="351" y="1567"/>
                    <a:pt x="784" y="1567"/>
                  </a:cubicBezTo>
                  <a:cubicBezTo>
                    <a:pt x="1215" y="1567"/>
                    <a:pt x="1567" y="1216"/>
                    <a:pt x="1567" y="785"/>
                  </a:cubicBezTo>
                  <a:cubicBezTo>
                    <a:pt x="1567" y="352"/>
                    <a:pt x="1215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41"/>
            <p:cNvSpPr/>
            <p:nvPr/>
          </p:nvSpPr>
          <p:spPr>
            <a:xfrm rot="5400000">
              <a:off x="1053744" y="899371"/>
              <a:ext cx="228585" cy="228635"/>
            </a:xfrm>
            <a:custGeom>
              <a:rect b="b" l="l" r="r" t="t"/>
              <a:pathLst>
                <a:path extrusionOk="0" h="4580" w="4579">
                  <a:moveTo>
                    <a:pt x="2290" y="154"/>
                  </a:moveTo>
                  <a:cubicBezTo>
                    <a:pt x="3467" y="154"/>
                    <a:pt x="4425" y="1112"/>
                    <a:pt x="4425" y="2291"/>
                  </a:cubicBezTo>
                  <a:cubicBezTo>
                    <a:pt x="4425" y="3468"/>
                    <a:pt x="3467" y="4426"/>
                    <a:pt x="2290" y="4426"/>
                  </a:cubicBezTo>
                  <a:cubicBezTo>
                    <a:pt x="1112" y="4426"/>
                    <a:pt x="154" y="3468"/>
                    <a:pt x="154" y="2291"/>
                  </a:cubicBezTo>
                  <a:cubicBezTo>
                    <a:pt x="154" y="1112"/>
                    <a:pt x="1112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7" y="1"/>
                    <a:pt x="0" y="1028"/>
                    <a:pt x="0" y="2291"/>
                  </a:cubicBezTo>
                  <a:cubicBezTo>
                    <a:pt x="0" y="3552"/>
                    <a:pt x="1027" y="4579"/>
                    <a:pt x="2290" y="4579"/>
                  </a:cubicBezTo>
                  <a:cubicBezTo>
                    <a:pt x="3552" y="4579"/>
                    <a:pt x="4579" y="3552"/>
                    <a:pt x="4579" y="2291"/>
                  </a:cubicBezTo>
                  <a:cubicBezTo>
                    <a:pt x="4579" y="1028"/>
                    <a:pt x="3551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41"/>
            <p:cNvSpPr/>
            <p:nvPr/>
          </p:nvSpPr>
          <p:spPr>
            <a:xfrm rot="5400000">
              <a:off x="1857628" y="409291"/>
              <a:ext cx="123602" cy="123552"/>
            </a:xfrm>
            <a:custGeom>
              <a:rect b="b" l="l" r="r" t="t"/>
              <a:pathLst>
                <a:path extrusionOk="0" h="2475" w="2476">
                  <a:moveTo>
                    <a:pt x="1238" y="0"/>
                  </a:moveTo>
                  <a:cubicBezTo>
                    <a:pt x="554" y="0"/>
                    <a:pt x="0" y="554"/>
                    <a:pt x="0" y="1237"/>
                  </a:cubicBezTo>
                  <a:cubicBezTo>
                    <a:pt x="0" y="1920"/>
                    <a:pt x="554" y="2475"/>
                    <a:pt x="1238" y="2475"/>
                  </a:cubicBezTo>
                  <a:cubicBezTo>
                    <a:pt x="1921" y="2475"/>
                    <a:pt x="2476" y="1920"/>
                    <a:pt x="2476" y="1237"/>
                  </a:cubicBezTo>
                  <a:cubicBezTo>
                    <a:pt x="2476" y="554"/>
                    <a:pt x="1921" y="0"/>
                    <a:pt x="1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41"/>
            <p:cNvSpPr/>
            <p:nvPr/>
          </p:nvSpPr>
          <p:spPr>
            <a:xfrm rot="5400000">
              <a:off x="1893395" y="445010"/>
              <a:ext cx="52117" cy="52117"/>
            </a:xfrm>
            <a:custGeom>
              <a:rect b="b" l="l" r="r" t="t"/>
              <a:pathLst>
                <a:path extrusionOk="0" h="1044" w="1044">
                  <a:moveTo>
                    <a:pt x="522" y="1"/>
                  </a:moveTo>
                  <a:cubicBezTo>
                    <a:pt x="235" y="1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41"/>
            <p:cNvSpPr/>
            <p:nvPr/>
          </p:nvSpPr>
          <p:spPr>
            <a:xfrm rot="5400000">
              <a:off x="1562392" y="718455"/>
              <a:ext cx="123552" cy="123602"/>
            </a:xfrm>
            <a:custGeom>
              <a:rect b="b" l="l" r="r" t="t"/>
              <a:pathLst>
                <a:path extrusionOk="0" h="2476" w="2475">
                  <a:moveTo>
                    <a:pt x="1237" y="1"/>
                  </a:moveTo>
                  <a:cubicBezTo>
                    <a:pt x="554" y="1"/>
                    <a:pt x="1" y="555"/>
                    <a:pt x="1" y="1239"/>
                  </a:cubicBezTo>
                  <a:cubicBezTo>
                    <a:pt x="1" y="1922"/>
                    <a:pt x="554" y="2475"/>
                    <a:pt x="1237" y="2475"/>
                  </a:cubicBezTo>
                  <a:cubicBezTo>
                    <a:pt x="1922" y="2475"/>
                    <a:pt x="2475" y="1922"/>
                    <a:pt x="2475" y="1239"/>
                  </a:cubicBezTo>
                  <a:cubicBezTo>
                    <a:pt x="2475" y="555"/>
                    <a:pt x="1922" y="1"/>
                    <a:pt x="1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41"/>
            <p:cNvSpPr/>
            <p:nvPr/>
          </p:nvSpPr>
          <p:spPr>
            <a:xfrm rot="5400000">
              <a:off x="1598159" y="754274"/>
              <a:ext cx="52017" cy="52017"/>
            </a:xfrm>
            <a:custGeom>
              <a:rect b="b" l="l" r="r" t="t"/>
              <a:pathLst>
                <a:path extrusionOk="0" h="1042" w="1042">
                  <a:moveTo>
                    <a:pt x="520" y="0"/>
                  </a:moveTo>
                  <a:cubicBezTo>
                    <a:pt x="233" y="0"/>
                    <a:pt x="0" y="233"/>
                    <a:pt x="0" y="522"/>
                  </a:cubicBezTo>
                  <a:cubicBezTo>
                    <a:pt x="0" y="809"/>
                    <a:pt x="233" y="1042"/>
                    <a:pt x="520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41"/>
            <p:cNvSpPr/>
            <p:nvPr/>
          </p:nvSpPr>
          <p:spPr>
            <a:xfrm rot="5400000">
              <a:off x="1490979" y="1041722"/>
              <a:ext cx="123552" cy="123552"/>
            </a:xfrm>
            <a:custGeom>
              <a:rect b="b" l="l" r="r" t="t"/>
              <a:pathLst>
                <a:path extrusionOk="0" h="2475" w="2475">
                  <a:moveTo>
                    <a:pt x="1237" y="0"/>
                  </a:moveTo>
                  <a:cubicBezTo>
                    <a:pt x="554" y="0"/>
                    <a:pt x="0" y="554"/>
                    <a:pt x="0" y="1238"/>
                  </a:cubicBezTo>
                  <a:cubicBezTo>
                    <a:pt x="0" y="1921"/>
                    <a:pt x="554" y="2475"/>
                    <a:pt x="1237" y="2475"/>
                  </a:cubicBezTo>
                  <a:cubicBezTo>
                    <a:pt x="1920" y="2475"/>
                    <a:pt x="2475" y="1921"/>
                    <a:pt x="2475" y="1238"/>
                  </a:cubicBezTo>
                  <a:cubicBezTo>
                    <a:pt x="2475" y="554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41"/>
            <p:cNvSpPr/>
            <p:nvPr/>
          </p:nvSpPr>
          <p:spPr>
            <a:xfrm rot="5400000">
              <a:off x="1526721" y="1077466"/>
              <a:ext cx="52067" cy="52067"/>
            </a:xfrm>
            <a:custGeom>
              <a:rect b="b" l="l" r="r" t="t"/>
              <a:pathLst>
                <a:path extrusionOk="0" h="1043" w="1043">
                  <a:moveTo>
                    <a:pt x="521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41"/>
            <p:cNvSpPr/>
            <p:nvPr/>
          </p:nvSpPr>
          <p:spPr>
            <a:xfrm rot="5400000">
              <a:off x="1251680" y="1103450"/>
              <a:ext cx="123552" cy="123602"/>
            </a:xfrm>
            <a:custGeom>
              <a:rect b="b" l="l" r="r" t="t"/>
              <a:pathLst>
                <a:path extrusionOk="0" h="2476" w="2475">
                  <a:moveTo>
                    <a:pt x="1238" y="1"/>
                  </a:moveTo>
                  <a:cubicBezTo>
                    <a:pt x="554" y="1"/>
                    <a:pt x="0" y="554"/>
                    <a:pt x="0" y="1238"/>
                  </a:cubicBezTo>
                  <a:cubicBezTo>
                    <a:pt x="0" y="1921"/>
                    <a:pt x="554" y="2475"/>
                    <a:pt x="1238" y="2475"/>
                  </a:cubicBezTo>
                  <a:cubicBezTo>
                    <a:pt x="1921" y="2475"/>
                    <a:pt x="2474" y="1921"/>
                    <a:pt x="2474" y="1238"/>
                  </a:cubicBezTo>
                  <a:cubicBezTo>
                    <a:pt x="2474" y="554"/>
                    <a:pt x="1921" y="1"/>
                    <a:pt x="1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41"/>
            <p:cNvSpPr/>
            <p:nvPr/>
          </p:nvSpPr>
          <p:spPr>
            <a:xfrm rot="5400000">
              <a:off x="1287422" y="1139244"/>
              <a:ext cx="52117" cy="52067"/>
            </a:xfrm>
            <a:custGeom>
              <a:rect b="b" l="l" r="r" t="t"/>
              <a:pathLst>
                <a:path extrusionOk="0" h="1043" w="1044">
                  <a:moveTo>
                    <a:pt x="522" y="0"/>
                  </a:moveTo>
                  <a:cubicBezTo>
                    <a:pt x="233" y="0"/>
                    <a:pt x="0" y="234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4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41"/>
            <p:cNvSpPr/>
            <p:nvPr/>
          </p:nvSpPr>
          <p:spPr>
            <a:xfrm rot="5400000">
              <a:off x="995757" y="1581224"/>
              <a:ext cx="123652" cy="123652"/>
            </a:xfrm>
            <a:custGeom>
              <a:rect b="b" l="l" r="r" t="t"/>
              <a:pathLst>
                <a:path extrusionOk="0" h="2477" w="2477">
                  <a:moveTo>
                    <a:pt x="1239" y="1"/>
                  </a:moveTo>
                  <a:cubicBezTo>
                    <a:pt x="555" y="1"/>
                    <a:pt x="1" y="555"/>
                    <a:pt x="1" y="1238"/>
                  </a:cubicBezTo>
                  <a:cubicBezTo>
                    <a:pt x="1" y="1922"/>
                    <a:pt x="555" y="2476"/>
                    <a:pt x="1239" y="2476"/>
                  </a:cubicBezTo>
                  <a:cubicBezTo>
                    <a:pt x="1922" y="2476"/>
                    <a:pt x="2476" y="1922"/>
                    <a:pt x="2476" y="1238"/>
                  </a:cubicBezTo>
                  <a:cubicBezTo>
                    <a:pt x="2476" y="555"/>
                    <a:pt x="1922" y="1"/>
                    <a:pt x="1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41"/>
            <p:cNvSpPr/>
            <p:nvPr/>
          </p:nvSpPr>
          <p:spPr>
            <a:xfrm rot="5400000">
              <a:off x="1031524" y="1617043"/>
              <a:ext cx="52117" cy="52067"/>
            </a:xfrm>
            <a:custGeom>
              <a:rect b="b" l="l" r="r" t="t"/>
              <a:pathLst>
                <a:path extrusionOk="0" h="1043" w="1044">
                  <a:moveTo>
                    <a:pt x="522" y="0"/>
                  </a:moveTo>
                  <a:cubicBezTo>
                    <a:pt x="234" y="0"/>
                    <a:pt x="0" y="234"/>
                    <a:pt x="0" y="521"/>
                  </a:cubicBezTo>
                  <a:cubicBezTo>
                    <a:pt x="0" y="809"/>
                    <a:pt x="234" y="1043"/>
                    <a:pt x="522" y="1043"/>
                  </a:cubicBezTo>
                  <a:cubicBezTo>
                    <a:pt x="810" y="1043"/>
                    <a:pt x="1043" y="809"/>
                    <a:pt x="1043" y="521"/>
                  </a:cubicBezTo>
                  <a:cubicBezTo>
                    <a:pt x="1043" y="234"/>
                    <a:pt x="810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4" name="Google Shape;2114;p41"/>
          <p:cNvGrpSpPr/>
          <p:nvPr/>
        </p:nvGrpSpPr>
        <p:grpSpPr>
          <a:xfrm>
            <a:off x="5859613" y="3894874"/>
            <a:ext cx="3186812" cy="1676249"/>
            <a:chOff x="5859613" y="3894874"/>
            <a:chExt cx="3186812" cy="1676249"/>
          </a:xfrm>
        </p:grpSpPr>
        <p:sp>
          <p:nvSpPr>
            <p:cNvPr id="2115" name="Google Shape;2115;p41"/>
            <p:cNvSpPr/>
            <p:nvPr/>
          </p:nvSpPr>
          <p:spPr>
            <a:xfrm flipH="1">
              <a:off x="7113983" y="4081301"/>
              <a:ext cx="1610732" cy="1106051"/>
            </a:xfrm>
            <a:custGeom>
              <a:rect b="b" l="l" r="r" t="t"/>
              <a:pathLst>
                <a:path extrusionOk="0" h="18902" w="27528">
                  <a:moveTo>
                    <a:pt x="26291" y="0"/>
                  </a:moveTo>
                  <a:cubicBezTo>
                    <a:pt x="25607" y="0"/>
                    <a:pt x="25053" y="555"/>
                    <a:pt x="25053" y="1238"/>
                  </a:cubicBezTo>
                  <a:cubicBezTo>
                    <a:pt x="25053" y="1496"/>
                    <a:pt x="25132" y="1735"/>
                    <a:pt x="25267" y="1932"/>
                  </a:cubicBezTo>
                  <a:lnTo>
                    <a:pt x="24630" y="2568"/>
                  </a:lnTo>
                  <a:lnTo>
                    <a:pt x="13951" y="2568"/>
                  </a:lnTo>
                  <a:cubicBezTo>
                    <a:pt x="13910" y="2568"/>
                    <a:pt x="13871" y="2585"/>
                    <a:pt x="13842" y="2614"/>
                  </a:cubicBezTo>
                  <a:lnTo>
                    <a:pt x="11635" y="4820"/>
                  </a:lnTo>
                  <a:cubicBezTo>
                    <a:pt x="11607" y="4849"/>
                    <a:pt x="11590" y="4888"/>
                    <a:pt x="11590" y="4929"/>
                  </a:cubicBezTo>
                  <a:lnTo>
                    <a:pt x="11590" y="9278"/>
                  </a:lnTo>
                  <a:lnTo>
                    <a:pt x="8136" y="12734"/>
                  </a:lnTo>
                  <a:lnTo>
                    <a:pt x="6029" y="12734"/>
                  </a:lnTo>
                  <a:cubicBezTo>
                    <a:pt x="5988" y="12734"/>
                    <a:pt x="5949" y="12749"/>
                    <a:pt x="5921" y="12779"/>
                  </a:cubicBezTo>
                  <a:lnTo>
                    <a:pt x="61" y="18639"/>
                  </a:lnTo>
                  <a:cubicBezTo>
                    <a:pt x="0" y="18698"/>
                    <a:pt x="0" y="18796"/>
                    <a:pt x="61" y="18856"/>
                  </a:cubicBezTo>
                  <a:cubicBezTo>
                    <a:pt x="90" y="18886"/>
                    <a:pt x="129" y="18901"/>
                    <a:pt x="169" y="18901"/>
                  </a:cubicBezTo>
                  <a:cubicBezTo>
                    <a:pt x="208" y="18901"/>
                    <a:pt x="247" y="18886"/>
                    <a:pt x="278" y="18856"/>
                  </a:cubicBezTo>
                  <a:lnTo>
                    <a:pt x="6092" y="13041"/>
                  </a:lnTo>
                  <a:lnTo>
                    <a:pt x="8199" y="13041"/>
                  </a:lnTo>
                  <a:cubicBezTo>
                    <a:pt x="8240" y="13041"/>
                    <a:pt x="8279" y="13025"/>
                    <a:pt x="8307" y="12996"/>
                  </a:cubicBezTo>
                  <a:lnTo>
                    <a:pt x="11853" y="9451"/>
                  </a:lnTo>
                  <a:cubicBezTo>
                    <a:pt x="11881" y="9421"/>
                    <a:pt x="11898" y="9382"/>
                    <a:pt x="11898" y="9342"/>
                  </a:cubicBezTo>
                  <a:lnTo>
                    <a:pt x="11898" y="4993"/>
                  </a:lnTo>
                  <a:lnTo>
                    <a:pt x="14015" y="2876"/>
                  </a:lnTo>
                  <a:lnTo>
                    <a:pt x="24694" y="2876"/>
                  </a:lnTo>
                  <a:cubicBezTo>
                    <a:pt x="24735" y="2876"/>
                    <a:pt x="24774" y="2860"/>
                    <a:pt x="24802" y="2831"/>
                  </a:cubicBezTo>
                  <a:lnTo>
                    <a:pt x="25474" y="2160"/>
                  </a:lnTo>
                  <a:cubicBezTo>
                    <a:pt x="25693" y="2354"/>
                    <a:pt x="25976" y="2475"/>
                    <a:pt x="26291" y="2475"/>
                  </a:cubicBezTo>
                  <a:cubicBezTo>
                    <a:pt x="26974" y="2475"/>
                    <a:pt x="27527" y="1920"/>
                    <a:pt x="27527" y="1237"/>
                  </a:cubicBezTo>
                  <a:cubicBezTo>
                    <a:pt x="27527" y="555"/>
                    <a:pt x="26974" y="0"/>
                    <a:pt x="26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41"/>
            <p:cNvSpPr/>
            <p:nvPr/>
          </p:nvSpPr>
          <p:spPr>
            <a:xfrm flipH="1">
              <a:off x="7155899" y="4123198"/>
              <a:ext cx="60970" cy="61031"/>
            </a:xfrm>
            <a:custGeom>
              <a:rect b="b" l="l" r="r" t="t"/>
              <a:pathLst>
                <a:path extrusionOk="0" h="1043" w="1042">
                  <a:moveTo>
                    <a:pt x="522" y="1"/>
                  </a:moveTo>
                  <a:cubicBezTo>
                    <a:pt x="233" y="1"/>
                    <a:pt x="0" y="234"/>
                    <a:pt x="0" y="522"/>
                  </a:cubicBezTo>
                  <a:cubicBezTo>
                    <a:pt x="0" y="809"/>
                    <a:pt x="233" y="1042"/>
                    <a:pt x="522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41"/>
            <p:cNvSpPr/>
            <p:nvPr/>
          </p:nvSpPr>
          <p:spPr>
            <a:xfrm flipH="1">
              <a:off x="7658547" y="4332212"/>
              <a:ext cx="592088" cy="855138"/>
            </a:xfrm>
            <a:custGeom>
              <a:rect b="b" l="l" r="r" t="t"/>
              <a:pathLst>
                <a:path extrusionOk="0" h="14614" w="10119">
                  <a:moveTo>
                    <a:pt x="8882" y="0"/>
                  </a:moveTo>
                  <a:cubicBezTo>
                    <a:pt x="8198" y="0"/>
                    <a:pt x="7644" y="554"/>
                    <a:pt x="7644" y="1237"/>
                  </a:cubicBezTo>
                  <a:cubicBezTo>
                    <a:pt x="7644" y="1613"/>
                    <a:pt x="7815" y="1945"/>
                    <a:pt x="8079" y="2172"/>
                  </a:cubicBezTo>
                  <a:lnTo>
                    <a:pt x="6536" y="3716"/>
                  </a:lnTo>
                  <a:cubicBezTo>
                    <a:pt x="6507" y="3744"/>
                    <a:pt x="6491" y="3783"/>
                    <a:pt x="6491" y="3825"/>
                  </a:cubicBezTo>
                  <a:lnTo>
                    <a:pt x="6491" y="6474"/>
                  </a:lnTo>
                  <a:lnTo>
                    <a:pt x="3099" y="9864"/>
                  </a:lnTo>
                  <a:cubicBezTo>
                    <a:pt x="3071" y="9894"/>
                    <a:pt x="3055" y="9933"/>
                    <a:pt x="3055" y="9973"/>
                  </a:cubicBezTo>
                  <a:lnTo>
                    <a:pt x="3055" y="11357"/>
                  </a:lnTo>
                  <a:lnTo>
                    <a:pt x="61" y="14351"/>
                  </a:lnTo>
                  <a:cubicBezTo>
                    <a:pt x="1" y="14411"/>
                    <a:pt x="1" y="14508"/>
                    <a:pt x="61" y="14568"/>
                  </a:cubicBezTo>
                  <a:cubicBezTo>
                    <a:pt x="91" y="14598"/>
                    <a:pt x="130" y="14613"/>
                    <a:pt x="170" y="14613"/>
                  </a:cubicBezTo>
                  <a:cubicBezTo>
                    <a:pt x="209" y="14613"/>
                    <a:pt x="248" y="14598"/>
                    <a:pt x="279" y="14568"/>
                  </a:cubicBezTo>
                  <a:lnTo>
                    <a:pt x="3317" y="11530"/>
                  </a:lnTo>
                  <a:cubicBezTo>
                    <a:pt x="3345" y="11501"/>
                    <a:pt x="3362" y="11462"/>
                    <a:pt x="3362" y="11421"/>
                  </a:cubicBezTo>
                  <a:lnTo>
                    <a:pt x="3362" y="10037"/>
                  </a:lnTo>
                  <a:lnTo>
                    <a:pt x="6754" y="6646"/>
                  </a:lnTo>
                  <a:cubicBezTo>
                    <a:pt x="6782" y="6617"/>
                    <a:pt x="6799" y="6578"/>
                    <a:pt x="6799" y="6538"/>
                  </a:cubicBezTo>
                  <a:lnTo>
                    <a:pt x="6799" y="3888"/>
                  </a:lnTo>
                  <a:lnTo>
                    <a:pt x="8341" y="2346"/>
                  </a:lnTo>
                  <a:cubicBezTo>
                    <a:pt x="8504" y="2425"/>
                    <a:pt x="8686" y="2475"/>
                    <a:pt x="8882" y="2475"/>
                  </a:cubicBezTo>
                  <a:cubicBezTo>
                    <a:pt x="9565" y="2475"/>
                    <a:pt x="10118" y="1920"/>
                    <a:pt x="10118" y="1237"/>
                  </a:cubicBezTo>
                  <a:cubicBezTo>
                    <a:pt x="10118" y="554"/>
                    <a:pt x="9565" y="0"/>
                    <a:pt x="8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41"/>
            <p:cNvSpPr/>
            <p:nvPr/>
          </p:nvSpPr>
          <p:spPr>
            <a:xfrm flipH="1">
              <a:off x="7700488" y="4374050"/>
              <a:ext cx="60970" cy="61090"/>
            </a:xfrm>
            <a:custGeom>
              <a:rect b="b" l="l" r="r" t="t"/>
              <a:pathLst>
                <a:path extrusionOk="0" h="1044" w="1042">
                  <a:moveTo>
                    <a:pt x="522" y="0"/>
                  </a:moveTo>
                  <a:cubicBezTo>
                    <a:pt x="233" y="0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2" y="810"/>
                    <a:pt x="1042" y="522"/>
                  </a:cubicBezTo>
                  <a:cubicBezTo>
                    <a:pt x="1042" y="235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41"/>
            <p:cNvSpPr/>
            <p:nvPr/>
          </p:nvSpPr>
          <p:spPr>
            <a:xfrm flipH="1">
              <a:off x="7352686" y="4362639"/>
              <a:ext cx="257865" cy="824710"/>
            </a:xfrm>
            <a:custGeom>
              <a:rect b="b" l="l" r="r" t="t"/>
              <a:pathLst>
                <a:path extrusionOk="0" h="14094" w="4407">
                  <a:moveTo>
                    <a:pt x="3169" y="0"/>
                  </a:moveTo>
                  <a:cubicBezTo>
                    <a:pt x="3169" y="0"/>
                    <a:pt x="3169" y="0"/>
                    <a:pt x="3170" y="0"/>
                  </a:cubicBezTo>
                  <a:lnTo>
                    <a:pt x="3170" y="0"/>
                  </a:lnTo>
                  <a:cubicBezTo>
                    <a:pt x="3170" y="0"/>
                    <a:pt x="3170" y="0"/>
                    <a:pt x="3170" y="0"/>
                  </a:cubicBezTo>
                  <a:close/>
                  <a:moveTo>
                    <a:pt x="3170" y="0"/>
                  </a:moveTo>
                  <a:cubicBezTo>
                    <a:pt x="2486" y="1"/>
                    <a:pt x="1932" y="555"/>
                    <a:pt x="1932" y="1238"/>
                  </a:cubicBezTo>
                  <a:cubicBezTo>
                    <a:pt x="1932" y="1522"/>
                    <a:pt x="2032" y="1781"/>
                    <a:pt x="2192" y="1989"/>
                  </a:cubicBezTo>
                  <a:lnTo>
                    <a:pt x="46" y="4136"/>
                  </a:lnTo>
                  <a:cubicBezTo>
                    <a:pt x="17" y="4165"/>
                    <a:pt x="1" y="4204"/>
                    <a:pt x="1" y="4244"/>
                  </a:cubicBezTo>
                  <a:lnTo>
                    <a:pt x="1" y="13940"/>
                  </a:lnTo>
                  <a:cubicBezTo>
                    <a:pt x="1" y="14023"/>
                    <a:pt x="69" y="14093"/>
                    <a:pt x="154" y="14093"/>
                  </a:cubicBezTo>
                  <a:cubicBezTo>
                    <a:pt x="239" y="14093"/>
                    <a:pt x="308" y="14023"/>
                    <a:pt x="308" y="13940"/>
                  </a:cubicBezTo>
                  <a:lnTo>
                    <a:pt x="308" y="4308"/>
                  </a:lnTo>
                  <a:lnTo>
                    <a:pt x="2409" y="2208"/>
                  </a:lnTo>
                  <a:cubicBezTo>
                    <a:pt x="2619" y="2373"/>
                    <a:pt x="2882" y="2475"/>
                    <a:pt x="3169" y="2475"/>
                  </a:cubicBezTo>
                  <a:cubicBezTo>
                    <a:pt x="3852" y="2475"/>
                    <a:pt x="4407" y="1921"/>
                    <a:pt x="4407" y="1238"/>
                  </a:cubicBezTo>
                  <a:cubicBezTo>
                    <a:pt x="4407" y="555"/>
                    <a:pt x="3854" y="1"/>
                    <a:pt x="3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41"/>
            <p:cNvSpPr/>
            <p:nvPr/>
          </p:nvSpPr>
          <p:spPr>
            <a:xfrm flipH="1">
              <a:off x="7394577" y="4404536"/>
              <a:ext cx="61029" cy="61090"/>
            </a:xfrm>
            <a:custGeom>
              <a:rect b="b" l="l" r="r" t="t"/>
              <a:pathLst>
                <a:path extrusionOk="0" h="1044" w="1043">
                  <a:moveTo>
                    <a:pt x="522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3"/>
                    <a:pt x="522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41"/>
            <p:cNvSpPr/>
            <p:nvPr/>
          </p:nvSpPr>
          <p:spPr>
            <a:xfrm flipH="1">
              <a:off x="7011085" y="4322674"/>
              <a:ext cx="383549" cy="864676"/>
            </a:xfrm>
            <a:custGeom>
              <a:rect b="b" l="l" r="r" t="t"/>
              <a:pathLst>
                <a:path extrusionOk="0" h="14777" w="6555">
                  <a:moveTo>
                    <a:pt x="5318" y="0"/>
                  </a:moveTo>
                  <a:lnTo>
                    <a:pt x="5318" y="1"/>
                  </a:lnTo>
                  <a:cubicBezTo>
                    <a:pt x="4634" y="1"/>
                    <a:pt x="4080" y="555"/>
                    <a:pt x="4080" y="1238"/>
                  </a:cubicBezTo>
                  <a:cubicBezTo>
                    <a:pt x="4080" y="1499"/>
                    <a:pt x="4162" y="1740"/>
                    <a:pt x="4300" y="1939"/>
                  </a:cubicBezTo>
                  <a:lnTo>
                    <a:pt x="2650" y="3589"/>
                  </a:lnTo>
                  <a:cubicBezTo>
                    <a:pt x="2621" y="3618"/>
                    <a:pt x="2605" y="3657"/>
                    <a:pt x="2605" y="3698"/>
                  </a:cubicBezTo>
                  <a:lnTo>
                    <a:pt x="2605" y="9205"/>
                  </a:lnTo>
                  <a:lnTo>
                    <a:pt x="45" y="11764"/>
                  </a:lnTo>
                  <a:cubicBezTo>
                    <a:pt x="17" y="11792"/>
                    <a:pt x="0" y="11831"/>
                    <a:pt x="0" y="11873"/>
                  </a:cubicBezTo>
                  <a:lnTo>
                    <a:pt x="0" y="14623"/>
                  </a:lnTo>
                  <a:cubicBezTo>
                    <a:pt x="0" y="14706"/>
                    <a:pt x="69" y="14776"/>
                    <a:pt x="154" y="14776"/>
                  </a:cubicBezTo>
                  <a:cubicBezTo>
                    <a:pt x="239" y="14776"/>
                    <a:pt x="308" y="14706"/>
                    <a:pt x="308" y="14623"/>
                  </a:cubicBezTo>
                  <a:lnTo>
                    <a:pt x="308" y="11937"/>
                  </a:lnTo>
                  <a:lnTo>
                    <a:pt x="2867" y="9377"/>
                  </a:lnTo>
                  <a:cubicBezTo>
                    <a:pt x="2897" y="9348"/>
                    <a:pt x="2912" y="9309"/>
                    <a:pt x="2912" y="9268"/>
                  </a:cubicBezTo>
                  <a:lnTo>
                    <a:pt x="2912" y="3762"/>
                  </a:lnTo>
                  <a:lnTo>
                    <a:pt x="4507" y="2166"/>
                  </a:lnTo>
                  <a:cubicBezTo>
                    <a:pt x="4724" y="2356"/>
                    <a:pt x="5006" y="2476"/>
                    <a:pt x="5318" y="2476"/>
                  </a:cubicBezTo>
                  <a:cubicBezTo>
                    <a:pt x="6001" y="2476"/>
                    <a:pt x="6554" y="1921"/>
                    <a:pt x="6554" y="1238"/>
                  </a:cubicBezTo>
                  <a:cubicBezTo>
                    <a:pt x="6554" y="555"/>
                    <a:pt x="6001" y="0"/>
                    <a:pt x="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41"/>
            <p:cNvSpPr/>
            <p:nvPr/>
          </p:nvSpPr>
          <p:spPr>
            <a:xfrm flipH="1">
              <a:off x="7052914" y="4364570"/>
              <a:ext cx="61087" cy="61090"/>
            </a:xfrm>
            <a:custGeom>
              <a:rect b="b" l="l" r="r" t="t"/>
              <a:pathLst>
                <a:path extrusionOk="0" h="1044" w="1044">
                  <a:moveTo>
                    <a:pt x="522" y="1"/>
                  </a:moveTo>
                  <a:cubicBezTo>
                    <a:pt x="233" y="1"/>
                    <a:pt x="0" y="235"/>
                    <a:pt x="0" y="522"/>
                  </a:cubicBezTo>
                  <a:cubicBezTo>
                    <a:pt x="0" y="810"/>
                    <a:pt x="234" y="1043"/>
                    <a:pt x="522" y="1043"/>
                  </a:cubicBezTo>
                  <a:cubicBezTo>
                    <a:pt x="809" y="1043"/>
                    <a:pt x="1043" y="809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41"/>
            <p:cNvSpPr/>
            <p:nvPr/>
          </p:nvSpPr>
          <p:spPr>
            <a:xfrm flipH="1">
              <a:off x="6980641" y="3894874"/>
              <a:ext cx="2065784" cy="1292479"/>
            </a:xfrm>
            <a:custGeom>
              <a:rect b="b" l="l" r="r" t="t"/>
              <a:pathLst>
                <a:path extrusionOk="0" h="22088" w="35305">
                  <a:moveTo>
                    <a:pt x="34068" y="0"/>
                  </a:moveTo>
                  <a:lnTo>
                    <a:pt x="34068" y="2"/>
                  </a:lnTo>
                  <a:cubicBezTo>
                    <a:pt x="33417" y="2"/>
                    <a:pt x="32889" y="505"/>
                    <a:pt x="32840" y="1142"/>
                  </a:cubicBezTo>
                  <a:lnTo>
                    <a:pt x="30174" y="1142"/>
                  </a:lnTo>
                  <a:cubicBezTo>
                    <a:pt x="30133" y="1142"/>
                    <a:pt x="30094" y="1159"/>
                    <a:pt x="30065" y="1187"/>
                  </a:cubicBezTo>
                  <a:lnTo>
                    <a:pt x="28175" y="3078"/>
                  </a:lnTo>
                  <a:lnTo>
                    <a:pt x="23925" y="3078"/>
                  </a:lnTo>
                  <a:lnTo>
                    <a:pt x="22560" y="1712"/>
                  </a:lnTo>
                  <a:cubicBezTo>
                    <a:pt x="22531" y="1684"/>
                    <a:pt x="22492" y="1667"/>
                    <a:pt x="22451" y="1667"/>
                  </a:cubicBezTo>
                  <a:lnTo>
                    <a:pt x="18617" y="1667"/>
                  </a:lnTo>
                  <a:cubicBezTo>
                    <a:pt x="18576" y="1667"/>
                    <a:pt x="18537" y="1684"/>
                    <a:pt x="18508" y="1712"/>
                  </a:cubicBezTo>
                  <a:lnTo>
                    <a:pt x="15949" y="4272"/>
                  </a:lnTo>
                  <a:lnTo>
                    <a:pt x="13335" y="4272"/>
                  </a:lnTo>
                  <a:cubicBezTo>
                    <a:pt x="13295" y="4272"/>
                    <a:pt x="13256" y="4288"/>
                    <a:pt x="13226" y="4317"/>
                  </a:cubicBezTo>
                  <a:lnTo>
                    <a:pt x="11853" y="5692"/>
                  </a:lnTo>
                  <a:cubicBezTo>
                    <a:pt x="11823" y="5720"/>
                    <a:pt x="11806" y="5759"/>
                    <a:pt x="11806" y="5800"/>
                  </a:cubicBezTo>
                  <a:lnTo>
                    <a:pt x="11806" y="10077"/>
                  </a:lnTo>
                  <a:lnTo>
                    <a:pt x="60" y="21825"/>
                  </a:lnTo>
                  <a:cubicBezTo>
                    <a:pt x="0" y="21884"/>
                    <a:pt x="0" y="21982"/>
                    <a:pt x="60" y="22041"/>
                  </a:cubicBezTo>
                  <a:cubicBezTo>
                    <a:pt x="90" y="22072"/>
                    <a:pt x="129" y="22087"/>
                    <a:pt x="169" y="22087"/>
                  </a:cubicBezTo>
                  <a:cubicBezTo>
                    <a:pt x="208" y="22087"/>
                    <a:pt x="247" y="22072"/>
                    <a:pt x="278" y="22041"/>
                  </a:cubicBezTo>
                  <a:lnTo>
                    <a:pt x="12070" y="10249"/>
                  </a:lnTo>
                  <a:cubicBezTo>
                    <a:pt x="12098" y="10220"/>
                    <a:pt x="12115" y="10181"/>
                    <a:pt x="12115" y="10140"/>
                  </a:cubicBezTo>
                  <a:lnTo>
                    <a:pt x="12115" y="5864"/>
                  </a:lnTo>
                  <a:lnTo>
                    <a:pt x="13399" y="4579"/>
                  </a:lnTo>
                  <a:lnTo>
                    <a:pt x="16013" y="4579"/>
                  </a:lnTo>
                  <a:cubicBezTo>
                    <a:pt x="16053" y="4579"/>
                    <a:pt x="16092" y="4563"/>
                    <a:pt x="16121" y="4534"/>
                  </a:cubicBezTo>
                  <a:lnTo>
                    <a:pt x="18681" y="1975"/>
                  </a:lnTo>
                  <a:lnTo>
                    <a:pt x="22387" y="1975"/>
                  </a:lnTo>
                  <a:lnTo>
                    <a:pt x="23754" y="3340"/>
                  </a:lnTo>
                  <a:cubicBezTo>
                    <a:pt x="23782" y="3369"/>
                    <a:pt x="23821" y="3385"/>
                    <a:pt x="23862" y="3385"/>
                  </a:cubicBezTo>
                  <a:lnTo>
                    <a:pt x="28239" y="3385"/>
                  </a:lnTo>
                  <a:cubicBezTo>
                    <a:pt x="28280" y="3385"/>
                    <a:pt x="28319" y="3369"/>
                    <a:pt x="28347" y="3340"/>
                  </a:cubicBezTo>
                  <a:lnTo>
                    <a:pt x="30238" y="1450"/>
                  </a:lnTo>
                  <a:lnTo>
                    <a:pt x="32852" y="1450"/>
                  </a:lnTo>
                  <a:cubicBezTo>
                    <a:pt x="32952" y="2031"/>
                    <a:pt x="33457" y="2476"/>
                    <a:pt x="34068" y="2476"/>
                  </a:cubicBezTo>
                  <a:cubicBezTo>
                    <a:pt x="34751" y="2476"/>
                    <a:pt x="35305" y="1922"/>
                    <a:pt x="35305" y="1238"/>
                  </a:cubicBezTo>
                  <a:cubicBezTo>
                    <a:pt x="35305" y="555"/>
                    <a:pt x="34751" y="0"/>
                    <a:pt x="340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41"/>
            <p:cNvSpPr/>
            <p:nvPr/>
          </p:nvSpPr>
          <p:spPr>
            <a:xfrm flipH="1">
              <a:off x="7022487" y="3936888"/>
              <a:ext cx="61029" cy="60973"/>
            </a:xfrm>
            <a:custGeom>
              <a:rect b="b" l="l" r="r" t="t"/>
              <a:pathLst>
                <a:path extrusionOk="0" h="1042" w="1043">
                  <a:moveTo>
                    <a:pt x="521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41"/>
            <p:cNvSpPr/>
            <p:nvPr/>
          </p:nvSpPr>
          <p:spPr>
            <a:xfrm rot="2576386">
              <a:off x="6242491" y="4224239"/>
              <a:ext cx="548115" cy="1339655"/>
            </a:xfrm>
            <a:custGeom>
              <a:rect b="b" l="l" r="r" t="t"/>
              <a:pathLst>
                <a:path extrusionOk="0" h="22894" w="9367">
                  <a:moveTo>
                    <a:pt x="1897" y="1"/>
                  </a:moveTo>
                  <a:cubicBezTo>
                    <a:pt x="1214" y="1"/>
                    <a:pt x="661" y="555"/>
                    <a:pt x="661" y="1238"/>
                  </a:cubicBezTo>
                  <a:cubicBezTo>
                    <a:pt x="661" y="1847"/>
                    <a:pt x="1103" y="2352"/>
                    <a:pt x="1683" y="2454"/>
                  </a:cubicBezTo>
                  <a:lnTo>
                    <a:pt x="1683" y="8153"/>
                  </a:lnTo>
                  <a:lnTo>
                    <a:pt x="46" y="9790"/>
                  </a:lnTo>
                  <a:cubicBezTo>
                    <a:pt x="17" y="9819"/>
                    <a:pt x="1" y="9858"/>
                    <a:pt x="1" y="9899"/>
                  </a:cubicBezTo>
                  <a:lnTo>
                    <a:pt x="1" y="13697"/>
                  </a:lnTo>
                  <a:cubicBezTo>
                    <a:pt x="1" y="13738"/>
                    <a:pt x="17" y="13778"/>
                    <a:pt x="46" y="13806"/>
                  </a:cubicBezTo>
                  <a:lnTo>
                    <a:pt x="9090" y="22849"/>
                  </a:lnTo>
                  <a:cubicBezTo>
                    <a:pt x="9119" y="22879"/>
                    <a:pt x="9158" y="22894"/>
                    <a:pt x="9198" y="22894"/>
                  </a:cubicBezTo>
                  <a:cubicBezTo>
                    <a:pt x="9237" y="22894"/>
                    <a:pt x="9276" y="22879"/>
                    <a:pt x="9307" y="22849"/>
                  </a:cubicBezTo>
                  <a:cubicBezTo>
                    <a:pt x="9366" y="22790"/>
                    <a:pt x="9366" y="22692"/>
                    <a:pt x="9307" y="22631"/>
                  </a:cubicBezTo>
                  <a:lnTo>
                    <a:pt x="308" y="13634"/>
                  </a:lnTo>
                  <a:lnTo>
                    <a:pt x="308" y="9963"/>
                  </a:lnTo>
                  <a:lnTo>
                    <a:pt x="1946" y="8326"/>
                  </a:lnTo>
                  <a:cubicBezTo>
                    <a:pt x="1974" y="8297"/>
                    <a:pt x="1991" y="8258"/>
                    <a:pt x="1991" y="8217"/>
                  </a:cubicBezTo>
                  <a:lnTo>
                    <a:pt x="1991" y="2466"/>
                  </a:lnTo>
                  <a:cubicBezTo>
                    <a:pt x="2629" y="2417"/>
                    <a:pt x="3135" y="1890"/>
                    <a:pt x="3135" y="1238"/>
                  </a:cubicBezTo>
                  <a:cubicBezTo>
                    <a:pt x="3135" y="555"/>
                    <a:pt x="2580" y="1"/>
                    <a:pt x="18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41"/>
            <p:cNvSpPr/>
            <p:nvPr/>
          </p:nvSpPr>
          <p:spPr>
            <a:xfrm rot="2576386">
              <a:off x="6773597" y="4315172"/>
              <a:ext cx="61090" cy="60973"/>
            </a:xfrm>
            <a:custGeom>
              <a:rect b="b" l="l" r="r" t="t"/>
              <a:pathLst>
                <a:path extrusionOk="0" h="1042" w="1044">
                  <a:moveTo>
                    <a:pt x="522" y="0"/>
                  </a:moveTo>
                  <a:cubicBezTo>
                    <a:pt x="235" y="0"/>
                    <a:pt x="1" y="233"/>
                    <a:pt x="1" y="521"/>
                  </a:cubicBezTo>
                  <a:cubicBezTo>
                    <a:pt x="1" y="809"/>
                    <a:pt x="235" y="1042"/>
                    <a:pt x="522" y="1042"/>
                  </a:cubicBezTo>
                  <a:cubicBezTo>
                    <a:pt x="811" y="1042"/>
                    <a:pt x="1043" y="809"/>
                    <a:pt x="1043" y="521"/>
                  </a:cubicBezTo>
                  <a:cubicBezTo>
                    <a:pt x="1043" y="233"/>
                    <a:pt x="811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41"/>
            <p:cNvSpPr/>
            <p:nvPr/>
          </p:nvSpPr>
          <p:spPr>
            <a:xfrm flipH="1">
              <a:off x="7555726" y="4571946"/>
              <a:ext cx="91631" cy="91752"/>
            </a:xfrm>
            <a:custGeom>
              <a:rect b="b" l="l" r="r" t="t"/>
              <a:pathLst>
                <a:path extrusionOk="0" h="1568" w="1566">
                  <a:moveTo>
                    <a:pt x="783" y="1"/>
                  </a:moveTo>
                  <a:cubicBezTo>
                    <a:pt x="351" y="1"/>
                    <a:pt x="1" y="352"/>
                    <a:pt x="1" y="783"/>
                  </a:cubicBezTo>
                  <a:cubicBezTo>
                    <a:pt x="1" y="1216"/>
                    <a:pt x="351" y="1567"/>
                    <a:pt x="783" y="1567"/>
                  </a:cubicBezTo>
                  <a:cubicBezTo>
                    <a:pt x="1216" y="1567"/>
                    <a:pt x="1566" y="1216"/>
                    <a:pt x="1566" y="783"/>
                  </a:cubicBezTo>
                  <a:cubicBezTo>
                    <a:pt x="1566" y="352"/>
                    <a:pt x="1216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41"/>
            <p:cNvSpPr/>
            <p:nvPr/>
          </p:nvSpPr>
          <p:spPr>
            <a:xfrm flipH="1">
              <a:off x="7467491" y="4483823"/>
              <a:ext cx="267987" cy="267999"/>
            </a:xfrm>
            <a:custGeom>
              <a:rect b="b" l="l" r="r" t="t"/>
              <a:pathLst>
                <a:path extrusionOk="0" h="4580" w="4580">
                  <a:moveTo>
                    <a:pt x="2289" y="154"/>
                  </a:moveTo>
                  <a:cubicBezTo>
                    <a:pt x="3467" y="154"/>
                    <a:pt x="4426" y="1112"/>
                    <a:pt x="4426" y="2289"/>
                  </a:cubicBezTo>
                  <a:cubicBezTo>
                    <a:pt x="4426" y="3468"/>
                    <a:pt x="3467" y="4426"/>
                    <a:pt x="2289" y="4426"/>
                  </a:cubicBezTo>
                  <a:cubicBezTo>
                    <a:pt x="1112" y="4426"/>
                    <a:pt x="154" y="3468"/>
                    <a:pt x="154" y="2289"/>
                  </a:cubicBezTo>
                  <a:cubicBezTo>
                    <a:pt x="154" y="1112"/>
                    <a:pt x="1112" y="154"/>
                    <a:pt x="2289" y="154"/>
                  </a:cubicBezTo>
                  <a:close/>
                  <a:moveTo>
                    <a:pt x="2289" y="1"/>
                  </a:moveTo>
                  <a:cubicBezTo>
                    <a:pt x="1027" y="1"/>
                    <a:pt x="1" y="1028"/>
                    <a:pt x="1" y="2289"/>
                  </a:cubicBezTo>
                  <a:cubicBezTo>
                    <a:pt x="1" y="3552"/>
                    <a:pt x="1027" y="4579"/>
                    <a:pt x="2289" y="4579"/>
                  </a:cubicBezTo>
                  <a:cubicBezTo>
                    <a:pt x="3552" y="4579"/>
                    <a:pt x="4579" y="3552"/>
                    <a:pt x="4579" y="2289"/>
                  </a:cubicBezTo>
                  <a:cubicBezTo>
                    <a:pt x="4579" y="1028"/>
                    <a:pt x="3552" y="1"/>
                    <a:pt x="2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41"/>
            <p:cNvSpPr/>
            <p:nvPr/>
          </p:nvSpPr>
          <p:spPr>
            <a:xfrm rot="2576386">
              <a:off x="6188745" y="4762327"/>
              <a:ext cx="91635" cy="91694"/>
            </a:xfrm>
            <a:custGeom>
              <a:rect b="b" l="l" r="r" t="t"/>
              <a:pathLst>
                <a:path extrusionOk="0" h="1567" w="1566">
                  <a:moveTo>
                    <a:pt x="783" y="0"/>
                  </a:moveTo>
                  <a:cubicBezTo>
                    <a:pt x="350" y="0"/>
                    <a:pt x="0" y="351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5" y="1567"/>
                    <a:pt x="1565" y="1216"/>
                    <a:pt x="1565" y="784"/>
                  </a:cubicBezTo>
                  <a:cubicBezTo>
                    <a:pt x="1565" y="351"/>
                    <a:pt x="1215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41"/>
            <p:cNvSpPr/>
            <p:nvPr/>
          </p:nvSpPr>
          <p:spPr>
            <a:xfrm rot="2576386">
              <a:off x="6100556" y="4674205"/>
              <a:ext cx="268001" cy="267943"/>
            </a:xfrm>
            <a:custGeom>
              <a:rect b="b" l="l" r="r" t="t"/>
              <a:pathLst>
                <a:path extrusionOk="0" h="4579" w="4580">
                  <a:moveTo>
                    <a:pt x="2290" y="154"/>
                  </a:moveTo>
                  <a:cubicBezTo>
                    <a:pt x="3467" y="154"/>
                    <a:pt x="4426" y="1111"/>
                    <a:pt x="4426" y="2290"/>
                  </a:cubicBezTo>
                  <a:cubicBezTo>
                    <a:pt x="4426" y="3468"/>
                    <a:pt x="3467" y="4425"/>
                    <a:pt x="2290" y="4425"/>
                  </a:cubicBezTo>
                  <a:cubicBezTo>
                    <a:pt x="1112" y="4425"/>
                    <a:pt x="155" y="3468"/>
                    <a:pt x="155" y="2290"/>
                  </a:cubicBezTo>
                  <a:cubicBezTo>
                    <a:pt x="155" y="1113"/>
                    <a:pt x="1112" y="154"/>
                    <a:pt x="2290" y="154"/>
                  </a:cubicBezTo>
                  <a:close/>
                  <a:moveTo>
                    <a:pt x="2290" y="0"/>
                  </a:moveTo>
                  <a:cubicBezTo>
                    <a:pt x="1027" y="0"/>
                    <a:pt x="1" y="1028"/>
                    <a:pt x="1" y="2290"/>
                  </a:cubicBezTo>
                  <a:cubicBezTo>
                    <a:pt x="1" y="3553"/>
                    <a:pt x="1027" y="4579"/>
                    <a:pt x="2290" y="4579"/>
                  </a:cubicBezTo>
                  <a:cubicBezTo>
                    <a:pt x="3552" y="4579"/>
                    <a:pt x="4580" y="3551"/>
                    <a:pt x="4580" y="2290"/>
                  </a:cubicBezTo>
                  <a:cubicBezTo>
                    <a:pt x="4580" y="1028"/>
                    <a:pt x="3552" y="0"/>
                    <a:pt x="22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41"/>
            <p:cNvSpPr/>
            <p:nvPr/>
          </p:nvSpPr>
          <p:spPr>
            <a:xfrm flipH="1">
              <a:off x="7465557" y="4179196"/>
              <a:ext cx="138558" cy="138446"/>
            </a:xfrm>
            <a:custGeom>
              <a:rect b="b" l="l" r="r" t="t"/>
              <a:pathLst>
                <a:path extrusionOk="0" h="2366" w="2368">
                  <a:moveTo>
                    <a:pt x="1184" y="154"/>
                  </a:moveTo>
                  <a:cubicBezTo>
                    <a:pt x="1751" y="154"/>
                    <a:pt x="2214" y="615"/>
                    <a:pt x="2214" y="1182"/>
                  </a:cubicBezTo>
                  <a:cubicBezTo>
                    <a:pt x="2214" y="1750"/>
                    <a:pt x="1751" y="2212"/>
                    <a:pt x="1184" y="2212"/>
                  </a:cubicBezTo>
                  <a:cubicBezTo>
                    <a:pt x="617" y="2212"/>
                    <a:pt x="154" y="1750"/>
                    <a:pt x="154" y="1182"/>
                  </a:cubicBezTo>
                  <a:cubicBezTo>
                    <a:pt x="154" y="615"/>
                    <a:pt x="617" y="154"/>
                    <a:pt x="1184" y="154"/>
                  </a:cubicBezTo>
                  <a:close/>
                  <a:moveTo>
                    <a:pt x="1184" y="0"/>
                  </a:moveTo>
                  <a:cubicBezTo>
                    <a:pt x="531" y="0"/>
                    <a:pt x="1" y="530"/>
                    <a:pt x="1" y="1182"/>
                  </a:cubicBezTo>
                  <a:cubicBezTo>
                    <a:pt x="1" y="1835"/>
                    <a:pt x="531" y="2366"/>
                    <a:pt x="1184" y="2366"/>
                  </a:cubicBezTo>
                  <a:cubicBezTo>
                    <a:pt x="1837" y="2366"/>
                    <a:pt x="2367" y="1835"/>
                    <a:pt x="2367" y="1182"/>
                  </a:cubicBezTo>
                  <a:cubicBezTo>
                    <a:pt x="2367" y="531"/>
                    <a:pt x="1837" y="0"/>
                    <a:pt x="1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2" name="Google Shape;2132;p41"/>
          <p:cNvSpPr txBox="1"/>
          <p:nvPr>
            <p:ph idx="12" type="sldNum"/>
          </p:nvPr>
        </p:nvSpPr>
        <p:spPr>
          <a:xfrm>
            <a:off x="8413009" y="881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2 - BOM</a:t>
            </a:r>
            <a:endParaRPr/>
          </a:p>
        </p:txBody>
      </p:sp>
      <p:grpSp>
        <p:nvGrpSpPr>
          <p:cNvPr id="2138" name="Google Shape;2138;p42"/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139" name="Google Shape;2139;p42"/>
            <p:cNvSpPr/>
            <p:nvPr/>
          </p:nvSpPr>
          <p:spPr>
            <a:xfrm>
              <a:off x="8126292" y="4479450"/>
              <a:ext cx="556311" cy="708946"/>
            </a:xfrm>
            <a:custGeom>
              <a:rect b="b" l="l" r="r" t="t"/>
              <a:pathLst>
                <a:path extrusionOk="0" h="16354" w="12833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42"/>
            <p:cNvSpPr/>
            <p:nvPr/>
          </p:nvSpPr>
          <p:spPr>
            <a:xfrm>
              <a:off x="8167776" y="4700750"/>
              <a:ext cx="138113" cy="138156"/>
            </a:xfrm>
            <a:custGeom>
              <a:rect b="b" l="l" r="r" t="t"/>
              <a:pathLst>
                <a:path extrusionOk="0" h="3187" w="3186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42"/>
            <p:cNvSpPr/>
            <p:nvPr/>
          </p:nvSpPr>
          <p:spPr>
            <a:xfrm>
              <a:off x="8207743" y="4740719"/>
              <a:ext cx="58176" cy="58219"/>
            </a:xfrm>
            <a:custGeom>
              <a:rect b="b" l="l" r="r" t="t"/>
              <a:pathLst>
                <a:path extrusionOk="0" h="1343" w="1342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2" name="Google Shape;2142;p42"/>
          <p:cNvSpPr txBox="1"/>
          <p:nvPr>
            <p:ph idx="12" type="sldNum"/>
          </p:nvPr>
        </p:nvSpPr>
        <p:spPr>
          <a:xfrm>
            <a:off x="8424009" y="1142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43" name="Google Shape;214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50" y="1170125"/>
            <a:ext cx="772945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2 - Weight and Power</a:t>
            </a:r>
            <a:endParaRPr/>
          </a:p>
        </p:txBody>
      </p:sp>
      <p:grpSp>
        <p:nvGrpSpPr>
          <p:cNvPr id="2149" name="Google Shape;2149;p43"/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150" name="Google Shape;2150;p43"/>
            <p:cNvSpPr/>
            <p:nvPr/>
          </p:nvSpPr>
          <p:spPr>
            <a:xfrm>
              <a:off x="8126292" y="4479450"/>
              <a:ext cx="556311" cy="708946"/>
            </a:xfrm>
            <a:custGeom>
              <a:rect b="b" l="l" r="r" t="t"/>
              <a:pathLst>
                <a:path extrusionOk="0" h="16354" w="12833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43"/>
            <p:cNvSpPr/>
            <p:nvPr/>
          </p:nvSpPr>
          <p:spPr>
            <a:xfrm>
              <a:off x="8167776" y="4700750"/>
              <a:ext cx="138113" cy="138156"/>
            </a:xfrm>
            <a:custGeom>
              <a:rect b="b" l="l" r="r" t="t"/>
              <a:pathLst>
                <a:path extrusionOk="0" h="3187" w="3186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43"/>
            <p:cNvSpPr/>
            <p:nvPr/>
          </p:nvSpPr>
          <p:spPr>
            <a:xfrm>
              <a:off x="8207743" y="4740719"/>
              <a:ext cx="58176" cy="58219"/>
            </a:xfrm>
            <a:custGeom>
              <a:rect b="b" l="l" r="r" t="t"/>
              <a:pathLst>
                <a:path extrusionOk="0" h="1343" w="1342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3" name="Google Shape;2153;p43"/>
          <p:cNvSpPr txBox="1"/>
          <p:nvPr>
            <p:ph idx="12" type="sldNum"/>
          </p:nvPr>
        </p:nvSpPr>
        <p:spPr>
          <a:xfrm>
            <a:off x="8424009" y="1142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54" name="Google Shape;215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225" y="1017725"/>
            <a:ext cx="5800325" cy="406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p44"/>
          <p:cNvSpPr txBox="1"/>
          <p:nvPr>
            <p:ph type="title"/>
          </p:nvPr>
        </p:nvSpPr>
        <p:spPr>
          <a:xfrm>
            <a:off x="720000" y="445025"/>
            <a:ext cx="407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2 -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 Diagram</a:t>
            </a:r>
            <a:endParaRPr/>
          </a:p>
        </p:txBody>
      </p:sp>
      <p:grpSp>
        <p:nvGrpSpPr>
          <p:cNvPr id="2160" name="Google Shape;2160;p44"/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161" name="Google Shape;2161;p44"/>
            <p:cNvSpPr/>
            <p:nvPr/>
          </p:nvSpPr>
          <p:spPr>
            <a:xfrm>
              <a:off x="8126292" y="4479450"/>
              <a:ext cx="556311" cy="708946"/>
            </a:xfrm>
            <a:custGeom>
              <a:rect b="b" l="l" r="r" t="t"/>
              <a:pathLst>
                <a:path extrusionOk="0" h="16354" w="12833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44"/>
            <p:cNvSpPr/>
            <p:nvPr/>
          </p:nvSpPr>
          <p:spPr>
            <a:xfrm>
              <a:off x="8167776" y="4700750"/>
              <a:ext cx="138113" cy="138156"/>
            </a:xfrm>
            <a:custGeom>
              <a:rect b="b" l="l" r="r" t="t"/>
              <a:pathLst>
                <a:path extrusionOk="0" h="3187" w="3186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44"/>
            <p:cNvSpPr/>
            <p:nvPr/>
          </p:nvSpPr>
          <p:spPr>
            <a:xfrm>
              <a:off x="8207743" y="4740719"/>
              <a:ext cx="58176" cy="58219"/>
            </a:xfrm>
            <a:custGeom>
              <a:rect b="b" l="l" r="r" t="t"/>
              <a:pathLst>
                <a:path extrusionOk="0" h="1343" w="1342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4" name="Google Shape;2164;p44"/>
          <p:cNvSpPr txBox="1"/>
          <p:nvPr>
            <p:ph idx="12" type="sldNum"/>
          </p:nvPr>
        </p:nvSpPr>
        <p:spPr>
          <a:xfrm>
            <a:off x="8424009" y="1142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65" name="Google Shape;2165;p44" title="up Week 3--9.jpg"/>
          <p:cNvPicPr preferRelativeResize="0"/>
          <p:nvPr/>
        </p:nvPicPr>
        <p:blipFill rotWithShape="1">
          <a:blip r:embed="rId3">
            <a:alphaModFix/>
          </a:blip>
          <a:srcRect b="7535" l="0" r="0" t="5052"/>
          <a:stretch/>
        </p:blipFill>
        <p:spPr>
          <a:xfrm>
            <a:off x="4516575" y="63375"/>
            <a:ext cx="4456125" cy="503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2 - Schematic</a:t>
            </a:r>
            <a:endParaRPr/>
          </a:p>
        </p:txBody>
      </p:sp>
      <p:grpSp>
        <p:nvGrpSpPr>
          <p:cNvPr id="2171" name="Google Shape;2171;p45"/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172" name="Google Shape;2172;p45"/>
            <p:cNvSpPr/>
            <p:nvPr/>
          </p:nvSpPr>
          <p:spPr>
            <a:xfrm>
              <a:off x="8126292" y="4479450"/>
              <a:ext cx="556311" cy="708946"/>
            </a:xfrm>
            <a:custGeom>
              <a:rect b="b" l="l" r="r" t="t"/>
              <a:pathLst>
                <a:path extrusionOk="0" h="16354" w="12833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45"/>
            <p:cNvSpPr/>
            <p:nvPr/>
          </p:nvSpPr>
          <p:spPr>
            <a:xfrm>
              <a:off x="8167776" y="4700750"/>
              <a:ext cx="138113" cy="138156"/>
            </a:xfrm>
            <a:custGeom>
              <a:rect b="b" l="l" r="r" t="t"/>
              <a:pathLst>
                <a:path extrusionOk="0" h="3187" w="3186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45"/>
            <p:cNvSpPr/>
            <p:nvPr/>
          </p:nvSpPr>
          <p:spPr>
            <a:xfrm>
              <a:off x="8207743" y="4740719"/>
              <a:ext cx="58176" cy="58219"/>
            </a:xfrm>
            <a:custGeom>
              <a:rect b="b" l="l" r="r" t="t"/>
              <a:pathLst>
                <a:path extrusionOk="0" h="1343" w="1342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5" name="Google Shape;2175;p45"/>
          <p:cNvSpPr txBox="1"/>
          <p:nvPr>
            <p:ph idx="12" type="sldNum"/>
          </p:nvPr>
        </p:nvSpPr>
        <p:spPr>
          <a:xfrm>
            <a:off x="8424009" y="1142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76" name="Google Shape;217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975" y="1017725"/>
            <a:ext cx="7095775" cy="4074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2 - PCB</a:t>
            </a:r>
            <a:endParaRPr/>
          </a:p>
        </p:txBody>
      </p:sp>
      <p:grpSp>
        <p:nvGrpSpPr>
          <p:cNvPr id="2182" name="Google Shape;2182;p46"/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183" name="Google Shape;2183;p46"/>
            <p:cNvSpPr/>
            <p:nvPr/>
          </p:nvSpPr>
          <p:spPr>
            <a:xfrm>
              <a:off x="8126292" y="4479450"/>
              <a:ext cx="556311" cy="708946"/>
            </a:xfrm>
            <a:custGeom>
              <a:rect b="b" l="l" r="r" t="t"/>
              <a:pathLst>
                <a:path extrusionOk="0" h="16354" w="12833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46"/>
            <p:cNvSpPr/>
            <p:nvPr/>
          </p:nvSpPr>
          <p:spPr>
            <a:xfrm>
              <a:off x="8167776" y="4700750"/>
              <a:ext cx="138113" cy="138156"/>
            </a:xfrm>
            <a:custGeom>
              <a:rect b="b" l="l" r="r" t="t"/>
              <a:pathLst>
                <a:path extrusionOk="0" h="3187" w="3186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46"/>
            <p:cNvSpPr/>
            <p:nvPr/>
          </p:nvSpPr>
          <p:spPr>
            <a:xfrm>
              <a:off x="8207743" y="4740719"/>
              <a:ext cx="58176" cy="58219"/>
            </a:xfrm>
            <a:custGeom>
              <a:rect b="b" l="l" r="r" t="t"/>
              <a:pathLst>
                <a:path extrusionOk="0" h="1343" w="1342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6" name="Google Shape;2186;p46"/>
          <p:cNvSpPr txBox="1"/>
          <p:nvPr>
            <p:ph idx="12" type="sldNum"/>
          </p:nvPr>
        </p:nvSpPr>
        <p:spPr>
          <a:xfrm>
            <a:off x="8424009" y="1142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87" name="Google Shape;2187;p46" title="PCB_Fro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5979"/>
            <a:ext cx="4445272" cy="3428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8" name="Google Shape;2188;p46" title="PCB_B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8725" y="1034131"/>
            <a:ext cx="4445276" cy="343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2 - PCB</a:t>
            </a:r>
            <a:endParaRPr/>
          </a:p>
        </p:txBody>
      </p:sp>
      <p:grpSp>
        <p:nvGrpSpPr>
          <p:cNvPr id="2194" name="Google Shape;2194;p47"/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195" name="Google Shape;2195;p47"/>
            <p:cNvSpPr/>
            <p:nvPr/>
          </p:nvSpPr>
          <p:spPr>
            <a:xfrm>
              <a:off x="8126292" y="4479450"/>
              <a:ext cx="556311" cy="708946"/>
            </a:xfrm>
            <a:custGeom>
              <a:rect b="b" l="l" r="r" t="t"/>
              <a:pathLst>
                <a:path extrusionOk="0" h="16354" w="12833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47"/>
            <p:cNvSpPr/>
            <p:nvPr/>
          </p:nvSpPr>
          <p:spPr>
            <a:xfrm>
              <a:off x="8167776" y="4700750"/>
              <a:ext cx="138113" cy="138156"/>
            </a:xfrm>
            <a:custGeom>
              <a:rect b="b" l="l" r="r" t="t"/>
              <a:pathLst>
                <a:path extrusionOk="0" h="3187" w="3186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47"/>
            <p:cNvSpPr/>
            <p:nvPr/>
          </p:nvSpPr>
          <p:spPr>
            <a:xfrm>
              <a:off x="8207743" y="4740719"/>
              <a:ext cx="58176" cy="58219"/>
            </a:xfrm>
            <a:custGeom>
              <a:rect b="b" l="l" r="r" t="t"/>
              <a:pathLst>
                <a:path extrusionOk="0" h="1343" w="1342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8" name="Google Shape;2198;p47"/>
          <p:cNvSpPr txBox="1"/>
          <p:nvPr>
            <p:ph idx="12" type="sldNum"/>
          </p:nvPr>
        </p:nvSpPr>
        <p:spPr>
          <a:xfrm>
            <a:off x="8424009" y="1142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99" name="Google Shape;219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800" y="1126025"/>
            <a:ext cx="495328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2 - PCB &amp; Features</a:t>
            </a:r>
            <a:endParaRPr/>
          </a:p>
        </p:txBody>
      </p:sp>
      <p:grpSp>
        <p:nvGrpSpPr>
          <p:cNvPr id="2205" name="Google Shape;2205;p48"/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206" name="Google Shape;2206;p48"/>
            <p:cNvSpPr/>
            <p:nvPr/>
          </p:nvSpPr>
          <p:spPr>
            <a:xfrm>
              <a:off x="8126292" y="4479450"/>
              <a:ext cx="556311" cy="708946"/>
            </a:xfrm>
            <a:custGeom>
              <a:rect b="b" l="l" r="r" t="t"/>
              <a:pathLst>
                <a:path extrusionOk="0" h="16354" w="12833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48"/>
            <p:cNvSpPr/>
            <p:nvPr/>
          </p:nvSpPr>
          <p:spPr>
            <a:xfrm>
              <a:off x="8167776" y="4700750"/>
              <a:ext cx="138113" cy="138156"/>
            </a:xfrm>
            <a:custGeom>
              <a:rect b="b" l="l" r="r" t="t"/>
              <a:pathLst>
                <a:path extrusionOk="0" h="3187" w="3186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48"/>
            <p:cNvSpPr/>
            <p:nvPr/>
          </p:nvSpPr>
          <p:spPr>
            <a:xfrm>
              <a:off x="8207743" y="4740719"/>
              <a:ext cx="58176" cy="58219"/>
            </a:xfrm>
            <a:custGeom>
              <a:rect b="b" l="l" r="r" t="t"/>
              <a:pathLst>
                <a:path extrusionOk="0" h="1343" w="1342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9" name="Google Shape;2209;p48"/>
          <p:cNvSpPr txBox="1"/>
          <p:nvPr>
            <p:ph idx="12" type="sldNum"/>
          </p:nvPr>
        </p:nvSpPr>
        <p:spPr>
          <a:xfrm>
            <a:off x="8424009" y="1142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10" name="Google Shape;221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8725" y="1186700"/>
            <a:ext cx="5033760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1" name="Google Shape;2211;p48"/>
          <p:cNvSpPr txBox="1"/>
          <p:nvPr/>
        </p:nvSpPr>
        <p:spPr>
          <a:xfrm>
            <a:off x="213100" y="1183000"/>
            <a:ext cx="42324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los Text"/>
              <a:buChar char="●"/>
            </a:pPr>
            <a:r>
              <a:rPr lang="en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Connector for external Temp sensor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los Text"/>
              <a:buChar char="●"/>
            </a:pPr>
            <a:r>
              <a:rPr lang="en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Decoupling capacitors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los Text"/>
              <a:buChar char="●"/>
            </a:pPr>
            <a:r>
              <a:rPr lang="en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No additional I2C resistors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los Text"/>
              <a:buChar char="●"/>
            </a:pPr>
            <a:r>
              <a:rPr lang="en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Easy access SD card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los Text"/>
              <a:buChar char="●"/>
            </a:pPr>
            <a:r>
              <a:rPr lang="en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All external wiring in one area on the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board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los Text"/>
              <a:buChar char="●"/>
            </a:pPr>
            <a:r>
              <a:rPr lang="en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Jumper to prevent bootload writes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to SD card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los Text"/>
              <a:buChar char="●"/>
            </a:pPr>
            <a:r>
              <a:rPr lang="en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Dual-use temp / humidity sensor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los Text"/>
              <a:buChar char="●"/>
            </a:pPr>
            <a:r>
              <a:rPr lang="en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Part orientation easily marked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los Text"/>
              <a:buChar char="●"/>
            </a:pPr>
            <a:r>
              <a:rPr lang="en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Accelerometer INT pin connected to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	Arduino interrupt trigger pin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49"/>
          <p:cNvSpPr txBox="1"/>
          <p:nvPr>
            <p:ph type="title"/>
          </p:nvPr>
        </p:nvSpPr>
        <p:spPr>
          <a:xfrm>
            <a:off x="466500" y="1545750"/>
            <a:ext cx="3624600" cy="12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217" name="Google Shape;2217;p49"/>
          <p:cNvSpPr txBox="1"/>
          <p:nvPr/>
        </p:nvSpPr>
        <p:spPr>
          <a:xfrm>
            <a:off x="4572000" y="3406425"/>
            <a:ext cx="3624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Please keep this slide for attribution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2218" name="Google Shape;2218;p49"/>
          <p:cNvGrpSpPr/>
          <p:nvPr/>
        </p:nvGrpSpPr>
        <p:grpSpPr>
          <a:xfrm>
            <a:off x="6211677" y="3471203"/>
            <a:ext cx="2207482" cy="1748498"/>
            <a:chOff x="6211677" y="3471203"/>
            <a:chExt cx="2207482" cy="1748498"/>
          </a:xfrm>
        </p:grpSpPr>
        <p:sp>
          <p:nvSpPr>
            <p:cNvPr id="2219" name="Google Shape;2219;p49"/>
            <p:cNvSpPr/>
            <p:nvPr/>
          </p:nvSpPr>
          <p:spPr>
            <a:xfrm rot="-5400000">
              <a:off x="6345538" y="4306186"/>
              <a:ext cx="765077" cy="1032799"/>
            </a:xfrm>
            <a:custGeom>
              <a:rect b="b" l="l" r="r" t="t"/>
              <a:pathLst>
                <a:path extrusionOk="0" h="20689" w="15326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4"/>
                    <a:pt x="0" y="202"/>
                    <a:pt x="59" y="262"/>
                  </a:cubicBezTo>
                  <a:lnTo>
                    <a:pt x="2055" y="2257"/>
                  </a:lnTo>
                  <a:lnTo>
                    <a:pt x="2055" y="4649"/>
                  </a:lnTo>
                  <a:cubicBezTo>
                    <a:pt x="2055" y="4689"/>
                    <a:pt x="2071" y="4728"/>
                    <a:pt x="2100" y="4756"/>
                  </a:cubicBezTo>
                  <a:lnTo>
                    <a:pt x="7439" y="10096"/>
                  </a:lnTo>
                  <a:cubicBezTo>
                    <a:pt x="7468" y="10125"/>
                    <a:pt x="7507" y="10141"/>
                    <a:pt x="7548" y="10141"/>
                  </a:cubicBezTo>
                  <a:lnTo>
                    <a:pt x="13590" y="10141"/>
                  </a:lnTo>
                  <a:lnTo>
                    <a:pt x="15018" y="11570"/>
                  </a:lnTo>
                  <a:lnTo>
                    <a:pt x="15018" y="14341"/>
                  </a:lnTo>
                  <a:lnTo>
                    <a:pt x="13328" y="16032"/>
                  </a:lnTo>
                  <a:lnTo>
                    <a:pt x="11834" y="16032"/>
                  </a:lnTo>
                  <a:cubicBezTo>
                    <a:pt x="11793" y="16032"/>
                    <a:pt x="11754" y="16048"/>
                    <a:pt x="11725" y="16077"/>
                  </a:cubicBezTo>
                  <a:lnTo>
                    <a:pt x="9898" y="17903"/>
                  </a:lnTo>
                  <a:cubicBezTo>
                    <a:pt x="9870" y="17932"/>
                    <a:pt x="9853" y="17972"/>
                    <a:pt x="9853" y="18012"/>
                  </a:cubicBezTo>
                  <a:lnTo>
                    <a:pt x="9853" y="20535"/>
                  </a:lnTo>
                  <a:cubicBezTo>
                    <a:pt x="9853" y="20619"/>
                    <a:pt x="9922" y="20688"/>
                    <a:pt x="10007" y="20688"/>
                  </a:cubicBezTo>
                  <a:cubicBezTo>
                    <a:pt x="10092" y="20688"/>
                    <a:pt x="10161" y="20620"/>
                    <a:pt x="10161" y="20535"/>
                  </a:cubicBezTo>
                  <a:lnTo>
                    <a:pt x="10161" y="18076"/>
                  </a:lnTo>
                  <a:lnTo>
                    <a:pt x="11897" y="16339"/>
                  </a:lnTo>
                  <a:lnTo>
                    <a:pt x="13392" y="16339"/>
                  </a:lnTo>
                  <a:cubicBezTo>
                    <a:pt x="13432" y="16339"/>
                    <a:pt x="13471" y="16324"/>
                    <a:pt x="13500" y="16294"/>
                  </a:cubicBezTo>
                  <a:lnTo>
                    <a:pt x="15281" y="14514"/>
                  </a:lnTo>
                  <a:cubicBezTo>
                    <a:pt x="15310" y="14484"/>
                    <a:pt x="15326" y="14445"/>
                    <a:pt x="15326" y="14405"/>
                  </a:cubicBezTo>
                  <a:lnTo>
                    <a:pt x="15326" y="11506"/>
                  </a:lnTo>
                  <a:cubicBezTo>
                    <a:pt x="15326" y="11466"/>
                    <a:pt x="15310" y="11427"/>
                    <a:pt x="15281" y="11398"/>
                  </a:cubicBezTo>
                  <a:lnTo>
                    <a:pt x="13762" y="9879"/>
                  </a:lnTo>
                  <a:cubicBezTo>
                    <a:pt x="13733" y="9850"/>
                    <a:pt x="13694" y="9834"/>
                    <a:pt x="13653" y="9834"/>
                  </a:cubicBezTo>
                  <a:lnTo>
                    <a:pt x="7612" y="9834"/>
                  </a:lnTo>
                  <a:lnTo>
                    <a:pt x="2362" y="4585"/>
                  </a:lnTo>
                  <a:lnTo>
                    <a:pt x="2362" y="2193"/>
                  </a:lnTo>
                  <a:cubicBezTo>
                    <a:pt x="2362" y="2153"/>
                    <a:pt x="2345" y="2114"/>
                    <a:pt x="2317" y="2084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49"/>
            <p:cNvSpPr/>
            <p:nvPr/>
          </p:nvSpPr>
          <p:spPr>
            <a:xfrm rot="-5400000">
              <a:off x="6658698" y="4336288"/>
              <a:ext cx="817044" cy="920628"/>
            </a:xfrm>
            <a:custGeom>
              <a:rect b="b" l="l" r="r" t="t"/>
              <a:pathLst>
                <a:path extrusionOk="0" h="18442" w="16367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6"/>
                    <a:pt x="0" y="203"/>
                    <a:pt x="59" y="263"/>
                  </a:cubicBezTo>
                  <a:lnTo>
                    <a:pt x="6175" y="6377"/>
                  </a:lnTo>
                  <a:lnTo>
                    <a:pt x="6175" y="12362"/>
                  </a:lnTo>
                  <a:cubicBezTo>
                    <a:pt x="6175" y="12403"/>
                    <a:pt x="6191" y="12442"/>
                    <a:pt x="6219" y="12471"/>
                  </a:cubicBezTo>
                  <a:lnTo>
                    <a:pt x="9071" y="15323"/>
                  </a:lnTo>
                  <a:cubicBezTo>
                    <a:pt x="9100" y="15351"/>
                    <a:pt x="9139" y="15368"/>
                    <a:pt x="9180" y="15368"/>
                  </a:cubicBezTo>
                  <a:lnTo>
                    <a:pt x="14254" y="15368"/>
                  </a:lnTo>
                  <a:lnTo>
                    <a:pt x="16058" y="17172"/>
                  </a:lnTo>
                  <a:lnTo>
                    <a:pt x="16058" y="18288"/>
                  </a:lnTo>
                  <a:cubicBezTo>
                    <a:pt x="16058" y="18373"/>
                    <a:pt x="16127" y="18441"/>
                    <a:pt x="16211" y="18441"/>
                  </a:cubicBezTo>
                  <a:lnTo>
                    <a:pt x="16212" y="18441"/>
                  </a:lnTo>
                  <a:cubicBezTo>
                    <a:pt x="16296" y="18441"/>
                    <a:pt x="16366" y="18373"/>
                    <a:pt x="16366" y="18288"/>
                  </a:cubicBezTo>
                  <a:lnTo>
                    <a:pt x="16366" y="17108"/>
                  </a:lnTo>
                  <a:cubicBezTo>
                    <a:pt x="16366" y="17068"/>
                    <a:pt x="16350" y="17029"/>
                    <a:pt x="16321" y="16999"/>
                  </a:cubicBezTo>
                  <a:lnTo>
                    <a:pt x="14426" y="15105"/>
                  </a:lnTo>
                  <a:cubicBezTo>
                    <a:pt x="14398" y="15077"/>
                    <a:pt x="14359" y="15060"/>
                    <a:pt x="14317" y="15060"/>
                  </a:cubicBezTo>
                  <a:lnTo>
                    <a:pt x="9243" y="15060"/>
                  </a:lnTo>
                  <a:lnTo>
                    <a:pt x="6482" y="12299"/>
                  </a:lnTo>
                  <a:lnTo>
                    <a:pt x="6482" y="6313"/>
                  </a:lnTo>
                  <a:cubicBezTo>
                    <a:pt x="6482" y="6273"/>
                    <a:pt x="6465" y="6234"/>
                    <a:pt x="6437" y="6206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49"/>
            <p:cNvSpPr/>
            <p:nvPr/>
          </p:nvSpPr>
          <p:spPr>
            <a:xfrm rot="-5400000">
              <a:off x="6660276" y="4206421"/>
              <a:ext cx="1128496" cy="873703"/>
            </a:xfrm>
            <a:custGeom>
              <a:rect b="b" l="l" r="r" t="t"/>
              <a:pathLst>
                <a:path extrusionOk="0" h="17502" w="22606">
                  <a:moveTo>
                    <a:pt x="170" y="1"/>
                  </a:moveTo>
                  <a:cubicBezTo>
                    <a:pt x="130" y="1"/>
                    <a:pt x="91" y="16"/>
                    <a:pt x="61" y="45"/>
                  </a:cubicBezTo>
                  <a:cubicBezTo>
                    <a:pt x="1" y="106"/>
                    <a:pt x="1" y="204"/>
                    <a:pt x="61" y="263"/>
                  </a:cubicBezTo>
                  <a:lnTo>
                    <a:pt x="3137" y="3339"/>
                  </a:lnTo>
                  <a:lnTo>
                    <a:pt x="3137" y="8169"/>
                  </a:lnTo>
                  <a:cubicBezTo>
                    <a:pt x="3137" y="8209"/>
                    <a:pt x="3154" y="8250"/>
                    <a:pt x="3182" y="8278"/>
                  </a:cubicBezTo>
                  <a:lnTo>
                    <a:pt x="5189" y="10285"/>
                  </a:lnTo>
                  <a:lnTo>
                    <a:pt x="5189" y="13370"/>
                  </a:lnTo>
                  <a:cubicBezTo>
                    <a:pt x="5189" y="13411"/>
                    <a:pt x="5206" y="13450"/>
                    <a:pt x="5234" y="13478"/>
                  </a:cubicBezTo>
                  <a:lnTo>
                    <a:pt x="8536" y="16779"/>
                  </a:lnTo>
                  <a:cubicBezTo>
                    <a:pt x="8564" y="16809"/>
                    <a:pt x="8603" y="16824"/>
                    <a:pt x="8645" y="16824"/>
                  </a:cubicBezTo>
                  <a:lnTo>
                    <a:pt x="16881" y="16824"/>
                  </a:lnTo>
                  <a:lnTo>
                    <a:pt x="17514" y="17456"/>
                  </a:lnTo>
                  <a:cubicBezTo>
                    <a:pt x="17542" y="17485"/>
                    <a:pt x="17581" y="17501"/>
                    <a:pt x="17622" y="17501"/>
                  </a:cubicBezTo>
                  <a:lnTo>
                    <a:pt x="21542" y="17501"/>
                  </a:lnTo>
                  <a:cubicBezTo>
                    <a:pt x="21583" y="17501"/>
                    <a:pt x="21622" y="17485"/>
                    <a:pt x="21651" y="17456"/>
                  </a:cubicBezTo>
                  <a:lnTo>
                    <a:pt x="22545" y="16563"/>
                  </a:lnTo>
                  <a:cubicBezTo>
                    <a:pt x="22605" y="16502"/>
                    <a:pt x="22605" y="16406"/>
                    <a:pt x="22545" y="16345"/>
                  </a:cubicBezTo>
                  <a:cubicBezTo>
                    <a:pt x="22515" y="16315"/>
                    <a:pt x="22475" y="16300"/>
                    <a:pt x="22436" y="16300"/>
                  </a:cubicBezTo>
                  <a:cubicBezTo>
                    <a:pt x="22397" y="16300"/>
                    <a:pt x="22357" y="16315"/>
                    <a:pt x="22327" y="16345"/>
                  </a:cubicBezTo>
                  <a:lnTo>
                    <a:pt x="21479" y="17194"/>
                  </a:lnTo>
                  <a:lnTo>
                    <a:pt x="17685" y="17194"/>
                  </a:lnTo>
                  <a:lnTo>
                    <a:pt x="17054" y="16562"/>
                  </a:lnTo>
                  <a:cubicBezTo>
                    <a:pt x="17025" y="16533"/>
                    <a:pt x="16985" y="16517"/>
                    <a:pt x="16945" y="16517"/>
                  </a:cubicBezTo>
                  <a:lnTo>
                    <a:pt x="8707" y="16517"/>
                  </a:lnTo>
                  <a:lnTo>
                    <a:pt x="5497" y="13306"/>
                  </a:lnTo>
                  <a:lnTo>
                    <a:pt x="5497" y="10222"/>
                  </a:lnTo>
                  <a:cubicBezTo>
                    <a:pt x="5497" y="10181"/>
                    <a:pt x="5481" y="10142"/>
                    <a:pt x="5452" y="10113"/>
                  </a:cubicBezTo>
                  <a:lnTo>
                    <a:pt x="3444" y="8105"/>
                  </a:lnTo>
                  <a:lnTo>
                    <a:pt x="3444" y="3275"/>
                  </a:lnTo>
                  <a:cubicBezTo>
                    <a:pt x="3444" y="3234"/>
                    <a:pt x="3428" y="3195"/>
                    <a:pt x="3399" y="3166"/>
                  </a:cubicBezTo>
                  <a:lnTo>
                    <a:pt x="279" y="45"/>
                  </a:lnTo>
                  <a:cubicBezTo>
                    <a:pt x="248" y="16"/>
                    <a:pt x="209" y="1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49"/>
            <p:cNvSpPr/>
            <p:nvPr/>
          </p:nvSpPr>
          <p:spPr>
            <a:xfrm rot="-5400000">
              <a:off x="7304798" y="4508413"/>
              <a:ext cx="1143772" cy="214008"/>
            </a:xfrm>
            <a:custGeom>
              <a:rect b="b" l="l" r="r" t="t"/>
              <a:pathLst>
                <a:path extrusionOk="0" h="4287" w="22912">
                  <a:moveTo>
                    <a:pt x="169" y="1"/>
                  </a:moveTo>
                  <a:cubicBezTo>
                    <a:pt x="129" y="1"/>
                    <a:pt x="90" y="16"/>
                    <a:pt x="60" y="46"/>
                  </a:cubicBezTo>
                  <a:cubicBezTo>
                    <a:pt x="0" y="105"/>
                    <a:pt x="0" y="203"/>
                    <a:pt x="60" y="263"/>
                  </a:cubicBezTo>
                  <a:lnTo>
                    <a:pt x="1720" y="1923"/>
                  </a:lnTo>
                  <a:cubicBezTo>
                    <a:pt x="1748" y="1952"/>
                    <a:pt x="1789" y="1968"/>
                    <a:pt x="1829" y="1968"/>
                  </a:cubicBezTo>
                  <a:lnTo>
                    <a:pt x="7052" y="1968"/>
                  </a:lnTo>
                  <a:lnTo>
                    <a:pt x="8195" y="3110"/>
                  </a:lnTo>
                  <a:cubicBezTo>
                    <a:pt x="8223" y="3140"/>
                    <a:pt x="8262" y="3156"/>
                    <a:pt x="8304" y="3156"/>
                  </a:cubicBezTo>
                  <a:lnTo>
                    <a:pt x="15072" y="3156"/>
                  </a:lnTo>
                  <a:lnTo>
                    <a:pt x="16157" y="4240"/>
                  </a:lnTo>
                  <a:cubicBezTo>
                    <a:pt x="16185" y="4270"/>
                    <a:pt x="16224" y="4286"/>
                    <a:pt x="16266" y="4286"/>
                  </a:cubicBezTo>
                  <a:lnTo>
                    <a:pt x="20601" y="4286"/>
                  </a:lnTo>
                  <a:lnTo>
                    <a:pt x="20601" y="4285"/>
                  </a:lnTo>
                  <a:cubicBezTo>
                    <a:pt x="20642" y="4285"/>
                    <a:pt x="20681" y="4270"/>
                    <a:pt x="20709" y="4240"/>
                  </a:cubicBezTo>
                  <a:lnTo>
                    <a:pt x="22852" y="2098"/>
                  </a:lnTo>
                  <a:cubicBezTo>
                    <a:pt x="22912" y="2038"/>
                    <a:pt x="22912" y="1941"/>
                    <a:pt x="22852" y="1881"/>
                  </a:cubicBezTo>
                  <a:cubicBezTo>
                    <a:pt x="22821" y="1851"/>
                    <a:pt x="22782" y="1836"/>
                    <a:pt x="22743" y="1836"/>
                  </a:cubicBezTo>
                  <a:cubicBezTo>
                    <a:pt x="22703" y="1836"/>
                    <a:pt x="22664" y="1851"/>
                    <a:pt x="22634" y="1881"/>
                  </a:cubicBezTo>
                  <a:lnTo>
                    <a:pt x="20537" y="3978"/>
                  </a:lnTo>
                  <a:lnTo>
                    <a:pt x="16328" y="3978"/>
                  </a:lnTo>
                  <a:lnTo>
                    <a:pt x="15244" y="2894"/>
                  </a:lnTo>
                  <a:cubicBezTo>
                    <a:pt x="15215" y="2864"/>
                    <a:pt x="15176" y="2848"/>
                    <a:pt x="15135" y="2848"/>
                  </a:cubicBezTo>
                  <a:lnTo>
                    <a:pt x="8366" y="2848"/>
                  </a:lnTo>
                  <a:lnTo>
                    <a:pt x="7224" y="1706"/>
                  </a:lnTo>
                  <a:cubicBezTo>
                    <a:pt x="7195" y="1677"/>
                    <a:pt x="7156" y="1661"/>
                    <a:pt x="7116" y="1661"/>
                  </a:cubicBezTo>
                  <a:lnTo>
                    <a:pt x="1893" y="1661"/>
                  </a:lnTo>
                  <a:lnTo>
                    <a:pt x="278" y="46"/>
                  </a:lnTo>
                  <a:cubicBezTo>
                    <a:pt x="248" y="16"/>
                    <a:pt x="208" y="1"/>
                    <a:pt x="1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49"/>
            <p:cNvSpPr/>
            <p:nvPr/>
          </p:nvSpPr>
          <p:spPr>
            <a:xfrm rot="-5400000">
              <a:off x="7305156" y="4323509"/>
              <a:ext cx="1667734" cy="124651"/>
            </a:xfrm>
            <a:custGeom>
              <a:rect b="b" l="l" r="r" t="t"/>
              <a:pathLst>
                <a:path extrusionOk="0" h="2497" w="33408">
                  <a:moveTo>
                    <a:pt x="29290" y="1"/>
                  </a:moveTo>
                  <a:cubicBezTo>
                    <a:pt x="29248" y="1"/>
                    <a:pt x="29209" y="16"/>
                    <a:pt x="29181" y="46"/>
                  </a:cubicBezTo>
                  <a:lnTo>
                    <a:pt x="27265" y="1961"/>
                  </a:lnTo>
                  <a:lnTo>
                    <a:pt x="18260" y="1961"/>
                  </a:lnTo>
                  <a:lnTo>
                    <a:pt x="16612" y="314"/>
                  </a:lnTo>
                  <a:cubicBezTo>
                    <a:pt x="16584" y="284"/>
                    <a:pt x="16545" y="269"/>
                    <a:pt x="16503" y="269"/>
                  </a:cubicBezTo>
                  <a:lnTo>
                    <a:pt x="10403" y="269"/>
                  </a:lnTo>
                  <a:cubicBezTo>
                    <a:pt x="10362" y="269"/>
                    <a:pt x="10323" y="284"/>
                    <a:pt x="10294" y="314"/>
                  </a:cubicBezTo>
                  <a:lnTo>
                    <a:pt x="8418" y="2189"/>
                  </a:lnTo>
                  <a:lnTo>
                    <a:pt x="4597" y="2189"/>
                  </a:lnTo>
                  <a:lnTo>
                    <a:pt x="3608" y="1201"/>
                  </a:lnTo>
                  <a:cubicBezTo>
                    <a:pt x="3580" y="1171"/>
                    <a:pt x="3541" y="1154"/>
                    <a:pt x="3499" y="1154"/>
                  </a:cubicBezTo>
                  <a:lnTo>
                    <a:pt x="154" y="1154"/>
                  </a:lnTo>
                  <a:cubicBezTo>
                    <a:pt x="69" y="1154"/>
                    <a:pt x="0" y="1224"/>
                    <a:pt x="0" y="1308"/>
                  </a:cubicBezTo>
                  <a:cubicBezTo>
                    <a:pt x="0" y="1393"/>
                    <a:pt x="69" y="1462"/>
                    <a:pt x="154" y="1462"/>
                  </a:cubicBezTo>
                  <a:lnTo>
                    <a:pt x="3435" y="1462"/>
                  </a:lnTo>
                  <a:lnTo>
                    <a:pt x="4425" y="2451"/>
                  </a:lnTo>
                  <a:cubicBezTo>
                    <a:pt x="4454" y="2481"/>
                    <a:pt x="4493" y="2496"/>
                    <a:pt x="4534" y="2496"/>
                  </a:cubicBezTo>
                  <a:lnTo>
                    <a:pt x="8482" y="2496"/>
                  </a:lnTo>
                  <a:cubicBezTo>
                    <a:pt x="8522" y="2496"/>
                    <a:pt x="8561" y="2481"/>
                    <a:pt x="8591" y="2451"/>
                  </a:cubicBezTo>
                  <a:lnTo>
                    <a:pt x="10466" y="576"/>
                  </a:lnTo>
                  <a:lnTo>
                    <a:pt x="16441" y="576"/>
                  </a:lnTo>
                  <a:lnTo>
                    <a:pt x="18087" y="2223"/>
                  </a:lnTo>
                  <a:cubicBezTo>
                    <a:pt x="18116" y="2253"/>
                    <a:pt x="18156" y="2268"/>
                    <a:pt x="18196" y="2268"/>
                  </a:cubicBezTo>
                  <a:lnTo>
                    <a:pt x="27328" y="2268"/>
                  </a:lnTo>
                  <a:cubicBezTo>
                    <a:pt x="27369" y="2268"/>
                    <a:pt x="27408" y="2253"/>
                    <a:pt x="27437" y="2223"/>
                  </a:cubicBezTo>
                  <a:lnTo>
                    <a:pt x="29352" y="308"/>
                  </a:lnTo>
                  <a:lnTo>
                    <a:pt x="33254" y="308"/>
                  </a:lnTo>
                  <a:cubicBezTo>
                    <a:pt x="33339" y="308"/>
                    <a:pt x="33407" y="238"/>
                    <a:pt x="33407" y="154"/>
                  </a:cubicBezTo>
                  <a:cubicBezTo>
                    <a:pt x="33407" y="69"/>
                    <a:pt x="33339" y="1"/>
                    <a:pt x="33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49"/>
            <p:cNvSpPr/>
            <p:nvPr/>
          </p:nvSpPr>
          <p:spPr>
            <a:xfrm rot="-5400000">
              <a:off x="7295375" y="4361352"/>
              <a:ext cx="54163" cy="54163"/>
            </a:xfrm>
            <a:custGeom>
              <a:rect b="b" l="l" r="r" t="t"/>
              <a:pathLst>
                <a:path extrusionOk="0" h="1085" w="1085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2"/>
                    <a:pt x="244" y="1085"/>
                    <a:pt x="543" y="1085"/>
                  </a:cubicBezTo>
                  <a:cubicBezTo>
                    <a:pt x="842" y="1085"/>
                    <a:pt x="1085" y="842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49"/>
            <p:cNvSpPr/>
            <p:nvPr/>
          </p:nvSpPr>
          <p:spPr>
            <a:xfrm rot="-5400000">
              <a:off x="7210857" y="4445869"/>
              <a:ext cx="54163" cy="54163"/>
            </a:xfrm>
            <a:custGeom>
              <a:rect b="b" l="l" r="r" t="t"/>
              <a:pathLst>
                <a:path extrusionOk="0" h="1085" w="1085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3"/>
                    <a:pt x="244" y="1085"/>
                    <a:pt x="543" y="1085"/>
                  </a:cubicBezTo>
                  <a:cubicBezTo>
                    <a:pt x="842" y="1085"/>
                    <a:pt x="1085" y="843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49"/>
            <p:cNvSpPr/>
            <p:nvPr/>
          </p:nvSpPr>
          <p:spPr>
            <a:xfrm rot="-5400000">
              <a:off x="7124019" y="4532708"/>
              <a:ext cx="54113" cy="54163"/>
            </a:xfrm>
            <a:custGeom>
              <a:rect b="b" l="l" r="r" t="t"/>
              <a:pathLst>
                <a:path extrusionOk="0" h="1085" w="1084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1" y="1085"/>
                    <a:pt x="1084" y="842"/>
                    <a:pt x="1084" y="543"/>
                  </a:cubicBezTo>
                  <a:cubicBezTo>
                    <a:pt x="1084" y="243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49"/>
            <p:cNvSpPr/>
            <p:nvPr/>
          </p:nvSpPr>
          <p:spPr>
            <a:xfrm rot="-5400000">
              <a:off x="8364995" y="4447017"/>
              <a:ext cx="54163" cy="54163"/>
            </a:xfrm>
            <a:custGeom>
              <a:rect b="b" l="l" r="r" t="t"/>
              <a:pathLst>
                <a:path extrusionOk="0" h="1085" w="1085">
                  <a:moveTo>
                    <a:pt x="543" y="1"/>
                  </a:moveTo>
                  <a:cubicBezTo>
                    <a:pt x="244" y="1"/>
                    <a:pt x="0" y="243"/>
                    <a:pt x="0" y="543"/>
                  </a:cubicBezTo>
                  <a:cubicBezTo>
                    <a:pt x="0" y="842"/>
                    <a:pt x="244" y="1085"/>
                    <a:pt x="543" y="1085"/>
                  </a:cubicBezTo>
                  <a:cubicBezTo>
                    <a:pt x="842" y="1085"/>
                    <a:pt x="1084" y="842"/>
                    <a:pt x="1084" y="543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49"/>
            <p:cNvSpPr/>
            <p:nvPr/>
          </p:nvSpPr>
          <p:spPr>
            <a:xfrm rot="-5400000">
              <a:off x="8280502" y="4531510"/>
              <a:ext cx="54113" cy="54163"/>
            </a:xfrm>
            <a:custGeom>
              <a:rect b="b" l="l" r="r" t="t"/>
              <a:pathLst>
                <a:path extrusionOk="0" h="1085" w="1084">
                  <a:moveTo>
                    <a:pt x="542" y="1"/>
                  </a:moveTo>
                  <a:cubicBezTo>
                    <a:pt x="243" y="1"/>
                    <a:pt x="0" y="244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cubicBezTo>
                    <a:pt x="841" y="1085"/>
                    <a:pt x="1083" y="842"/>
                    <a:pt x="1083" y="543"/>
                  </a:cubicBezTo>
                  <a:cubicBezTo>
                    <a:pt x="1083" y="244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49"/>
            <p:cNvSpPr/>
            <p:nvPr/>
          </p:nvSpPr>
          <p:spPr>
            <a:xfrm rot="-5400000">
              <a:off x="8193664" y="4618348"/>
              <a:ext cx="54163" cy="54163"/>
            </a:xfrm>
            <a:custGeom>
              <a:rect b="b" l="l" r="r" t="t"/>
              <a:pathLst>
                <a:path extrusionOk="0" h="1085" w="1085">
                  <a:moveTo>
                    <a:pt x="542" y="1"/>
                  </a:moveTo>
                  <a:cubicBezTo>
                    <a:pt x="243" y="1"/>
                    <a:pt x="0" y="243"/>
                    <a:pt x="0" y="542"/>
                  </a:cubicBezTo>
                  <a:cubicBezTo>
                    <a:pt x="0" y="841"/>
                    <a:pt x="243" y="1085"/>
                    <a:pt x="542" y="1085"/>
                  </a:cubicBezTo>
                  <a:cubicBezTo>
                    <a:pt x="842" y="1085"/>
                    <a:pt x="1084" y="841"/>
                    <a:pt x="1084" y="542"/>
                  </a:cubicBezTo>
                  <a:cubicBezTo>
                    <a:pt x="1084" y="243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49"/>
            <p:cNvSpPr/>
            <p:nvPr/>
          </p:nvSpPr>
          <p:spPr>
            <a:xfrm rot="-5400000">
              <a:off x="7936842" y="4123252"/>
              <a:ext cx="78225" cy="78275"/>
            </a:xfrm>
            <a:custGeom>
              <a:rect b="b" l="l" r="r" t="t"/>
              <a:pathLst>
                <a:path extrusionOk="0" h="1568" w="1567">
                  <a:moveTo>
                    <a:pt x="784" y="1"/>
                  </a:moveTo>
                  <a:cubicBezTo>
                    <a:pt x="351" y="1"/>
                    <a:pt x="0" y="352"/>
                    <a:pt x="0" y="785"/>
                  </a:cubicBezTo>
                  <a:cubicBezTo>
                    <a:pt x="0" y="1216"/>
                    <a:pt x="351" y="1567"/>
                    <a:pt x="784" y="1567"/>
                  </a:cubicBezTo>
                  <a:cubicBezTo>
                    <a:pt x="1215" y="1567"/>
                    <a:pt x="1567" y="1216"/>
                    <a:pt x="1567" y="785"/>
                  </a:cubicBezTo>
                  <a:cubicBezTo>
                    <a:pt x="1567" y="352"/>
                    <a:pt x="1215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49"/>
            <p:cNvSpPr/>
            <p:nvPr/>
          </p:nvSpPr>
          <p:spPr>
            <a:xfrm rot="-5400000">
              <a:off x="7861660" y="4048074"/>
              <a:ext cx="228585" cy="228635"/>
            </a:xfrm>
            <a:custGeom>
              <a:rect b="b" l="l" r="r" t="t"/>
              <a:pathLst>
                <a:path extrusionOk="0" h="4580" w="4579">
                  <a:moveTo>
                    <a:pt x="2290" y="154"/>
                  </a:moveTo>
                  <a:cubicBezTo>
                    <a:pt x="3467" y="154"/>
                    <a:pt x="4425" y="1112"/>
                    <a:pt x="4425" y="2291"/>
                  </a:cubicBezTo>
                  <a:cubicBezTo>
                    <a:pt x="4425" y="3468"/>
                    <a:pt x="3467" y="4426"/>
                    <a:pt x="2290" y="4426"/>
                  </a:cubicBezTo>
                  <a:cubicBezTo>
                    <a:pt x="1112" y="4426"/>
                    <a:pt x="154" y="3468"/>
                    <a:pt x="154" y="2291"/>
                  </a:cubicBezTo>
                  <a:cubicBezTo>
                    <a:pt x="154" y="1112"/>
                    <a:pt x="1112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7" y="1"/>
                    <a:pt x="0" y="1028"/>
                    <a:pt x="0" y="2291"/>
                  </a:cubicBezTo>
                  <a:cubicBezTo>
                    <a:pt x="0" y="3552"/>
                    <a:pt x="1027" y="4579"/>
                    <a:pt x="2290" y="4579"/>
                  </a:cubicBezTo>
                  <a:cubicBezTo>
                    <a:pt x="3552" y="4579"/>
                    <a:pt x="4579" y="3552"/>
                    <a:pt x="4579" y="2291"/>
                  </a:cubicBezTo>
                  <a:cubicBezTo>
                    <a:pt x="4579" y="1028"/>
                    <a:pt x="3551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49"/>
            <p:cNvSpPr/>
            <p:nvPr/>
          </p:nvSpPr>
          <p:spPr>
            <a:xfrm rot="-5400000">
              <a:off x="7162758" y="4643236"/>
              <a:ext cx="123602" cy="123552"/>
            </a:xfrm>
            <a:custGeom>
              <a:rect b="b" l="l" r="r" t="t"/>
              <a:pathLst>
                <a:path extrusionOk="0" h="2475" w="2476">
                  <a:moveTo>
                    <a:pt x="1238" y="0"/>
                  </a:moveTo>
                  <a:cubicBezTo>
                    <a:pt x="554" y="0"/>
                    <a:pt x="0" y="554"/>
                    <a:pt x="0" y="1237"/>
                  </a:cubicBezTo>
                  <a:cubicBezTo>
                    <a:pt x="0" y="1920"/>
                    <a:pt x="554" y="2475"/>
                    <a:pt x="1238" y="2475"/>
                  </a:cubicBezTo>
                  <a:cubicBezTo>
                    <a:pt x="1921" y="2475"/>
                    <a:pt x="2476" y="1920"/>
                    <a:pt x="2476" y="1237"/>
                  </a:cubicBezTo>
                  <a:cubicBezTo>
                    <a:pt x="2476" y="554"/>
                    <a:pt x="1921" y="0"/>
                    <a:pt x="1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49"/>
            <p:cNvSpPr/>
            <p:nvPr/>
          </p:nvSpPr>
          <p:spPr>
            <a:xfrm rot="-5400000">
              <a:off x="7198477" y="4678953"/>
              <a:ext cx="52117" cy="52117"/>
            </a:xfrm>
            <a:custGeom>
              <a:rect b="b" l="l" r="r" t="t"/>
              <a:pathLst>
                <a:path extrusionOk="0" h="1044" w="1044">
                  <a:moveTo>
                    <a:pt x="522" y="1"/>
                  </a:moveTo>
                  <a:cubicBezTo>
                    <a:pt x="235" y="1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49"/>
            <p:cNvSpPr/>
            <p:nvPr/>
          </p:nvSpPr>
          <p:spPr>
            <a:xfrm rot="-5400000">
              <a:off x="7458044" y="4334022"/>
              <a:ext cx="123552" cy="123602"/>
            </a:xfrm>
            <a:custGeom>
              <a:rect b="b" l="l" r="r" t="t"/>
              <a:pathLst>
                <a:path extrusionOk="0" h="2476" w="2475">
                  <a:moveTo>
                    <a:pt x="1237" y="1"/>
                  </a:moveTo>
                  <a:cubicBezTo>
                    <a:pt x="554" y="1"/>
                    <a:pt x="1" y="555"/>
                    <a:pt x="1" y="1239"/>
                  </a:cubicBezTo>
                  <a:cubicBezTo>
                    <a:pt x="1" y="1922"/>
                    <a:pt x="554" y="2475"/>
                    <a:pt x="1237" y="2475"/>
                  </a:cubicBezTo>
                  <a:cubicBezTo>
                    <a:pt x="1922" y="2475"/>
                    <a:pt x="2475" y="1922"/>
                    <a:pt x="2475" y="1239"/>
                  </a:cubicBezTo>
                  <a:cubicBezTo>
                    <a:pt x="2475" y="555"/>
                    <a:pt x="1922" y="1"/>
                    <a:pt x="1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49"/>
            <p:cNvSpPr/>
            <p:nvPr/>
          </p:nvSpPr>
          <p:spPr>
            <a:xfrm rot="-5400000">
              <a:off x="7493813" y="4369789"/>
              <a:ext cx="52017" cy="52017"/>
            </a:xfrm>
            <a:custGeom>
              <a:rect b="b" l="l" r="r" t="t"/>
              <a:pathLst>
                <a:path extrusionOk="0" h="1042" w="1042">
                  <a:moveTo>
                    <a:pt x="520" y="0"/>
                  </a:moveTo>
                  <a:cubicBezTo>
                    <a:pt x="233" y="0"/>
                    <a:pt x="0" y="233"/>
                    <a:pt x="0" y="522"/>
                  </a:cubicBezTo>
                  <a:cubicBezTo>
                    <a:pt x="0" y="809"/>
                    <a:pt x="233" y="1042"/>
                    <a:pt x="520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49"/>
            <p:cNvSpPr/>
            <p:nvPr/>
          </p:nvSpPr>
          <p:spPr>
            <a:xfrm rot="-5400000">
              <a:off x="7529457" y="4010805"/>
              <a:ext cx="123552" cy="123552"/>
            </a:xfrm>
            <a:custGeom>
              <a:rect b="b" l="l" r="r" t="t"/>
              <a:pathLst>
                <a:path extrusionOk="0" h="2475" w="2475">
                  <a:moveTo>
                    <a:pt x="1237" y="0"/>
                  </a:moveTo>
                  <a:cubicBezTo>
                    <a:pt x="554" y="0"/>
                    <a:pt x="0" y="554"/>
                    <a:pt x="0" y="1238"/>
                  </a:cubicBezTo>
                  <a:cubicBezTo>
                    <a:pt x="0" y="1921"/>
                    <a:pt x="554" y="2475"/>
                    <a:pt x="1237" y="2475"/>
                  </a:cubicBezTo>
                  <a:cubicBezTo>
                    <a:pt x="1920" y="2475"/>
                    <a:pt x="2475" y="1921"/>
                    <a:pt x="2475" y="1238"/>
                  </a:cubicBezTo>
                  <a:cubicBezTo>
                    <a:pt x="2475" y="554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49"/>
            <p:cNvSpPr/>
            <p:nvPr/>
          </p:nvSpPr>
          <p:spPr>
            <a:xfrm rot="-5400000">
              <a:off x="7565201" y="4046547"/>
              <a:ext cx="52067" cy="52067"/>
            </a:xfrm>
            <a:custGeom>
              <a:rect b="b" l="l" r="r" t="t"/>
              <a:pathLst>
                <a:path extrusionOk="0" h="1043" w="1043">
                  <a:moveTo>
                    <a:pt x="521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49"/>
            <p:cNvSpPr/>
            <p:nvPr/>
          </p:nvSpPr>
          <p:spPr>
            <a:xfrm rot="-5400000">
              <a:off x="7768756" y="3949027"/>
              <a:ext cx="123552" cy="123602"/>
            </a:xfrm>
            <a:custGeom>
              <a:rect b="b" l="l" r="r" t="t"/>
              <a:pathLst>
                <a:path extrusionOk="0" h="2476" w="2475">
                  <a:moveTo>
                    <a:pt x="1238" y="1"/>
                  </a:moveTo>
                  <a:cubicBezTo>
                    <a:pt x="554" y="1"/>
                    <a:pt x="0" y="554"/>
                    <a:pt x="0" y="1238"/>
                  </a:cubicBezTo>
                  <a:cubicBezTo>
                    <a:pt x="0" y="1921"/>
                    <a:pt x="554" y="2475"/>
                    <a:pt x="1238" y="2475"/>
                  </a:cubicBezTo>
                  <a:cubicBezTo>
                    <a:pt x="1921" y="2475"/>
                    <a:pt x="2474" y="1921"/>
                    <a:pt x="2474" y="1238"/>
                  </a:cubicBezTo>
                  <a:cubicBezTo>
                    <a:pt x="2474" y="554"/>
                    <a:pt x="1921" y="1"/>
                    <a:pt x="1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49"/>
            <p:cNvSpPr/>
            <p:nvPr/>
          </p:nvSpPr>
          <p:spPr>
            <a:xfrm rot="-5400000">
              <a:off x="7804450" y="3984769"/>
              <a:ext cx="52117" cy="52067"/>
            </a:xfrm>
            <a:custGeom>
              <a:rect b="b" l="l" r="r" t="t"/>
              <a:pathLst>
                <a:path extrusionOk="0" h="1043" w="1044">
                  <a:moveTo>
                    <a:pt x="522" y="0"/>
                  </a:moveTo>
                  <a:cubicBezTo>
                    <a:pt x="233" y="0"/>
                    <a:pt x="0" y="234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4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49"/>
            <p:cNvSpPr/>
            <p:nvPr/>
          </p:nvSpPr>
          <p:spPr>
            <a:xfrm rot="-5400000">
              <a:off x="8024579" y="3471203"/>
              <a:ext cx="123652" cy="123652"/>
            </a:xfrm>
            <a:custGeom>
              <a:rect b="b" l="l" r="r" t="t"/>
              <a:pathLst>
                <a:path extrusionOk="0" h="2477" w="2477">
                  <a:moveTo>
                    <a:pt x="1239" y="1"/>
                  </a:moveTo>
                  <a:cubicBezTo>
                    <a:pt x="555" y="1"/>
                    <a:pt x="1" y="555"/>
                    <a:pt x="1" y="1238"/>
                  </a:cubicBezTo>
                  <a:cubicBezTo>
                    <a:pt x="1" y="1922"/>
                    <a:pt x="555" y="2476"/>
                    <a:pt x="1239" y="2476"/>
                  </a:cubicBezTo>
                  <a:cubicBezTo>
                    <a:pt x="1922" y="2476"/>
                    <a:pt x="2476" y="1922"/>
                    <a:pt x="2476" y="1238"/>
                  </a:cubicBezTo>
                  <a:cubicBezTo>
                    <a:pt x="2476" y="555"/>
                    <a:pt x="1922" y="1"/>
                    <a:pt x="1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49"/>
            <p:cNvSpPr/>
            <p:nvPr/>
          </p:nvSpPr>
          <p:spPr>
            <a:xfrm rot="-5400000">
              <a:off x="8060348" y="3506970"/>
              <a:ext cx="52117" cy="52067"/>
            </a:xfrm>
            <a:custGeom>
              <a:rect b="b" l="l" r="r" t="t"/>
              <a:pathLst>
                <a:path extrusionOk="0" h="1043" w="1044">
                  <a:moveTo>
                    <a:pt x="522" y="0"/>
                  </a:moveTo>
                  <a:cubicBezTo>
                    <a:pt x="234" y="0"/>
                    <a:pt x="0" y="234"/>
                    <a:pt x="0" y="521"/>
                  </a:cubicBezTo>
                  <a:cubicBezTo>
                    <a:pt x="0" y="809"/>
                    <a:pt x="234" y="1043"/>
                    <a:pt x="522" y="1043"/>
                  </a:cubicBezTo>
                  <a:cubicBezTo>
                    <a:pt x="810" y="1043"/>
                    <a:pt x="1043" y="809"/>
                    <a:pt x="1043" y="521"/>
                  </a:cubicBezTo>
                  <a:cubicBezTo>
                    <a:pt x="1043" y="234"/>
                    <a:pt x="810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2" name="Google Shape;2242;p49"/>
          <p:cNvGrpSpPr/>
          <p:nvPr/>
        </p:nvGrpSpPr>
        <p:grpSpPr>
          <a:xfrm>
            <a:off x="38176" y="-483151"/>
            <a:ext cx="3186812" cy="1676249"/>
            <a:chOff x="38176" y="-483151"/>
            <a:chExt cx="3186812" cy="1676249"/>
          </a:xfrm>
        </p:grpSpPr>
        <p:sp>
          <p:nvSpPr>
            <p:cNvPr id="2243" name="Google Shape;2243;p49"/>
            <p:cNvSpPr/>
            <p:nvPr/>
          </p:nvSpPr>
          <p:spPr>
            <a:xfrm flipH="1" rot="10800000">
              <a:off x="359886" y="-99379"/>
              <a:ext cx="1610732" cy="1106051"/>
            </a:xfrm>
            <a:custGeom>
              <a:rect b="b" l="l" r="r" t="t"/>
              <a:pathLst>
                <a:path extrusionOk="0" h="18902" w="27528">
                  <a:moveTo>
                    <a:pt x="26291" y="0"/>
                  </a:moveTo>
                  <a:cubicBezTo>
                    <a:pt x="25607" y="0"/>
                    <a:pt x="25053" y="555"/>
                    <a:pt x="25053" y="1238"/>
                  </a:cubicBezTo>
                  <a:cubicBezTo>
                    <a:pt x="25053" y="1496"/>
                    <a:pt x="25132" y="1735"/>
                    <a:pt x="25267" y="1932"/>
                  </a:cubicBezTo>
                  <a:lnTo>
                    <a:pt x="24630" y="2568"/>
                  </a:lnTo>
                  <a:lnTo>
                    <a:pt x="13951" y="2568"/>
                  </a:lnTo>
                  <a:cubicBezTo>
                    <a:pt x="13910" y="2568"/>
                    <a:pt x="13871" y="2585"/>
                    <a:pt x="13842" y="2614"/>
                  </a:cubicBezTo>
                  <a:lnTo>
                    <a:pt x="11635" y="4820"/>
                  </a:lnTo>
                  <a:cubicBezTo>
                    <a:pt x="11607" y="4849"/>
                    <a:pt x="11590" y="4888"/>
                    <a:pt x="11590" y="4929"/>
                  </a:cubicBezTo>
                  <a:lnTo>
                    <a:pt x="11590" y="9278"/>
                  </a:lnTo>
                  <a:lnTo>
                    <a:pt x="8136" y="12734"/>
                  </a:lnTo>
                  <a:lnTo>
                    <a:pt x="6029" y="12734"/>
                  </a:lnTo>
                  <a:cubicBezTo>
                    <a:pt x="5988" y="12734"/>
                    <a:pt x="5949" y="12749"/>
                    <a:pt x="5921" y="12779"/>
                  </a:cubicBezTo>
                  <a:lnTo>
                    <a:pt x="61" y="18639"/>
                  </a:lnTo>
                  <a:cubicBezTo>
                    <a:pt x="0" y="18698"/>
                    <a:pt x="0" y="18796"/>
                    <a:pt x="61" y="18856"/>
                  </a:cubicBezTo>
                  <a:cubicBezTo>
                    <a:pt x="90" y="18886"/>
                    <a:pt x="129" y="18901"/>
                    <a:pt x="169" y="18901"/>
                  </a:cubicBezTo>
                  <a:cubicBezTo>
                    <a:pt x="208" y="18901"/>
                    <a:pt x="247" y="18886"/>
                    <a:pt x="278" y="18856"/>
                  </a:cubicBezTo>
                  <a:lnTo>
                    <a:pt x="6092" y="13041"/>
                  </a:lnTo>
                  <a:lnTo>
                    <a:pt x="8199" y="13041"/>
                  </a:lnTo>
                  <a:cubicBezTo>
                    <a:pt x="8240" y="13041"/>
                    <a:pt x="8279" y="13025"/>
                    <a:pt x="8307" y="12996"/>
                  </a:cubicBezTo>
                  <a:lnTo>
                    <a:pt x="11853" y="9451"/>
                  </a:lnTo>
                  <a:cubicBezTo>
                    <a:pt x="11881" y="9421"/>
                    <a:pt x="11898" y="9382"/>
                    <a:pt x="11898" y="9342"/>
                  </a:cubicBezTo>
                  <a:lnTo>
                    <a:pt x="11898" y="4993"/>
                  </a:lnTo>
                  <a:lnTo>
                    <a:pt x="14015" y="2876"/>
                  </a:lnTo>
                  <a:lnTo>
                    <a:pt x="24694" y="2876"/>
                  </a:lnTo>
                  <a:cubicBezTo>
                    <a:pt x="24735" y="2876"/>
                    <a:pt x="24774" y="2860"/>
                    <a:pt x="24802" y="2831"/>
                  </a:cubicBezTo>
                  <a:lnTo>
                    <a:pt x="25474" y="2160"/>
                  </a:lnTo>
                  <a:cubicBezTo>
                    <a:pt x="25693" y="2354"/>
                    <a:pt x="25976" y="2475"/>
                    <a:pt x="26291" y="2475"/>
                  </a:cubicBezTo>
                  <a:cubicBezTo>
                    <a:pt x="26974" y="2475"/>
                    <a:pt x="27527" y="1920"/>
                    <a:pt x="27527" y="1237"/>
                  </a:cubicBezTo>
                  <a:cubicBezTo>
                    <a:pt x="27527" y="555"/>
                    <a:pt x="26974" y="0"/>
                    <a:pt x="26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49"/>
            <p:cNvSpPr/>
            <p:nvPr/>
          </p:nvSpPr>
          <p:spPr>
            <a:xfrm flipH="1" rot="10800000">
              <a:off x="1867732" y="903744"/>
              <a:ext cx="60970" cy="61031"/>
            </a:xfrm>
            <a:custGeom>
              <a:rect b="b" l="l" r="r" t="t"/>
              <a:pathLst>
                <a:path extrusionOk="0" h="1043" w="1042">
                  <a:moveTo>
                    <a:pt x="522" y="1"/>
                  </a:moveTo>
                  <a:cubicBezTo>
                    <a:pt x="233" y="1"/>
                    <a:pt x="0" y="234"/>
                    <a:pt x="0" y="522"/>
                  </a:cubicBezTo>
                  <a:cubicBezTo>
                    <a:pt x="0" y="809"/>
                    <a:pt x="233" y="1042"/>
                    <a:pt x="522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49"/>
            <p:cNvSpPr/>
            <p:nvPr/>
          </p:nvSpPr>
          <p:spPr>
            <a:xfrm flipH="1" rot="10800000">
              <a:off x="833966" y="-99377"/>
              <a:ext cx="592088" cy="855138"/>
            </a:xfrm>
            <a:custGeom>
              <a:rect b="b" l="l" r="r" t="t"/>
              <a:pathLst>
                <a:path extrusionOk="0" h="14614" w="10119">
                  <a:moveTo>
                    <a:pt x="8882" y="0"/>
                  </a:moveTo>
                  <a:cubicBezTo>
                    <a:pt x="8198" y="0"/>
                    <a:pt x="7644" y="554"/>
                    <a:pt x="7644" y="1237"/>
                  </a:cubicBezTo>
                  <a:cubicBezTo>
                    <a:pt x="7644" y="1613"/>
                    <a:pt x="7815" y="1945"/>
                    <a:pt x="8079" y="2172"/>
                  </a:cubicBezTo>
                  <a:lnTo>
                    <a:pt x="6536" y="3716"/>
                  </a:lnTo>
                  <a:cubicBezTo>
                    <a:pt x="6507" y="3744"/>
                    <a:pt x="6491" y="3783"/>
                    <a:pt x="6491" y="3825"/>
                  </a:cubicBezTo>
                  <a:lnTo>
                    <a:pt x="6491" y="6474"/>
                  </a:lnTo>
                  <a:lnTo>
                    <a:pt x="3099" y="9864"/>
                  </a:lnTo>
                  <a:cubicBezTo>
                    <a:pt x="3071" y="9894"/>
                    <a:pt x="3055" y="9933"/>
                    <a:pt x="3055" y="9973"/>
                  </a:cubicBezTo>
                  <a:lnTo>
                    <a:pt x="3055" y="11357"/>
                  </a:lnTo>
                  <a:lnTo>
                    <a:pt x="61" y="14351"/>
                  </a:lnTo>
                  <a:cubicBezTo>
                    <a:pt x="1" y="14411"/>
                    <a:pt x="1" y="14508"/>
                    <a:pt x="61" y="14568"/>
                  </a:cubicBezTo>
                  <a:cubicBezTo>
                    <a:pt x="91" y="14598"/>
                    <a:pt x="130" y="14613"/>
                    <a:pt x="170" y="14613"/>
                  </a:cubicBezTo>
                  <a:cubicBezTo>
                    <a:pt x="209" y="14613"/>
                    <a:pt x="248" y="14598"/>
                    <a:pt x="279" y="14568"/>
                  </a:cubicBezTo>
                  <a:lnTo>
                    <a:pt x="3317" y="11530"/>
                  </a:lnTo>
                  <a:cubicBezTo>
                    <a:pt x="3345" y="11501"/>
                    <a:pt x="3362" y="11462"/>
                    <a:pt x="3362" y="11421"/>
                  </a:cubicBezTo>
                  <a:lnTo>
                    <a:pt x="3362" y="10037"/>
                  </a:lnTo>
                  <a:lnTo>
                    <a:pt x="6754" y="6646"/>
                  </a:lnTo>
                  <a:cubicBezTo>
                    <a:pt x="6782" y="6617"/>
                    <a:pt x="6799" y="6578"/>
                    <a:pt x="6799" y="6538"/>
                  </a:cubicBezTo>
                  <a:lnTo>
                    <a:pt x="6799" y="3888"/>
                  </a:lnTo>
                  <a:lnTo>
                    <a:pt x="8341" y="2346"/>
                  </a:lnTo>
                  <a:cubicBezTo>
                    <a:pt x="8504" y="2425"/>
                    <a:pt x="8686" y="2475"/>
                    <a:pt x="8882" y="2475"/>
                  </a:cubicBezTo>
                  <a:cubicBezTo>
                    <a:pt x="9565" y="2475"/>
                    <a:pt x="10118" y="1920"/>
                    <a:pt x="10118" y="1237"/>
                  </a:cubicBezTo>
                  <a:cubicBezTo>
                    <a:pt x="10118" y="554"/>
                    <a:pt x="9565" y="0"/>
                    <a:pt x="8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49"/>
            <p:cNvSpPr/>
            <p:nvPr/>
          </p:nvSpPr>
          <p:spPr>
            <a:xfrm flipH="1" rot="10800000">
              <a:off x="1323143" y="652833"/>
              <a:ext cx="60970" cy="61090"/>
            </a:xfrm>
            <a:custGeom>
              <a:rect b="b" l="l" r="r" t="t"/>
              <a:pathLst>
                <a:path extrusionOk="0" h="1044" w="1042">
                  <a:moveTo>
                    <a:pt x="522" y="0"/>
                  </a:moveTo>
                  <a:cubicBezTo>
                    <a:pt x="233" y="0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2" y="810"/>
                    <a:pt x="1042" y="522"/>
                  </a:cubicBezTo>
                  <a:cubicBezTo>
                    <a:pt x="1042" y="235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49"/>
            <p:cNvSpPr/>
            <p:nvPr/>
          </p:nvSpPr>
          <p:spPr>
            <a:xfrm flipH="1" rot="10800000">
              <a:off x="1474050" y="-99377"/>
              <a:ext cx="257865" cy="824710"/>
            </a:xfrm>
            <a:custGeom>
              <a:rect b="b" l="l" r="r" t="t"/>
              <a:pathLst>
                <a:path extrusionOk="0" h="14094" w="4407">
                  <a:moveTo>
                    <a:pt x="3169" y="0"/>
                  </a:moveTo>
                  <a:cubicBezTo>
                    <a:pt x="3169" y="0"/>
                    <a:pt x="3169" y="0"/>
                    <a:pt x="3170" y="0"/>
                  </a:cubicBezTo>
                  <a:lnTo>
                    <a:pt x="3170" y="0"/>
                  </a:lnTo>
                  <a:cubicBezTo>
                    <a:pt x="3170" y="0"/>
                    <a:pt x="3170" y="0"/>
                    <a:pt x="3170" y="0"/>
                  </a:cubicBezTo>
                  <a:close/>
                  <a:moveTo>
                    <a:pt x="3170" y="0"/>
                  </a:moveTo>
                  <a:cubicBezTo>
                    <a:pt x="2486" y="1"/>
                    <a:pt x="1932" y="555"/>
                    <a:pt x="1932" y="1238"/>
                  </a:cubicBezTo>
                  <a:cubicBezTo>
                    <a:pt x="1932" y="1522"/>
                    <a:pt x="2032" y="1781"/>
                    <a:pt x="2192" y="1989"/>
                  </a:cubicBezTo>
                  <a:lnTo>
                    <a:pt x="46" y="4136"/>
                  </a:lnTo>
                  <a:cubicBezTo>
                    <a:pt x="17" y="4165"/>
                    <a:pt x="1" y="4204"/>
                    <a:pt x="1" y="4244"/>
                  </a:cubicBezTo>
                  <a:lnTo>
                    <a:pt x="1" y="13940"/>
                  </a:lnTo>
                  <a:cubicBezTo>
                    <a:pt x="1" y="14023"/>
                    <a:pt x="69" y="14093"/>
                    <a:pt x="154" y="14093"/>
                  </a:cubicBezTo>
                  <a:cubicBezTo>
                    <a:pt x="239" y="14093"/>
                    <a:pt x="308" y="14023"/>
                    <a:pt x="308" y="13940"/>
                  </a:cubicBezTo>
                  <a:lnTo>
                    <a:pt x="308" y="4308"/>
                  </a:lnTo>
                  <a:lnTo>
                    <a:pt x="2409" y="2208"/>
                  </a:lnTo>
                  <a:cubicBezTo>
                    <a:pt x="2619" y="2373"/>
                    <a:pt x="2882" y="2475"/>
                    <a:pt x="3169" y="2475"/>
                  </a:cubicBezTo>
                  <a:cubicBezTo>
                    <a:pt x="3852" y="2475"/>
                    <a:pt x="4407" y="1921"/>
                    <a:pt x="4407" y="1238"/>
                  </a:cubicBezTo>
                  <a:cubicBezTo>
                    <a:pt x="4407" y="555"/>
                    <a:pt x="3854" y="1"/>
                    <a:pt x="3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49"/>
            <p:cNvSpPr/>
            <p:nvPr/>
          </p:nvSpPr>
          <p:spPr>
            <a:xfrm flipH="1" rot="10800000">
              <a:off x="1628995" y="622347"/>
              <a:ext cx="61029" cy="61090"/>
            </a:xfrm>
            <a:custGeom>
              <a:rect b="b" l="l" r="r" t="t"/>
              <a:pathLst>
                <a:path extrusionOk="0" h="1044" w="1043">
                  <a:moveTo>
                    <a:pt x="522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3"/>
                    <a:pt x="522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49"/>
            <p:cNvSpPr/>
            <p:nvPr/>
          </p:nvSpPr>
          <p:spPr>
            <a:xfrm flipH="1" rot="10800000">
              <a:off x="1689967" y="-99377"/>
              <a:ext cx="383549" cy="864676"/>
            </a:xfrm>
            <a:custGeom>
              <a:rect b="b" l="l" r="r" t="t"/>
              <a:pathLst>
                <a:path extrusionOk="0" h="14777" w="6555">
                  <a:moveTo>
                    <a:pt x="5318" y="0"/>
                  </a:moveTo>
                  <a:lnTo>
                    <a:pt x="5318" y="1"/>
                  </a:lnTo>
                  <a:cubicBezTo>
                    <a:pt x="4634" y="1"/>
                    <a:pt x="4080" y="555"/>
                    <a:pt x="4080" y="1238"/>
                  </a:cubicBezTo>
                  <a:cubicBezTo>
                    <a:pt x="4080" y="1499"/>
                    <a:pt x="4162" y="1740"/>
                    <a:pt x="4300" y="1939"/>
                  </a:cubicBezTo>
                  <a:lnTo>
                    <a:pt x="2650" y="3589"/>
                  </a:lnTo>
                  <a:cubicBezTo>
                    <a:pt x="2621" y="3618"/>
                    <a:pt x="2605" y="3657"/>
                    <a:pt x="2605" y="3698"/>
                  </a:cubicBezTo>
                  <a:lnTo>
                    <a:pt x="2605" y="9205"/>
                  </a:lnTo>
                  <a:lnTo>
                    <a:pt x="45" y="11764"/>
                  </a:lnTo>
                  <a:cubicBezTo>
                    <a:pt x="17" y="11792"/>
                    <a:pt x="0" y="11831"/>
                    <a:pt x="0" y="11873"/>
                  </a:cubicBezTo>
                  <a:lnTo>
                    <a:pt x="0" y="14623"/>
                  </a:lnTo>
                  <a:cubicBezTo>
                    <a:pt x="0" y="14706"/>
                    <a:pt x="69" y="14776"/>
                    <a:pt x="154" y="14776"/>
                  </a:cubicBezTo>
                  <a:cubicBezTo>
                    <a:pt x="239" y="14776"/>
                    <a:pt x="308" y="14706"/>
                    <a:pt x="308" y="14623"/>
                  </a:cubicBezTo>
                  <a:lnTo>
                    <a:pt x="308" y="11937"/>
                  </a:lnTo>
                  <a:lnTo>
                    <a:pt x="2867" y="9377"/>
                  </a:lnTo>
                  <a:cubicBezTo>
                    <a:pt x="2897" y="9348"/>
                    <a:pt x="2912" y="9309"/>
                    <a:pt x="2912" y="9268"/>
                  </a:cubicBezTo>
                  <a:lnTo>
                    <a:pt x="2912" y="3762"/>
                  </a:lnTo>
                  <a:lnTo>
                    <a:pt x="4507" y="2166"/>
                  </a:lnTo>
                  <a:cubicBezTo>
                    <a:pt x="4724" y="2356"/>
                    <a:pt x="5006" y="2476"/>
                    <a:pt x="5318" y="2476"/>
                  </a:cubicBezTo>
                  <a:cubicBezTo>
                    <a:pt x="6001" y="2476"/>
                    <a:pt x="6554" y="1921"/>
                    <a:pt x="6554" y="1238"/>
                  </a:cubicBezTo>
                  <a:cubicBezTo>
                    <a:pt x="6554" y="555"/>
                    <a:pt x="6001" y="0"/>
                    <a:pt x="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49"/>
            <p:cNvSpPr/>
            <p:nvPr/>
          </p:nvSpPr>
          <p:spPr>
            <a:xfrm flipH="1" rot="10800000">
              <a:off x="1970600" y="662313"/>
              <a:ext cx="61087" cy="61090"/>
            </a:xfrm>
            <a:custGeom>
              <a:rect b="b" l="l" r="r" t="t"/>
              <a:pathLst>
                <a:path extrusionOk="0" h="1044" w="1044">
                  <a:moveTo>
                    <a:pt x="522" y="1"/>
                  </a:moveTo>
                  <a:cubicBezTo>
                    <a:pt x="233" y="1"/>
                    <a:pt x="0" y="235"/>
                    <a:pt x="0" y="522"/>
                  </a:cubicBezTo>
                  <a:cubicBezTo>
                    <a:pt x="0" y="810"/>
                    <a:pt x="234" y="1043"/>
                    <a:pt x="522" y="1043"/>
                  </a:cubicBezTo>
                  <a:cubicBezTo>
                    <a:pt x="809" y="1043"/>
                    <a:pt x="1043" y="809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49"/>
            <p:cNvSpPr/>
            <p:nvPr/>
          </p:nvSpPr>
          <p:spPr>
            <a:xfrm flipH="1" rot="10800000">
              <a:off x="38176" y="-99381"/>
              <a:ext cx="2065784" cy="1292479"/>
            </a:xfrm>
            <a:custGeom>
              <a:rect b="b" l="l" r="r" t="t"/>
              <a:pathLst>
                <a:path extrusionOk="0" h="22088" w="35305">
                  <a:moveTo>
                    <a:pt x="34068" y="0"/>
                  </a:moveTo>
                  <a:lnTo>
                    <a:pt x="34068" y="2"/>
                  </a:lnTo>
                  <a:cubicBezTo>
                    <a:pt x="33417" y="2"/>
                    <a:pt x="32889" y="505"/>
                    <a:pt x="32840" y="1142"/>
                  </a:cubicBezTo>
                  <a:lnTo>
                    <a:pt x="30174" y="1142"/>
                  </a:lnTo>
                  <a:cubicBezTo>
                    <a:pt x="30133" y="1142"/>
                    <a:pt x="30094" y="1159"/>
                    <a:pt x="30065" y="1187"/>
                  </a:cubicBezTo>
                  <a:lnTo>
                    <a:pt x="28175" y="3078"/>
                  </a:lnTo>
                  <a:lnTo>
                    <a:pt x="23925" y="3078"/>
                  </a:lnTo>
                  <a:lnTo>
                    <a:pt x="22560" y="1712"/>
                  </a:lnTo>
                  <a:cubicBezTo>
                    <a:pt x="22531" y="1684"/>
                    <a:pt x="22492" y="1667"/>
                    <a:pt x="22451" y="1667"/>
                  </a:cubicBezTo>
                  <a:lnTo>
                    <a:pt x="18617" y="1667"/>
                  </a:lnTo>
                  <a:cubicBezTo>
                    <a:pt x="18576" y="1667"/>
                    <a:pt x="18537" y="1684"/>
                    <a:pt x="18508" y="1712"/>
                  </a:cubicBezTo>
                  <a:lnTo>
                    <a:pt x="15949" y="4272"/>
                  </a:lnTo>
                  <a:lnTo>
                    <a:pt x="13335" y="4272"/>
                  </a:lnTo>
                  <a:cubicBezTo>
                    <a:pt x="13295" y="4272"/>
                    <a:pt x="13256" y="4288"/>
                    <a:pt x="13226" y="4317"/>
                  </a:cubicBezTo>
                  <a:lnTo>
                    <a:pt x="11853" y="5692"/>
                  </a:lnTo>
                  <a:cubicBezTo>
                    <a:pt x="11823" y="5720"/>
                    <a:pt x="11806" y="5759"/>
                    <a:pt x="11806" y="5800"/>
                  </a:cubicBezTo>
                  <a:lnTo>
                    <a:pt x="11806" y="10077"/>
                  </a:lnTo>
                  <a:lnTo>
                    <a:pt x="60" y="21825"/>
                  </a:lnTo>
                  <a:cubicBezTo>
                    <a:pt x="0" y="21884"/>
                    <a:pt x="0" y="21982"/>
                    <a:pt x="60" y="22041"/>
                  </a:cubicBezTo>
                  <a:cubicBezTo>
                    <a:pt x="90" y="22072"/>
                    <a:pt x="129" y="22087"/>
                    <a:pt x="169" y="22087"/>
                  </a:cubicBezTo>
                  <a:cubicBezTo>
                    <a:pt x="208" y="22087"/>
                    <a:pt x="247" y="22072"/>
                    <a:pt x="278" y="22041"/>
                  </a:cubicBezTo>
                  <a:lnTo>
                    <a:pt x="12070" y="10249"/>
                  </a:lnTo>
                  <a:cubicBezTo>
                    <a:pt x="12098" y="10220"/>
                    <a:pt x="12115" y="10181"/>
                    <a:pt x="12115" y="10140"/>
                  </a:cubicBezTo>
                  <a:lnTo>
                    <a:pt x="12115" y="5864"/>
                  </a:lnTo>
                  <a:lnTo>
                    <a:pt x="13399" y="4579"/>
                  </a:lnTo>
                  <a:lnTo>
                    <a:pt x="16013" y="4579"/>
                  </a:lnTo>
                  <a:cubicBezTo>
                    <a:pt x="16053" y="4579"/>
                    <a:pt x="16092" y="4563"/>
                    <a:pt x="16121" y="4534"/>
                  </a:cubicBezTo>
                  <a:lnTo>
                    <a:pt x="18681" y="1975"/>
                  </a:lnTo>
                  <a:lnTo>
                    <a:pt x="22387" y="1975"/>
                  </a:lnTo>
                  <a:lnTo>
                    <a:pt x="23754" y="3340"/>
                  </a:lnTo>
                  <a:cubicBezTo>
                    <a:pt x="23782" y="3369"/>
                    <a:pt x="23821" y="3385"/>
                    <a:pt x="23862" y="3385"/>
                  </a:cubicBezTo>
                  <a:lnTo>
                    <a:pt x="28239" y="3385"/>
                  </a:lnTo>
                  <a:cubicBezTo>
                    <a:pt x="28280" y="3385"/>
                    <a:pt x="28319" y="3369"/>
                    <a:pt x="28347" y="3340"/>
                  </a:cubicBezTo>
                  <a:lnTo>
                    <a:pt x="30238" y="1450"/>
                  </a:lnTo>
                  <a:lnTo>
                    <a:pt x="32852" y="1450"/>
                  </a:lnTo>
                  <a:cubicBezTo>
                    <a:pt x="32952" y="2031"/>
                    <a:pt x="33457" y="2476"/>
                    <a:pt x="34068" y="2476"/>
                  </a:cubicBezTo>
                  <a:cubicBezTo>
                    <a:pt x="34751" y="2476"/>
                    <a:pt x="35305" y="1922"/>
                    <a:pt x="35305" y="1238"/>
                  </a:cubicBezTo>
                  <a:cubicBezTo>
                    <a:pt x="35305" y="555"/>
                    <a:pt x="34751" y="0"/>
                    <a:pt x="340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49"/>
            <p:cNvSpPr/>
            <p:nvPr/>
          </p:nvSpPr>
          <p:spPr>
            <a:xfrm flipH="1" rot="10800000">
              <a:off x="2001086" y="1090113"/>
              <a:ext cx="61029" cy="60973"/>
            </a:xfrm>
            <a:custGeom>
              <a:rect b="b" l="l" r="r" t="t"/>
              <a:pathLst>
                <a:path extrusionOk="0" h="1042" w="1043">
                  <a:moveTo>
                    <a:pt x="521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49"/>
            <p:cNvSpPr/>
            <p:nvPr/>
          </p:nvSpPr>
          <p:spPr>
            <a:xfrm rot="-8223614">
              <a:off x="2293995" y="-475922"/>
              <a:ext cx="548115" cy="1339655"/>
            </a:xfrm>
            <a:custGeom>
              <a:rect b="b" l="l" r="r" t="t"/>
              <a:pathLst>
                <a:path extrusionOk="0" h="22894" w="9367">
                  <a:moveTo>
                    <a:pt x="1897" y="1"/>
                  </a:moveTo>
                  <a:cubicBezTo>
                    <a:pt x="1214" y="1"/>
                    <a:pt x="661" y="555"/>
                    <a:pt x="661" y="1238"/>
                  </a:cubicBezTo>
                  <a:cubicBezTo>
                    <a:pt x="661" y="1847"/>
                    <a:pt x="1103" y="2352"/>
                    <a:pt x="1683" y="2454"/>
                  </a:cubicBezTo>
                  <a:lnTo>
                    <a:pt x="1683" y="8153"/>
                  </a:lnTo>
                  <a:lnTo>
                    <a:pt x="46" y="9790"/>
                  </a:lnTo>
                  <a:cubicBezTo>
                    <a:pt x="17" y="9819"/>
                    <a:pt x="1" y="9858"/>
                    <a:pt x="1" y="9899"/>
                  </a:cubicBezTo>
                  <a:lnTo>
                    <a:pt x="1" y="13697"/>
                  </a:lnTo>
                  <a:cubicBezTo>
                    <a:pt x="1" y="13738"/>
                    <a:pt x="17" y="13778"/>
                    <a:pt x="46" y="13806"/>
                  </a:cubicBezTo>
                  <a:lnTo>
                    <a:pt x="9090" y="22849"/>
                  </a:lnTo>
                  <a:cubicBezTo>
                    <a:pt x="9119" y="22879"/>
                    <a:pt x="9158" y="22894"/>
                    <a:pt x="9198" y="22894"/>
                  </a:cubicBezTo>
                  <a:cubicBezTo>
                    <a:pt x="9237" y="22894"/>
                    <a:pt x="9276" y="22879"/>
                    <a:pt x="9307" y="22849"/>
                  </a:cubicBezTo>
                  <a:cubicBezTo>
                    <a:pt x="9366" y="22790"/>
                    <a:pt x="9366" y="22692"/>
                    <a:pt x="9307" y="22631"/>
                  </a:cubicBezTo>
                  <a:lnTo>
                    <a:pt x="308" y="13634"/>
                  </a:lnTo>
                  <a:lnTo>
                    <a:pt x="308" y="9963"/>
                  </a:lnTo>
                  <a:lnTo>
                    <a:pt x="1946" y="8326"/>
                  </a:lnTo>
                  <a:cubicBezTo>
                    <a:pt x="1974" y="8297"/>
                    <a:pt x="1991" y="8258"/>
                    <a:pt x="1991" y="8217"/>
                  </a:cubicBezTo>
                  <a:lnTo>
                    <a:pt x="1991" y="2466"/>
                  </a:lnTo>
                  <a:cubicBezTo>
                    <a:pt x="2629" y="2417"/>
                    <a:pt x="3135" y="1890"/>
                    <a:pt x="3135" y="1238"/>
                  </a:cubicBezTo>
                  <a:cubicBezTo>
                    <a:pt x="3135" y="555"/>
                    <a:pt x="2580" y="1"/>
                    <a:pt x="18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49"/>
            <p:cNvSpPr/>
            <p:nvPr/>
          </p:nvSpPr>
          <p:spPr>
            <a:xfrm rot="-8223614">
              <a:off x="2249915" y="711827"/>
              <a:ext cx="61090" cy="60973"/>
            </a:xfrm>
            <a:custGeom>
              <a:rect b="b" l="l" r="r" t="t"/>
              <a:pathLst>
                <a:path extrusionOk="0" h="1042" w="1044">
                  <a:moveTo>
                    <a:pt x="522" y="0"/>
                  </a:moveTo>
                  <a:cubicBezTo>
                    <a:pt x="235" y="0"/>
                    <a:pt x="1" y="233"/>
                    <a:pt x="1" y="521"/>
                  </a:cubicBezTo>
                  <a:cubicBezTo>
                    <a:pt x="1" y="809"/>
                    <a:pt x="235" y="1042"/>
                    <a:pt x="522" y="1042"/>
                  </a:cubicBezTo>
                  <a:cubicBezTo>
                    <a:pt x="811" y="1042"/>
                    <a:pt x="1043" y="809"/>
                    <a:pt x="1043" y="521"/>
                  </a:cubicBezTo>
                  <a:cubicBezTo>
                    <a:pt x="1043" y="233"/>
                    <a:pt x="811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49"/>
            <p:cNvSpPr/>
            <p:nvPr/>
          </p:nvSpPr>
          <p:spPr>
            <a:xfrm flipH="1" rot="10800000">
              <a:off x="1437245" y="424275"/>
              <a:ext cx="91631" cy="91752"/>
            </a:xfrm>
            <a:custGeom>
              <a:rect b="b" l="l" r="r" t="t"/>
              <a:pathLst>
                <a:path extrusionOk="0" h="1568" w="1566">
                  <a:moveTo>
                    <a:pt x="783" y="1"/>
                  </a:moveTo>
                  <a:cubicBezTo>
                    <a:pt x="351" y="1"/>
                    <a:pt x="1" y="352"/>
                    <a:pt x="1" y="783"/>
                  </a:cubicBezTo>
                  <a:cubicBezTo>
                    <a:pt x="1" y="1216"/>
                    <a:pt x="351" y="1567"/>
                    <a:pt x="783" y="1567"/>
                  </a:cubicBezTo>
                  <a:cubicBezTo>
                    <a:pt x="1216" y="1567"/>
                    <a:pt x="1566" y="1216"/>
                    <a:pt x="1566" y="783"/>
                  </a:cubicBezTo>
                  <a:cubicBezTo>
                    <a:pt x="1566" y="352"/>
                    <a:pt x="1216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49"/>
            <p:cNvSpPr/>
            <p:nvPr/>
          </p:nvSpPr>
          <p:spPr>
            <a:xfrm flipH="1" rot="10800000">
              <a:off x="1349123" y="336151"/>
              <a:ext cx="267987" cy="267999"/>
            </a:xfrm>
            <a:custGeom>
              <a:rect b="b" l="l" r="r" t="t"/>
              <a:pathLst>
                <a:path extrusionOk="0" h="4580" w="4580">
                  <a:moveTo>
                    <a:pt x="2289" y="154"/>
                  </a:moveTo>
                  <a:cubicBezTo>
                    <a:pt x="3467" y="154"/>
                    <a:pt x="4426" y="1112"/>
                    <a:pt x="4426" y="2289"/>
                  </a:cubicBezTo>
                  <a:cubicBezTo>
                    <a:pt x="4426" y="3468"/>
                    <a:pt x="3467" y="4426"/>
                    <a:pt x="2289" y="4426"/>
                  </a:cubicBezTo>
                  <a:cubicBezTo>
                    <a:pt x="1112" y="4426"/>
                    <a:pt x="154" y="3468"/>
                    <a:pt x="154" y="2289"/>
                  </a:cubicBezTo>
                  <a:cubicBezTo>
                    <a:pt x="154" y="1112"/>
                    <a:pt x="1112" y="154"/>
                    <a:pt x="2289" y="154"/>
                  </a:cubicBezTo>
                  <a:close/>
                  <a:moveTo>
                    <a:pt x="2289" y="1"/>
                  </a:moveTo>
                  <a:cubicBezTo>
                    <a:pt x="1027" y="1"/>
                    <a:pt x="1" y="1028"/>
                    <a:pt x="1" y="2289"/>
                  </a:cubicBezTo>
                  <a:cubicBezTo>
                    <a:pt x="1" y="3552"/>
                    <a:pt x="1027" y="4579"/>
                    <a:pt x="2289" y="4579"/>
                  </a:cubicBezTo>
                  <a:cubicBezTo>
                    <a:pt x="3552" y="4579"/>
                    <a:pt x="4579" y="3552"/>
                    <a:pt x="4579" y="2289"/>
                  </a:cubicBezTo>
                  <a:cubicBezTo>
                    <a:pt x="4579" y="1028"/>
                    <a:pt x="3552" y="1"/>
                    <a:pt x="2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49"/>
            <p:cNvSpPr/>
            <p:nvPr/>
          </p:nvSpPr>
          <p:spPr>
            <a:xfrm rot="-8223614">
              <a:off x="2804221" y="233952"/>
              <a:ext cx="91635" cy="91694"/>
            </a:xfrm>
            <a:custGeom>
              <a:rect b="b" l="l" r="r" t="t"/>
              <a:pathLst>
                <a:path extrusionOk="0" h="1567" w="1566">
                  <a:moveTo>
                    <a:pt x="783" y="0"/>
                  </a:moveTo>
                  <a:cubicBezTo>
                    <a:pt x="350" y="0"/>
                    <a:pt x="0" y="351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5" y="1567"/>
                    <a:pt x="1565" y="1216"/>
                    <a:pt x="1565" y="784"/>
                  </a:cubicBezTo>
                  <a:cubicBezTo>
                    <a:pt x="1565" y="351"/>
                    <a:pt x="1215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49"/>
            <p:cNvSpPr/>
            <p:nvPr/>
          </p:nvSpPr>
          <p:spPr>
            <a:xfrm rot="-8223614">
              <a:off x="2716044" y="145825"/>
              <a:ext cx="268001" cy="267943"/>
            </a:xfrm>
            <a:custGeom>
              <a:rect b="b" l="l" r="r" t="t"/>
              <a:pathLst>
                <a:path extrusionOk="0" h="4579" w="4580">
                  <a:moveTo>
                    <a:pt x="2290" y="154"/>
                  </a:moveTo>
                  <a:cubicBezTo>
                    <a:pt x="3467" y="154"/>
                    <a:pt x="4426" y="1111"/>
                    <a:pt x="4426" y="2290"/>
                  </a:cubicBezTo>
                  <a:cubicBezTo>
                    <a:pt x="4426" y="3468"/>
                    <a:pt x="3467" y="4425"/>
                    <a:pt x="2290" y="4425"/>
                  </a:cubicBezTo>
                  <a:cubicBezTo>
                    <a:pt x="1112" y="4425"/>
                    <a:pt x="155" y="3468"/>
                    <a:pt x="155" y="2290"/>
                  </a:cubicBezTo>
                  <a:cubicBezTo>
                    <a:pt x="155" y="1113"/>
                    <a:pt x="1112" y="154"/>
                    <a:pt x="2290" y="154"/>
                  </a:cubicBezTo>
                  <a:close/>
                  <a:moveTo>
                    <a:pt x="2290" y="0"/>
                  </a:moveTo>
                  <a:cubicBezTo>
                    <a:pt x="1027" y="0"/>
                    <a:pt x="1" y="1028"/>
                    <a:pt x="1" y="2290"/>
                  </a:cubicBezTo>
                  <a:cubicBezTo>
                    <a:pt x="1" y="3553"/>
                    <a:pt x="1027" y="4579"/>
                    <a:pt x="2290" y="4579"/>
                  </a:cubicBezTo>
                  <a:cubicBezTo>
                    <a:pt x="3552" y="4579"/>
                    <a:pt x="4580" y="3551"/>
                    <a:pt x="4580" y="2290"/>
                  </a:cubicBezTo>
                  <a:cubicBezTo>
                    <a:pt x="4580" y="1028"/>
                    <a:pt x="3552" y="0"/>
                    <a:pt x="22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49"/>
            <p:cNvSpPr/>
            <p:nvPr/>
          </p:nvSpPr>
          <p:spPr>
            <a:xfrm flipH="1" rot="10800000">
              <a:off x="1480487" y="770330"/>
              <a:ext cx="138558" cy="138446"/>
            </a:xfrm>
            <a:custGeom>
              <a:rect b="b" l="l" r="r" t="t"/>
              <a:pathLst>
                <a:path extrusionOk="0" h="2366" w="2368">
                  <a:moveTo>
                    <a:pt x="1184" y="154"/>
                  </a:moveTo>
                  <a:cubicBezTo>
                    <a:pt x="1751" y="154"/>
                    <a:pt x="2214" y="615"/>
                    <a:pt x="2214" y="1182"/>
                  </a:cubicBezTo>
                  <a:cubicBezTo>
                    <a:pt x="2214" y="1750"/>
                    <a:pt x="1751" y="2212"/>
                    <a:pt x="1184" y="2212"/>
                  </a:cubicBezTo>
                  <a:cubicBezTo>
                    <a:pt x="617" y="2212"/>
                    <a:pt x="154" y="1750"/>
                    <a:pt x="154" y="1182"/>
                  </a:cubicBezTo>
                  <a:cubicBezTo>
                    <a:pt x="154" y="615"/>
                    <a:pt x="617" y="154"/>
                    <a:pt x="1184" y="154"/>
                  </a:cubicBezTo>
                  <a:close/>
                  <a:moveTo>
                    <a:pt x="1184" y="0"/>
                  </a:moveTo>
                  <a:cubicBezTo>
                    <a:pt x="531" y="0"/>
                    <a:pt x="1" y="530"/>
                    <a:pt x="1" y="1182"/>
                  </a:cubicBezTo>
                  <a:cubicBezTo>
                    <a:pt x="1" y="1835"/>
                    <a:pt x="531" y="2366"/>
                    <a:pt x="1184" y="2366"/>
                  </a:cubicBezTo>
                  <a:cubicBezTo>
                    <a:pt x="1837" y="2366"/>
                    <a:pt x="2367" y="1835"/>
                    <a:pt x="2367" y="1182"/>
                  </a:cubicBezTo>
                  <a:cubicBezTo>
                    <a:pt x="2367" y="531"/>
                    <a:pt x="1837" y="0"/>
                    <a:pt x="1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0" name="Google Shape;2260;p49"/>
          <p:cNvSpPr txBox="1"/>
          <p:nvPr>
            <p:ph idx="12" type="sldNum"/>
          </p:nvPr>
        </p:nvSpPr>
        <p:spPr>
          <a:xfrm>
            <a:off x="851773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grammable Logic Controller (PLC) by Slidesgo">
  <a:themeElements>
    <a:clrScheme name="Simple Light">
      <a:dk1>
        <a:srgbClr val="FFFFFF"/>
      </a:dk1>
      <a:lt1>
        <a:srgbClr val="003C6F"/>
      </a:lt1>
      <a:dk2>
        <a:srgbClr val="002448"/>
      </a:dk2>
      <a:lt2>
        <a:srgbClr val="0054AC"/>
      </a:lt2>
      <a:accent1>
        <a:srgbClr val="02FB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2FB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